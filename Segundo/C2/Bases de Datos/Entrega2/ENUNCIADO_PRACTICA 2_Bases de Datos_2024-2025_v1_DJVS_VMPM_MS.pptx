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notesSlides/notesSlide13.xml" ContentType="application/vnd.openxmlformats-officedocument.presentationml.notesSlide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notesSlides/notesSlide14.xml" ContentType="application/vnd.openxmlformats-officedocument.presentationml.notesSlide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notesSlides/notesSlide15.xml" ContentType="application/vnd.openxmlformats-officedocument.presentationml.notesSlide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notesSlides/notesSlide16.xml" ContentType="application/vnd.openxmlformats-officedocument.presentationml.notesSlide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notesSlides/notesSlide19.xml" ContentType="application/vnd.openxmlformats-officedocument.presentationml.notesSlide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notesSlides/notesSlide22.xml" ContentType="application/vnd.openxmlformats-officedocument.presentationml.notesSlide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7" r:id="rId5"/>
    <p:sldMasterId id="2147483707" r:id="rId6"/>
  </p:sldMasterIdLst>
  <p:notesMasterIdLst>
    <p:notesMasterId r:id="rId36"/>
  </p:notesMasterIdLst>
  <p:handoutMasterIdLst>
    <p:handoutMasterId r:id="rId37"/>
  </p:handoutMasterIdLst>
  <p:sldIdLst>
    <p:sldId id="256" r:id="rId7"/>
    <p:sldId id="508" r:id="rId8"/>
    <p:sldId id="541" r:id="rId9"/>
    <p:sldId id="334" r:id="rId10"/>
    <p:sldId id="507" r:id="rId11"/>
    <p:sldId id="545" r:id="rId12"/>
    <p:sldId id="544" r:id="rId13"/>
    <p:sldId id="571" r:id="rId14"/>
    <p:sldId id="572" r:id="rId15"/>
    <p:sldId id="573" r:id="rId16"/>
    <p:sldId id="542" r:id="rId17"/>
    <p:sldId id="566" r:id="rId18"/>
    <p:sldId id="547" r:id="rId19"/>
    <p:sldId id="563" r:id="rId20"/>
    <p:sldId id="564" r:id="rId21"/>
    <p:sldId id="565" r:id="rId22"/>
    <p:sldId id="551" r:id="rId23"/>
    <p:sldId id="555" r:id="rId24"/>
    <p:sldId id="567" r:id="rId25"/>
    <p:sldId id="552" r:id="rId26"/>
    <p:sldId id="553" r:id="rId27"/>
    <p:sldId id="570" r:id="rId28"/>
    <p:sldId id="543" r:id="rId29"/>
    <p:sldId id="569" r:id="rId30"/>
    <p:sldId id="557" r:id="rId31"/>
    <p:sldId id="559" r:id="rId32"/>
    <p:sldId id="560" r:id="rId33"/>
    <p:sldId id="568" r:id="rId34"/>
    <p:sldId id="503" r:id="rId35"/>
  </p:sldIdLst>
  <p:sldSz cx="12192000" cy="6858000"/>
  <p:notesSz cx="7099300" cy="102346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4A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62109C-7A95-F24E-84C9-098DF3CFBB6F}" v="1602" dt="2025-04-27T17:57:07.764"/>
    <p1510:client id="{C3D63909-DE12-49EC-A939-8F134D9D8C68}" v="366" dt="2025-04-27T21:47:35.623"/>
    <p1510:client id="{DEB6E8AD-3666-EF39-C47D-AB5C7CCA306C}" v="2" dt="2025-04-27T17:01:35.461"/>
    <p1510:client id="{FB29641E-EC36-548B-17D6-0AF89D772B3C}" v="2" dt="2025-04-27T21:00:08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AEFF7"/>
          </a:solidFill>
        </a:fill>
      </a:tcStyle>
    </a:wholeTbl>
    <a:band1H>
      <a:tcStyle>
        <a:tcBdr/>
        <a:fill>
          <a:solidFill>
            <a:srgbClr val="D2DEEF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2DEEF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5B9BD5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5B9BD5"/>
          </a:solidFill>
        </a:fill>
      </a:tcStyle>
    </a:firstRow>
  </a:tblStyle>
  <a:tblStyle styleId="{073A0DAA-6AF3-43AB-8588-CEC1D06C72B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BCBCB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000000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000000"/>
          </a:solidFill>
        </a:fill>
      </a:tcStyle>
    </a:firstRow>
  </a:tblStyle>
  <a:tblStyle styleId="{7DF18680-E054-41AD-8BC1-D1AEF772440D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20" y="-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viewProps" Target="view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microsoft.com/office/2015/10/relationships/revisionInfo" Target="revisionInfo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 txBox="1">
            <a:spLocks noGrp="1"/>
          </p:cNvSpPr>
          <p:nvPr>
            <p:ph type="hdr" sz="quarter"/>
          </p:nvPr>
        </p:nvSpPr>
        <p:spPr>
          <a:xfrm>
            <a:off x="0" y="1"/>
            <a:ext cx="3076363" cy="513511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anchor="t" anchorCtr="0" compatLnSpc="1">
            <a:noAutofit/>
          </a:bodyPr>
          <a:lstStyle/>
          <a:p>
            <a:pPr defTabSz="99047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30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Marcador de fecha 2"/>
          <p:cNvSpPr txBox="1">
            <a:spLocks noGrp="1"/>
          </p:cNvSpPr>
          <p:nvPr>
            <p:ph type="dt" sz="quarter" idx="1"/>
          </p:nvPr>
        </p:nvSpPr>
        <p:spPr>
          <a:xfrm>
            <a:off x="4021289" y="1"/>
            <a:ext cx="3076363" cy="513511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anchor="t" anchorCtr="0" compatLnSpc="1">
            <a:noAutofit/>
          </a:bodyPr>
          <a:lstStyle/>
          <a:p>
            <a:pPr algn="r" defTabSz="99047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500E8F8-E0F6-45A4-8C99-4DBAF453223B}" type="datetime1">
              <a:rPr lang="es-ES" sz="1300">
                <a:solidFill>
                  <a:srgbClr val="000000"/>
                </a:solidFill>
                <a:latin typeface="Calibri"/>
              </a:rPr>
              <a:pPr algn="r" defTabSz="990478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27/04/2025</a:t>
            </a:fld>
            <a:endParaRPr lang="es-ES" sz="130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Marcador de pie de página 3"/>
          <p:cNvSpPr txBox="1">
            <a:spLocks noGrp="1"/>
          </p:cNvSpPr>
          <p:nvPr>
            <p:ph type="ftr" sz="quarter" idx="2"/>
          </p:nvPr>
        </p:nvSpPr>
        <p:spPr>
          <a:xfrm>
            <a:off x="0" y="9721101"/>
            <a:ext cx="3076363" cy="513511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anchor="b" anchorCtr="0" compatLnSpc="1">
            <a:noAutofit/>
          </a:bodyPr>
          <a:lstStyle/>
          <a:p>
            <a:pPr defTabSz="99047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30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Marcador de número de diapositiva 4"/>
          <p:cNvSpPr txBox="1">
            <a:spLocks noGrp="1"/>
          </p:cNvSpPr>
          <p:nvPr>
            <p:ph type="sldNum" sz="quarter" idx="3"/>
          </p:nvPr>
        </p:nvSpPr>
        <p:spPr>
          <a:xfrm>
            <a:off x="4021289" y="9721101"/>
            <a:ext cx="3076363" cy="513511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anchor="b" anchorCtr="0" compatLnSpc="1">
            <a:noAutofit/>
          </a:bodyPr>
          <a:lstStyle/>
          <a:p>
            <a:pPr algn="r" defTabSz="99047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86B9AD7-B728-4EAC-8551-A5381D453DCC}" type="slidenum">
              <a:pPr algn="r" defTabSz="990478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‹Nº›</a:t>
            </a:fld>
            <a:endParaRPr lang="es-ES" sz="130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69212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4:27.41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717 228 11668,'0'-17'0,"-2"5"0,-2 0 0,-2-1 0,-5 3 0,3 0 0,0 1 0,0-1 0,-5 4 0,1-6 0,-3-1 0,-3-3 0,1 1 0,-3 1 0,-1 3 0,-2-3 0,-6 6 0,3 0 0,-1 3 0,-4-1 0,4 0 0,-2 6 0,0 2 0,2 4 0,-1 3 0,7 9 0,-4-1 0,-2 1 0,5 5 0,-3 2 0,2 3 0,-1 3 0,1 3 0,6 5 0,-1 4 0,1 2 0,5-5 0,2 5 0,3 0 0,3-1 0,2-7 0,2 0 0,0-6 0,0 0 0,8-4 0,5 0 0,7-1 0,3-5 0,8-7 0,-2-5 0,6 1 0,6 0 0,-4-6 0,5 1 0,-1-3 0,0-2 0,2-7 0,-5-5 0,3-4 0,-2-1 0,6-8 0,-1-2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4:28.03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0 175 11740,'0'11'0,"2"-1"0,2 0 0,2 0 0,0 1 0,-6 7 0,0-1 0,0 1 0,0-1 0,2 1 0,4-1 0,-4 0 0,3 1 0,-3-1 0,-2 1 0,0-8 0,0-5 0,0-10 0,0-5 0,0-8 0,0 1 0,-6-6 0,1-1 0,1 1 0,2-2 0,2 4 0,2-7 0,2 3 0,1 4 0,9-4 0,-4 1 0,1 3 0,1 2 0,0 1 0,5 3 0,3 1 0,3 2 0,-4 8 0,5-1 0,-5 3 0,6-6 0,2-2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4:28.43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206 88 11740,'12'0'0,"-1"0"0,3 0 0,-4 0 0,1 0 0,3 0 0,-6-2 0,-1-2 0,1-1 0,-4-7 0,6 4 0,-3-1 0,-1 3 0,-8-4 0,-3 0 0,-7 1 0,0 5 0,-3-2 0,-5 4 0,1 2 0,-6 2 0,-1 4 0,1 5 0,0 5 0,0 3 0,3 3 0,-1 3 0,2 2 0,3-4 0,7 5 0,3-1 0,0 0 0,6-6 0,-2 2 0,8-5 0,8-6 0,9 1 0,4-5 0,3 0 0,3-1 0,2-1 0,2-6 0,0-2 0,-1-3 0,7-5 0,0-8 0,-2 1 0,-2-8 0,-2-3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4:28.85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259 1 11740,'-10'8'0,"-6"-6"0,5 4 0,-5-5 0,-1-1 0,-1 0 0,1 0 0,-1 2 0,1 2 0,-1 2 0,1 13 0,2-1 0,1 1 0,2 1 0,3 3 0,-3 2 0,4 1 0,0-1 0,6-2 0,-1-7 0,6-5 0,7 3 0,8-8 0,-1-3 0,1-1 0,-1-9 0,0-3 0,3-4 0,3-3 0,-3 3 0,1-9 0,-6 4 0,-3 1 0,0 1 0,3-1 0,-3 1 0,-6-1 0,1 7 0,-1-1 0,0 8 0,-6 4 0,0 12 0,0 3 0,0 3 0,0-1 0,0 1 0,0-1 0,0 1 0,0-1 0,0 1 0,2-7 0,4-1 0,6-2 0,-3-1 0,3-1 0,0-4 0,5 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4:29.40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71 68 11740,'-16'12'0,"4"0"0,3-8 0,5 3 0,-2 1 0,2 4 0,0-3 0,0 3 0,-1 2 0,1 1 0,2-3 0,2-1 0,0 3 0,0 2 0,6-5 0,1-1 0,3-2 0,2-1 0,5-3 0,1 2 0,-1 0 0,-1-8 0,-3-2 0,-1-2 0,-1-7 0,7 1 0,-3-3 0,-3-3 0,4 1 0,-5-3 0,5-1 0,1-2 0,-5-1 0,0 7 0,-1-1 0,-1 1 0,3-1 0,-7 1 0,0 7 0,-6 4 0,0 12 0,0 6 0,0 3 0,-2 1 0,-2-2 0,-2-3 0,1 1 0,5 5 0,0-5 0,0 0 0,5-7 0,3 5 0,2-2 0,2-4 0,5-8 0,1-2 0,-7-6 0,1 5 0,-1-3 0,-1-4 0,4 5 0,-6-1 0,-1 0 0,1 1 0,4 3 0,-7-6 0,1 10 0,-6 2 0,0 8 0,0 9 0,0 1 0,0-1 0,0 1 0,0-1 0,0 1 0,2-7 0,2 1 0,2 2 0,8-5 0,-3 1 0,5-2 0,1-2 0,8 1 0,3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4:29.76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297 70 11740,'-17'0'0,"-1"0"0,1-6 0,1-2 0,5-1 0,-3 3 0,6-4 0,-2 2 0,1 1 0,-5 3 0,3-2 0,-3 2 0,4 2 0,-1 2 0,-1 2 0,2 4 0,-5 4 0,3 7 0,-1 0 0,1 1 0,-2 1 0,7 3 0,-1 1 0,0-2 0,2 5 0,6-3 0,0-2 0,0-1 0,2-5 0,4-3 0,6-6 0,3-5 0,5-1 0,1 0 0,4-1 0,2-5 0,-5-4 0,3-7 0,-2-1 0,0 1 0,-1-1 0,-9 1 0,-3-1 0,-2 1 0,-2-1 0,-6 1 0,0-1 0,-4 7 0,-8-1 0,-7 8 0,-16-4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4:30.25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367 36 11617,'-7'-10'0,"-5"4"0,-4-2 0,-1 2 0,0 3 0,-1 1 0,1 2 0,-1 0 0,1 0 0,-1 7 0,1 5 0,1 4 0,3-1 0,1-3 0,8 3 0,0-5 0,8 0 0,0 3 0,8-7 0,1 0 0,3 2 0,1-4 0,1 5 0,1 1 0,4 0 0,-3-5 0,3 5 0,-4 0 0,-1 0 0,-1-1 0,-1 5 0,-2-2 0,-3 1 0,-7-3 0,2 1 0,-4 3 0,-4 2 0,-4-1 0,-6-3 0,-3-5 0,-5-7 0,-3 0 0,-6 0 0,-4 0 0,-4 0 0,-4 0 0,-5 0 0,-5 0 0,-1 0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4:31.30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53 175 11633,'0'-18'0,"0"7"0,0-1 0,0-2 0,0 7 1,0 1-1,0 12 1,0 5 0,0 5 0,0 9 1,-2 6-1,-1 6-1,-3 4 0,0 7 0,4-3 0,-2 1 0,-2 1 0,0 0 0,4 3 0,-1-3 0,-3-7 0,0-3 0,6-2 0,0-2 0,0-4 0,0-9 0,0-9 0,0-9 0,0-2 0,0-10 0,0-5 0,0-8 0,0-3 0,0 1 0,0 0 0,2-6 0,2 2 0,2-4 0,-3-2 0,1 0 0,0 0 0,2-2 0,-2-4 0,0 3 0,0-7 0,3 0 0,3 1 0,0 5 0,3-2 0,-1 6 0,2 6 0,-5-2 0,3 8 0,2 1 0,-5 11 0,3 5 0,2 4 0,-7 4 0,-1 4 0,-2 4 0,0 7 0,2 0 0,-2 1 0,-2 5 0,-2 0 0,-2 1 0,-4 1 0,4 0 0,-6 6 0,2-4 0,0-1 0,-5-1 0,3-4 0,0 3 0,0-3 0,-5-2 0,3-1 0,-1-1 0,-1 1 0,6-3 0,-6-1 0,-1-3 0,-3-1 0,-1 2 0,7-4 0,4-16 0,12-4 0,6-3 0,-2 3 0,1 2 0,3 2 0,1 5 0,-3 1 0,0 2 0,1 0 0,3 0 0,-5 0 0,1 2 0,0 3 0,-3 7 0,5 4 0,-8 1 0,0 1 0,1-1 0,-5 6 0,6 1 0,-2-3 0,0-2 0,1-3 0,-3-3 0,2-1 0,-2 2 0,0-5 0,2 1 0,5-2 0,5-2 0,1-6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4:31.70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245 193 11682,'0'-18'0,"0"1"0,0 0 0,0-1 0,0 1 0,0-1 0,0 1 0,-2 5 0,-4 0 0,-5-1 0,1 5 0,-2 0 0,-1 2 0,-3 1 0,-1-1 0,-1 8 0,1 4 0,-1 5 0,1 5 0,0 3 0,1 4 0,4 7 0,-1 1 0,5 0 0,0-4 0,1-2 0,1 4 0,6-6 0,0-1 0,0-3 0,2-7 0,3-2 0,7-3 0,4-3 0,1-2 0,2-4 0,3-2 0,1-2 0,-5-7 0,-7 1 0,1-3 0,-2-3 0,3 1 0,-5-1 0,0 1 0,-1-1 0,-1 1 0,-6-1 0,0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4:32.11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1 573 11682,'17'9'0,"1"-3"0,-1-4 0,1-2 0,-1-2 0,1-4 0,-1-5 0,-5 1 0,-2-2 0,-1-1 0,1-3 0,-6-1 0,4-1 0,-3 1 0,1-1 0,6 1 0,-6-3 0,-2-1 0,-2-2 0,3-6 0,1 4 0,-2-3 0,-2-3 0,-2-2 0,0-2 0,0 0 0,0 1 0,-6 4 0,0 3 0,1 4 0,-3 7 0,4 1 0,-8 9 0,3 4 0,-5 12 0,2 7 0,-1 3 0,3 7 0,-2 2 0,-1 6 0,-3 6 0,5-4 0,1 5 0,0 1 0,1 3 0,3-3 0,-4 0 0,2-2 0,4-1 0,2 1 0,2-6 0,0-2 0,0-4 0,8 2 0,4-8 0,3-3 0,3-7 0,-1 3 0,9-6 0,1 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4:50.93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262 86 11411,'0'-18'4,"0"1"1,2 1-1,4 5-2,-4-5-2,6 14 0,-10-4 1,-4 12-1,-6 6 0,2 5 1,-1 5-1,-3 1 0,-1-2 0,-3 6 1,1 2-1,1 4 0,5 2 0,-9 0 0,5 0 0,-3 0 0,-3 0 0,5 2 0,5 2 0,-1 1 0,2-1 0,-3-4 0,7-6 0,2-5 0,2-5 0,2-2 0,2-1 0,4-4 0,4 1 0,7-7 0,2-2 0,5-2 0,-5-2 0,6 0 0,-1-2 0,-1-4 0,6 2 0,-4-5 0,2 1 0,3-14 0,4 3 0</inkml:trace>
  <inkml:trace contextRef="#ctx0" brushRef="#br0" timeOffset="580">437 470 11448,'0'10'0,"6"-1"0,1-5 0,3 2 0,-4 0 0,5-6 0,3 0 0,-4-2 0,1-2 0,1-4 0,-2-2 0,-1 7 0,-5-5 0,2 0 0,0-2 0,-6-7 0,0 5 0,-2 3 0,-4 1 0,2 2 0,-7 6 0,-3 0 0,-1 0 0,-3 0 0,1 2 0,-1 2 0,1 2 0,-1 7 0,3-1 0,1 3 0,3 3 0,5-3 0,-4 1 0,2-1 0,4 5 0,2 1 0,2-3 0,0-1 0,10-5 0,6-3 0,7-1 0,4-4 0,2-2 0,6-2 0,0-2 0,0-4 0,0 4 0,8-13 0,1 5 0</inkml:trace>
  <inkml:trace contextRef="#ctx0" brushRef="#br0" timeOffset="1130">1188 505 11438,'9'-18'0,"-1"7"0,-8-1 0,0 0 0,-2-3 0,-4 3 0,3 3 0,-9 3 0,-2-6 0,-1 4 0,-3 2 0,1 5 0,-1 1 0,1 1 0,-1 5 0,1 6 0,1-2 0,3 3 0,3 5 0,2 3 0,-3 2 0,5-5 0,2-1 0,2 1 0,2-1 0,0 1 0,8-3 0,4-3 0,3-6 0,3-4 0,-1-2 0,0 0 0,1 0 0,-1 0 0,-5 0 0,0 0 0,1 0 0,3 0 0,1 0 0,-5 0 0,0 0 0,-7 0 0,7 0 0,-6 0 0,5 0 0,-5 5 0,6 1 0,0 0 0,5-6 0</inkml:trace>
  <inkml:trace contextRef="#ctx0" brushRef="#br0" timeOffset="1581">1659 417 11406,'-17'-9'0,"-1"-5"0,1 6 0,-1-1 0,1 5 0,-1-2 3,1 4 1,0 2-1,-1 0-1,1 0 1,-1 0 0,3 2-3,3 4 0,-2-2 0,9 7 0,1 3 0,-4-4 0,2 1 0,2 1 0,10 5 0,2-5 0,5-2 0,-1-3 0,2-3 0,1 4 0,3-2 0,-1-2 0,1-2 0,-1 4 0,0 1 0,1 1 0,-1 0 0,-5 4 0,0-7 0,-1 1 0,-1 2 0,4-4 0,-9 7 0,1 1 0,-6 6 0,-8-9 0,-3-3 0,-5-4 0,-1-2 0,-3 0 0,-1 0 0,-2 0 0,1 0 0,3 0 0,-6-8 0,-2-1 0</inkml:trace>
  <inkml:trace contextRef="#ctx0" brushRef="#br0" timeOffset="1883">1834 435 11402,'-8'10'0,"6"-1"0,-4-3 0,4 6 0,2 3 0,0 3 0,0-1 0,2 1 0,2-1 0,2 1 0,8-1 0,-5 1 0,9-1 0</inkml:trace>
  <inkml:trace contextRef="#ctx0" brushRef="#br0" timeOffset="2030">1869 260 11402,'-8'-9'0,"6"-1"0,-6 6 0,1-2 0,5 0 0,-6 6 0,8 0 0</inkml:trace>
  <inkml:trace contextRef="#ctx0" brushRef="#br0" timeOffset="2577">2201 452 11402,'9'0'0,"5"-2"0,-8-3 0,0 1 0,-6-8 0,0 0 0,0-5 0,-2 1 0,-4 3 0,-6 3 0,-3 2 0,3 3 0,0 5 0,-1 0 0,-3 0 0,-1 2 0,-1 1 0,1 5 0,-1 2 0,3 2 0,1 5 0,5 2 0,1 5 0,-4-5 0,6 4 0,2-3 0,4-5 0,6-1 0,6-2 0,3-9 0,3 3 0,-1-4 0,1-2 0,-7 0 0,1-2 0,2-4 0,-1 3 0,1-7 0,-4 0 0,-3 0 0,1 5 0,-2-7 0,-4 0 0,6 3 0,-8 3 0,2 10 0,1 3 0,3 3 0,0 2 0,-6 5 0,0 1 0,0-1 0,2 1 0,2-1 0,2 1 0,0-1 0,-6 2 0,0 3 0,0 1 0,-2 0 0,-2-5 0,-2-1 0,-8 1 0,3-1 0,-3 1 0,2-1 0,-5-5 0,3-1 0,-5 1 0,-2-2 0,5-2 0,-9-1 0,7 3 0</inkml:trace>
  <inkml:trace contextRef="#ctx0" brushRef="#br0" timeOffset="3064">2375 435 11414,'-9'12'0,"3"-1"0,4 1 0,2 5 0,0 1 0,0-1 0,0 1 0,0-1 0,0 1 0,0-1 0,0-5 0,0-1 0,0 1 0,0-2 0,0-10 0,0-12 0,0-3 0,0-9 0,0 1 0,0 0 0,0-3 0,0 7 0,0-4 0,2 3 0,4 3 0,-3-1 0,9 1 0,2 0 0,-5 7 0,3 4 0,2 4 0,1 2 0,-3 0 0,-1 0 0,3 2 0,2 4 0,-1 4 0,-1 5 0,-3-1 0,3-3 0,-4 1 0,1 5 0,1 1 0,-2-1 0,3 1 0,-7-1 0,0 1 0,2-1 0,1 1 0,9-1 0</inkml:trace>
  <inkml:trace contextRef="#ctx0" brushRef="#br0" timeOffset="3549">2864 417 11414,'2'-9'0,"2"1"0,2 0 0,0 4 0,-6-7 0,-2-1 0,-4-5 0,2 5 0,-8 2 0,-1 2 0,-3 3 0,-1 5 0,-1 0 0,1 0 0,-1 2 0,1 3 0,0 7 0,-1 4 0,3 1 0,1 1 0,4-1 0,3 0 0,-5 7 0,6-1 0,2-2 0,2-1 0,4-3 0,4-1 0,6-5 0,3-3 0,3-8 0,-1 0 0,1 0 0,1 0 0,0-2 0,1-2 0,-5-1 0,-1-9 0,1 2 0,-1-1 0,-2 1 0,-8-3 0,1 3 0,-3-4 0,-2-1 0,0-1 0,0 9 0,0 3 0,0 12 0,0 5 0,0 5 0,0 1 0,0 1 0,0-1 0,0 1 0,0-1 0,6-5 0,2-2 0,0-1 0,-1 1 0,7-6 0,-4 4 0</inkml:trace>
  <inkml:trace contextRef="#ctx0" brushRef="#br0" timeOffset="4363">2987 313 11396,'-8'-16'0,"-4"4"0,2 5 0,-1 7 0,7 2 0,-2 3 0,4 9 0,2 7 0,-6-1 0,0 5 0,3-2 0,1 1 0,2-1 0,0-4 0,0 3 0,0 1 0,2 0 0,3-5 0,7-1 0,-2-7 0,1-2 0,3-1 0,2-5 0,1 2 0,0-6 0,1-4 0,-6-7 0,-1 1 0,3-3 0,1-3 0,1 1 0,-3-3 0,-3-1 0,-2-2 0,4 5 0,-7 7 0,1-1 0,2 2 0,-6-5 0,4 15 0,-12 0 0,4 2 0,-4 9 0,4 3 0,2 1 0,0 3 0,0-1 0,2-5 0,4 0 0,4-8 0,7 1 0,1-3 0,-7-2 0,1-2 0,1-3 0,3-7 0,-4 2 0,-3-1 0,1-1 0,0 2 0,-4-5 0,3 3 0,-1-3 0,4-3 0,-7 1 0,1 7 0,-6 4 0,0 12 0,0 6 0,0 3 0,-6 3 0,1-1 0,1 0 0,2 1 0,2-1 0,0 1 0,0-1 0,0 1 0,2-1 0,4 1 0,-4-9 0,21 7 0,-4-6 0</inkml:trace>
  <inkml:trace contextRef="#ctx0" brushRef="#br0" timeOffset="4666">3633 470 11396,'9'-8'0,"-1"-2"0,-8-7 0,0 5 0,-2 3 0,-4 1 0,3-6 0,-7 3 0,2-5 0,-6 4 0,5 1 0,-3-1 0,0 2 0,1 3 0,-7 7 0,1 0 0,-1 0 0,1 2 0,0 3 0,7 7 0,2 9 0,2 3 0,0-3 0,1 4 0,5-1 0,0-3 0,0-2 0,5-1 0,3-1 0,2-1 0,3-5 0,3 3 0,1-8 0,1-2 0,-1-2 0,1-2 0,-1 0 0,1 0 0,-7-8 0,-1-4 0,-2-3 0,-4-3 0,-2 1 0,-2-1 0,-8-7 0,-2-2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4:58.63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70 105 11443,'18'0'0,"-3"-2"0,-3-4 0,-2 5 0,-7-7 0,3 0 0,0 6 0,-6-4 0,-2 12 0,-4 6 0,-3 9 0,-9 4 0,1 4 0,-1 8 0,1 0 0,1 10 0,3 3 0,1 6 0,8-1 0,-2 3 0,4-4 0,2-1 0,8-7 0,6-1 0,7-2 0,8-5 0,2-8 0,2-7 0,0-6 0,4-5 0,10 3 0,-3-5 0</inkml:trace>
  <inkml:trace contextRef="#ctx0" brushRef="#br0" timeOffset="419">402 262 11454,'-10'0'0,"1"0"1,5 2 0,-2 4 1,0-2-1,6 10 1,0 3-2,0 4 0,0 10 0,0-1 1,0 5-1,0 5 0,2-3 0,2 4 0,4-4 0,1-2 0,1-2 0,4-4 0,-3-6 0,3-4 0,1-3 0,3-4 0,-1-7 0,-5-3 0,0-2 0,-1-7 0,7-3 0</inkml:trace>
  <inkml:trace contextRef="#ctx0" brushRef="#br0" timeOffset="602">297 524 11462,'12'-5'0,"0"-1"0,-1 0 0,5 4 0,-3-2 0,-1-2 0,0 0 0,5 5 0,1-3 0,-1-2 0,6 0 0,3 6 0,1 0 0,4 0 0,2-8 0,2-1 0</inkml:trace>
  <inkml:trace contextRef="#ctx0" brushRef="#br0" timeOffset="936">821 612 11462,'-2'-16'0,"-2"3"0,-3 3 0,-3 2 0,-2-4 0,-5 7 0,-1 1 0,1 2 0,-1 2 0,1 0 0,5 0 0,3 2 0,-1 4 0,0 5 0,6-1 0,-1 2 0,3 1 0,2 3 0,0-5 0,2 1 0,3 0 0,7-3 0,4 5 0,1-8 0,0-2 0,1-2 0,-6 3 0,-1 1 0,3-2 0,1-2 0,-3-4 0,0-4 0,-9-3 0,3-9 0,4-7 0,0-2 0</inkml:trace>
  <inkml:trace contextRef="#ctx0" brushRef="#br0" timeOffset="1387">1118 559 11462,'0'-11'0,"0"-1"0,0 0 0,0-5 0,0 5 0,0 1 0,0-3 0,-2 6 0,-2 1 0,-2-1 0,-7 6 0,1-4 0,-3 4 0,-3 2 0,1 0 0,-1 2 0,1 4 0,-1 5 0,1 11 0,1 1 0,5-2 0,-3 5 0,8-3 0,2-2 0,3-1 0,1-3 0,0 1 0,0-1 0,7-1 0,5-5 0,3-5 0,3-4 0,5-4 0,1-4 0,-3-7 0,-2-9 0,5 1 0,-3-6 0,-4 0 0,-3-1 0,-2-1 0,3-7 0,-1-5 0,-3-6 0,-7 3 0,2-3 0,-4-2 0,-2-1 0,0-2 0</inkml:trace>
  <inkml:trace contextRef="#ctx0" brushRef="#br0" timeOffset="1821">1467 577 11395,'0'-12'0,"0"0"0,-2 1 0,-1-7 0,-3 1 0,-6 5 0,4 1 0,-1-3 1,-3-1 0,-5-1 0,-1 2 2,1 3 0,-3 7 0,-1-2-2,-2 4 1,-1 4-1,7 4 1,1 6-2,5 3 0,-3 4 0,6 3 0,1 3 0,-1 2 0,2-5 0,6 1 0,0-4 0,0-1 0,6-1 0,4-1 0,3-3 0,6-1 0,5-8 0,-3 2 0,4-6 0,3-6 0,-7 2 0,2-8 0,-3-1 0,-3-3 0,-5-1 0,-3-1 0,-1 1 0,-4-1 0,-2 7 0,-2-1 0,0-2 0,-8-9 0,-2-4 0</inkml:trace>
  <inkml:trace contextRef="#ctx0" brushRef="#br0" timeOffset="2320">1694 420 11413,'0'-18'0,"0"6"0,0 1 0,0-3 0,-1 5 0,-5-3 0,-4 2 0,-7-1 0,-1 5 0,6 4 0,1 2 0,-1 2 0,2 4 0,-3-3 0,5 9 0,0 2 0,1 1 0,-5-3 0,6-1 0,2 3 0,2 2 0,2-5 0,0 1 0,0 1 0,0 3 0,8-4 0,4-1 0,3 3 0,3-1 0,-1 1 0,1-4 0,-1-3 0,1 5 0,-1-4 0,0 0 0,1-1 0,-3 7 0,-1-4 0,-4 1 0,-3 1 0,-1-6 0,-6 5 0,0 3 0,-2-6 0,-3-2 0,-7-4 0,-4-2 0,-1 0 0,-1 0 0,1 0 0,0 0 0,-3-6 0,-3 0 0,3-8 0,-5 5 0</inkml:trace>
  <inkml:trace contextRef="#ctx0" brushRef="#br0" timeOffset="3083">1817 0 11470,'0'12'0,"0"0"0,6-6 0,-1 5 0,1-5 0,-6 6 0,6-1 0,0 7 0,2-3 0,-5-1 0,5-2 0,2 1 0,-4-3 0,3 1 0,1 5 0,0 5 0,0 1 0,3 5 0,-1 0 0,1 0 0,1 8 0,0 8 0,-5-1 0,-1 1 0,-2 4 0,-6-5 0,0 1 0,0 0 0,-2 3 0,-4-7 0,-6-4 0,-3-4 0,-1-9 0,3-1 0,1-6 0,-1-3 0,5-8 0,-8-4 0,7-10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4:56.44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53 538 11397,'0'17'0,"0"1"0,-2-1 0,-3 1 0,3-1 0,-4 1 0,4-1 0,2-5 0,-2-2 0,-2-1 0,-2 1 0,-2-6 0,3 2 0,3-4 0,-6-10 0,8-4 0,0-3 0,0-3 0,0-1 0,0-3 0,0-1 0,2 0 0,2 3 0,4-1 0,1-2 0,1 0 0,3 5 0,-1 1 0,2-1 0,1 3 0,3 1 0,-1 4 0,1 3 0,-1 1 0,1 6 0,-1 0 0,0 0 0,1 0 0</inkml:trace>
  <inkml:trace contextRef="#ctx0" brushRef="#br0" timeOffset="353">420 608 11397,'0'-18'0,"0"1"0,0 5 0,0 1 0,0-3 0,-2-2 0,-2-1 0,-2 0 0,-5-1 0,3 3 0,0 1 0,0 2 0,-5 8 0,1-1 0,-3 3 0,-3 2 0,1 2 0,-1 3 0,1 7 0,1 4 0,3 3 0,1 2 0,-1 3 0,5-1 0,2-4 0,4 3 0,2 1 0,2 0 0,4-7 0,5-5 0,5 3 0,1-8 0,1-2 0,-1-2 0,7-4 0,-1-2 0,-2-4 0,-1-2 0,-9 5 0,1-5 0,0 0 0,-3 0 0,1 5 0,-4-7 0,-4 0 0,6-5 0</inkml:trace>
  <inkml:trace contextRef="#ctx0" brushRef="#br0" timeOffset="770">560 520 11397,'17'0'0,"-5"-1"0,0-3 0,1-2 0,-3 0 0,1 4 0,3-4 0,-4 4 0,-1-5 0,1-1 0,0-4 0,0 2 0,3-1 0,-1-3 0,1-1 0,1-5 0,0-1 0,-5-2 0,-1 1 0,4-5 0,-7 0 0,-1-2 0,-2 0 0,-2 0 0,0-6 0,0 2 0,0 4 0,-7 3 0,-3 9 0,-2-1 0,1 1 0,-1 7 0,-6 6 0,1 8 0,-1 8 0,1 9 0,0 4 0,-1 3 0,6 7 0,1 7 0,-1 3 0,2 3 0,-3 3 0,7-1 0,2-1 0,2-3 0,2-5 0,0 4 0,2-4 0,4-8 0,4-4 0,7-10 0,3-1 0,3-9 0,-4 3 0,14-10 0,-6 6 0</inkml:trace>
  <inkml:trace contextRef="#ctx0" brushRef="#br0" timeOffset="1118">927 538 11397,'-2'-10'0,"-4"4"0,4 4 0,-4-3 0,12-1 0,-2-2 0,7 4 0,3-2 0,-6-1 0,-1 3 0,1-2 0,-6-2 0,4 2 0,-4 2 0,-2-7 0,-8 7 0,-2 0 0,-1 6 0,-1 4 0,1 7 0,-7-1 0,1 4 0,-1 1 0,1 0 0,-1 1 0,3-1 0,3 1 0,-2-1 0,9 1 0,1-1 0,2 1 0,4-3 0,4-3 0,5-6 0,11 1 0,3-1 0,2-2 0,4-2 0,-4-4 0,2-4 0,0-3 0,6-9 0</inkml:trace>
  <inkml:trace contextRef="#ctx0" brushRef="#br0" timeOffset="1450">1223 486 11397,'0'-18'0,"0"1"0,0 5 0,0 0 0,-2 6 0,-3-5 0,-5 7 0,-8-2 0,1 6 0,0 6 0,1 4 0,4 7 0,-1 1 0,7-1 0,8-1 0,10-5 0,3-5 0,3 2 0,-1-2 0,0-2 0,1-3 0,-6 5 0,-1 0 0,1 0 0,-2 2 0,3-4 0,-7 7 0,-2 3 0,-4 1 0,-6 3 0,-6-1 0,-3 1 0,-5-1 0,-3-1 0,-6-5 0,2 5 0,-2-6 0,0-1 0,2-3 0,-6-4 0,5-2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5:02.88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53 119 11420,'11'0'31,"1"0"-30,-8 0 0,9-2 0,-5-2-1,2-2 0,-4 1 0,5 3 0,3-4 0,-4 4 0,-1-6 0,-1 0 0,4 4 0,-6-7 0,-1-1 0,-6 2 0,-5 5 0,-4 3 0,-7 2 0,-1 0 0,1 0 0,5 7 0,0 5 0,-1 4 0,-3 1 0,1 1 0,1-3 0,4-1 0,3-3 0,-1 7 0,4 5 0,-2-2 0,2-1 0,2-3 0,4-1 0,2-3 0,2-1 0,8-2 0,-3 1 0,5-5 0,1-4 0,3-2 0,3 0 0,4 0 0,8 0 0</inkml:trace>
  <inkml:trace contextRef="#ctx0" brushRef="#br0" timeOffset="401">419 49 11454,'-11'0'0,"-1"0"0,-1 0 0,3 0 0,-2 0 0,8 2 0,-1 4 0,3 4 0,2 9 0,0 4 0,0-3 0,2 3 0,1-4 0,3-1 0,0-1 0,-6 1 0,0-1 0,0 1 0,0-1 0,0 1 0,0-1 0,0-5 0,0-1 0,0-9 0,0-2 0,8-7 0,2-13 0,1-1 0,1-2 0,-1-7 0,7 5 0,-1 0 0,1 0 0,-6 0 0,-1 3 0,3-1 0,1 2 0,3 1 0,-1 3 0,1-1 0,-7 8 0,-1 7 0,-2 6 0,-2 3 0,-6 10 0,0 3 0,0 1 0,0 5 0,0-2 0,0 0 0,0 3 0,0-7 0,0 4 0,0-3 0,0-3 0,0 1 0,0-1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5:04.39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51 489 11471,'-12'0'0,"1"0"0,7 0 0,-6 0 0,4 0 0,4 0 0,10 0 0,2-1 0,9-3 0,-5-4 0,-1-2 0,-3 4 0,2-5 0,1-3 0,3-1 0,1-3 0,1 1 0,-1-1 0,1 1 0,-7-8 0,1-3 0,1-1 0,3 0 0,-4 6 0,-3-4 0,-1 0 0,-4-1 0,-2 7 0,-2-2 0,-2 3 0,-4 3 0,2-1 0,-7 3 0,-3 3 0,-2 6 0,-7 4 0,0 2 0,2 0 0,1 0 0,3 2 0,-1 4 0,1 6 0,-1 3 0,7 5 0,1 3 0,0 6 0,1 4 0,5 8 0,-2 2 0,2 1 0,-2 5 0,4 1 0,-4 3 0,6-3 0,6-3 0,2 3 0,6-7 0,-3-2 0,3-7 0,1-10 0,11 1 0,1-8 0</inkml:trace>
  <inkml:trace contextRef="#ctx0" brushRef="#br0" timeOffset="385">435 542 11471,'10'-8'0,"-4"-4"0,-4 3 0,-4-3 0,-4-1 0,2 3 0,-8-2 0,-1-1 0,3-1 0,-2 2 0,-1 5 0,-3-1 0,5 6 0,-1-4 0,-2 4 0,-1 2 0,-1 2 0,3 4 0,1 6 0,8 3 0,-4 3 0,3-1 0,-1 0 0,0 7 0,6-1 0,0-2 0,0-1 0,0-3 0,2 1 0,4-1 0,3-1 0,9-5 0,-1-5 0,1-4 0,-1-2 0,1 0 0,-1 0 0,1-6 0,-1-1 0,1-3 0,-3-2 0,-1-3 0,-5 1 0,-1 2 0,-2 9 0,-6-5 0,0 16 0,0 3 0,0 5 0,2 1 0,2 1 0,2-1 0,7-5 0,-1-1 0,3-7 0,3 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5:06.04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1 262 11413,'0'12'1,"0"2"0,0 3-1,0 5 0,0 9 0,0-4 0,0 2 0,0 0 0,0 0 0,0 6 0,0 0 0,0 0 0,0-8 0,0-2 0,0 0 0,0 3 0,0-1 0,0-18 0,0-14 0,0-9 0,0-3 0,0-1 0,0-1 0,0-5 0,0-5 0,5-4 0,1-2 0,-2 1 0,-2-1 0,0-6 0,2 0 0,2 2 0,-2 2 0,3 2 0,1 2 0,0 4 0,0 6 0,3 4 0,-3 3 0,2 5 0,3 5 0,-3 4 0,2 2 0,-1 2 0,-1 4 0,6 9 0,-5 10 0,3 1 0,-3-1 0,5 6 0,-4-2 0,1 4 0,-1 2 0,1 0 0,-5 0 0,0 0 0,0 0 0,-2-6 0,-6-2 0,0-2 0,0-4 0,0-1 0,0-3 0,0 1 0,0-1 0,-6-5 0,-2-2 0,-2-3 0,-3-3 0,-3 4 0,-1-2 0,-1-2 0,1-2 0,-1-2 0,1 0 0,-1 0 0,1 0 0,5 0 0,1 0 0,-3 0 0,-2-8 0,-1-2 0</inkml:trace>
  <inkml:trace contextRef="#ctx0" brushRef="#br0" timeOffset="436">559 612 11386,'0'-12'0,"0"0"0,0 7 0,0-7 0,0-2 0,0 5 0,-1-1 0,-3 0 0,-2 1 0,-8 3 0,3-4 0,-5 2 0,-1 3 0,-3 5 0,-1 0 0,-2 0 0,-1 1 0,7 5 0,-1 6 0,1 3 0,-1 3 0,3-1 0,3 1 0,6-1 0,5 1 0,1-1 0,0 1 0,1-9 0,5-3 0,6-4 0,3-2 0,3 0 0,1 0 0,3 0 0,1 0 0,2 0 0,-3-2 0,1-2 0,-2-1 0,-1-1 0,-3 6 0,0 0 0,-5 0 0,0 0 0,1 0 0,-3 0 0,0 2 0,-2 3 0,-3-1 0,-3 6 0,4-2 0,-4 5 0,14-11 0,-7 6 0</inkml:trace>
  <inkml:trace contextRef="#ctx0" brushRef="#br0" timeOffset="771">699 1 11415,'0'11'0,"0"1"0,0-1 0,0 7 0,0 1 0,0 5 0,2 9 0,2 9 0,2 3 0,-2 3 0,3-3 0,1 0 0,0-3 0,0-3 0,0-2 0,-5-4 0,3-4 0,-2-6 0,-2-3 0,-2-3 0,0-7 0,0-2 0,0-8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5:07.99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1 419 11415,'11'0'0,"1"0"0,-6-1 0,5-3 0,3-2 0,-4 0 0,1 6 0,3 0 0,2-2 0,1-2 0,0-2 0,1 2 0,7-5 0,2-1 0</inkml:trace>
  <inkml:trace contextRef="#ctx0" brushRef="#br0" timeOffset="451">420 681 11365,'0'-17'0,"0"5"0,2 1 0,4-3 0,-4 4 0,3-1 0,-3-3 0,-2-1 0,-2-3 0,-3 1 0,1 1 0,-6 3 0,0 3 0,1 2 0,-3-3 0,-6 5 1,1 2 0,0 4 0,-1 6-1,1 5 1,1 5-1,3 1 1,3 1-1,2-1 0,-4 6 0,7 1 0,1-3 0,2-1 0,2-3 0,2-1 0,4-5 0,-3-1 0,9-6 0,2 2 0,1-3 0,3-1 0,-1-4 0,1-1 0,-1-3 0,0-8 0,1 4 0,-1 1 0,-1-1 0,-2 6 0,-3-2 0,-5 1 0,4 6 0,-3 5 0,5-2 0,-6 8 0,-2 1 0,0-3 0,1 2 0,7 1 0,-4-5 0,7 8 0,-5-7 0</inkml:trace>
  <inkml:trace contextRef="#ctx0" brushRef="#br0" timeOffset="1351">560 88 11377,'-6'-18'0,"0"1"0,-2 7 0,2 4 0,4 4 0,-5 10 0,9 4 0,1 5 0,3 6 0,2 5 0,-4 7 0,4 1 0,1 5 0,-5-4 0,4 4 0,-2-2 0,0 1 0,5-5 0,-5 2 0,0-6 0,2 0 0,-4-6 0,5-1 0,-1-5 0,0-9 0,-2-4 0,-4-6 0,3-6 0,-3-6 0,-2-9 0,0-2 0,0 1 0,0 3 0,-5-4 0,-1-3 0,0-1 0,-2-4 0,4 4 0,-5-2 0,1-2 0,4-2 0,-4 4 0,2 0 0,2-1 0,3 3 0,1 0 0,0 6 0,0-3 0,0 3 0,0 2 0,0 1 0,7 3 0,5 3 0,3 4 0,3 8 0,-3 2 0,-1 4 0,-2 4 0,1 0 0,-3 5 0,2-3 0,-1 3 0,-1 3 0,5-1 0,-3 1 0,2-1 0,-3 1 0,-1-1 0,-6 0 0,4 1 0,1-1 0,-5 1 0,2-1 0,-4 1 0,-2-1 0,0 1 0,-8-9 0,-3-1 0,-5 0 0,4-6 0,1 4 0,-3-4 0,-1-2 0,-3 0 0,1 0 0,-1 0 0,1 0 0,7 0 0,2 0 0,10 0 0,4 0 0,6 0 0,3 0 0,3 0 0,-1 2 0,1 1 0,-1 3 0,1 6 0,-1-6 0,2 0 0,5 1 0,-5 1 0,3 6 0,-7-3 0,-3 3 0,-1 1 0,7 3 0,-1-1 0,-7 1 0,-4-1 0,-4 1 0,-2-1 0,0-5 0,-2-1 0,-4 3 0,-2-4 0,-5-1 0,1-1 0,-2-4 0,-1 0 0,-3 0 0,1 2 0,-1-2 0,1-2 0,0-2 0,-1-2 0,1-4 0,-1 4 0,1-21 0,-1 3 0</inkml:trace>
  <inkml:trace contextRef="#ctx0" brushRef="#br0" timeOffset="1852">1223 542 11363,'6'-18'0,"0"1"0,0-1 0,-6 1 0,0-1 0,0 7 0,0-1 0,0-1 1,0-3 1,0 4 0,0 1-1,0-3 0,-8-1 1,-4-1-2,-3 4 0,-3 5 0,1 7 0,-1 0 0,1 7 0,-1 5 0,1 4 0,0 1 0,-1 1 0,3 1 0,1 2 0,2 3 0,8 5 0,-1-6 0,3 0 0,2 2 0,0-11 0,0 4 0,0-3 0,7-1 0,5-3 0,4-5 0,1-4 0,1-2 0,-1-2 0,0-4 0,-5-1 0,0-7 0,1 2 0,3-1 0,-1 3 0,-1 0 0,-2 3 0,-1-7 0,-1 12 0,-2 2 0,-8 12 0,0 3 0,0 3 0,7-3 0,5-3 0,-2-4 0,1-8 0,3 0 0,2 7 0,1 3 0</inkml:trace>
  <inkml:trace contextRef="#ctx0" brushRef="#br0" timeOffset="2217">1520 280 11372,'-17'0'0,"-1"0"0,3 2 0,1 2 0,2 1 0,1 3 0,-7-4 0,1 2 0,1 2 0,3-4 0,3 3 0,2 3 0,-3-4 0,5 5 0,2-5 0,10 6 0,3-8 0,9 4 0,-1-3 0,1 1 0,5 2 0,0-4 0,-1 2 0,-3-2 0,-1 3 0,-1 1 0,1 0 0,-1 0 0,1 3 0,-3-3 0,-1 0 0,-3 0 0,-7 5 0,2-1 0,-4 3 0,-4-5 0,-4-2 0,-6-2 0,-3-1 0,-4 3 0,-3-4 0,-3 2 0,-2-2 0,4-2 0,-7-2 0,1 0 0,2 0 0,-6-8 0,6-2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5:11.43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35 786 11365,'0'-12'0,"0"1"0,0-3 0,0 4 0,0-1 0,0-1 0,-2 2 0,-4 5 0,4 10 0,-3 7 0,3 5 0,2 7 0,-6-3 0,0 6 0,2 0 0,2 1 0,2-7 0,2 2 0,2-3 0,2-3 0,6 1 0,-5-3 0,3-3 0,4-6 0,-5-4 0,3-2 0,1 0 0,3 0 0,1-8 0,1-6 0,-1-5 0,1-5 0,-3-5 0,-1 4 0,-4-2 0,-3-4 0,1 4 0,-4 0 0,2-1 0,-2 1 0,-2 6 0,-2-2 0,-8 3 0,-2 3 0</inkml:trace>
  <inkml:trace contextRef="#ctx0" brushRef="#br0" timeOffset="486">402 716 11379,'0'-10'0,"0"5"0,0 10 0,6 5 0,0 8 0,-3-1 0,-1 0 0,-2 1 0,0-1 0,0 1 0,0-1 0,0 1 0,-2-1 0,-3 1 0,1-3 0,-8-3 0,8-6 0,-2-12 0,4-6 0,8-5 0,2-5 0,2-3 0,3-2 0,3 4 0,1-6 0,3 0 0,3 1 0,-2-5 0,8 6 0,1-2 0,-3 0 0,4 10 0,-8-1 0,-2 9 0,-1 3 0,-3 2 0,-1 8 0,-5 6 0,-5 9 0,-4 3 0,-2 9 0,0 2 0,0 2 0,-6-4 0,-1 0 0,-1 0 0,0-2 0,-4 4 0,5-7 0,-1-3 0,0-2 0,2-1 0,-1-1 0,-3 1 0</inkml:trace>
  <inkml:trace contextRef="#ctx0" brushRef="#br0" timeOffset="701">926 559 11379,'0'17'0,"0"1"0,0-1 0,0 1 0,0-7 0,0 1 0,0 2 0,0 1 0,2 3 0,4-1 0,-4 1 0,5-3 0,1-3 0,-6-3 0,4-3 0,4-4 0,-1 6 0</inkml:trace>
  <inkml:trace contextRef="#ctx0" brushRef="#br0" timeOffset="865">996 402 11379,'9'0'0,"7"0"0,-6 0 0</inkml:trace>
  <inkml:trace contextRef="#ctx0" brushRef="#br0" timeOffset="1168">1100 541 11379,'2'18'0,"4"-1"0,-4 1 0,4-1 0,-2 1 0,2-1 0,-4 1 0,5-1 0,-1 1 0,0-1 0,2-5 0,-4-1 0,2 3 0,-3 1 0,1 3 0,2-1 0,-4 1 0,14-8 0,-13-8 0,7-12 0,-2-4 0,-4-5 0,5-4 0,1 1 0,2-3 0,-1-2 0,-1-2 0,4-4 0,-3 2 0,3 2 0,2 5 0,-1-3 0,-1 2 0,-3 4 0,1 1 0,5 3 0</inkml:trace>
  <inkml:trace contextRef="#ctx0" brushRef="#br0" timeOffset="1794">1450 629 11379,'9'2'0,"-3"4"0,4-5 0,-6 7 0,8-6 0,1 4 0,-3-4 0,1 4 0,-1-6 0,4-4 0,-3-2 0,-5-6 0,4 5 0,-2-3 0,-3-2 0,-5-5 0,0 5 0,-1 2 0,-5 3 0,2 1 0,-8 6 0,-1 0 0,-3 0 0,-1 6 0,-1 1 0,1 3 0,-1 4 0,1 1 0,-1 3 0,1-1 0,-1 1 0,7-3 0,1-1 0,2-3 0,4 3 0,-3-4 0,1 1 0,2 3 0,10-4 0,5-1 0,5-1 0,1-2 0,3-6 0,1 0 0,2 0 0,1 0 0,-5 0 0,2 0 0,3 0 0,5 0 0,-6 0 0,-2-2 0,-1-4 0,-3 4 0,1-4 0,-1 4 0,1 2 0,-7 0 0,-1-1 0,-2-5 0,-2 4 0,-14-12 0,-2 6 0,0-1 0,1 3 0,5-6 0,-4 1 0,-2 1 0,5-6 0,-5 5 0,2-7 0,4-5 0,2 9 0,2-3 0,0 1 0,0 1 0,2-3 0,4 1 0,6 0 0,3 5 0,3 2 0,-1 2 0,1 3 0,-1 5 0,1 0 0,7-8 0,2-2 0</inkml:trace>
  <inkml:trace contextRef="#ctx0" brushRef="#br0" timeOffset="2233">2096 507 11379,'-18'0'0,"1"0"0,0 0 0,-1 0 0,1 0 0,-1 0 0,1 0 0,-1 0 0,3 1 0,3 5 0,-2-2 0,9 8 0,1 1 0,2-3 0,4 0 0,4-2 0,-3-1 0,9-3 0,2 2 0,1 6 0,3-5 0,-1 3 0,-1-4 0,-5 6 0,3-1 0,-8 7 0,-8-7 0,-10-1 0,-3-2 0,-5 0 0,-1-5 0,-4 3 0,-3-2 0,7-2 0,-2-2 0,3 0 0,3 0 0,0-8 0,-1-1 0</inkml:trace>
  <inkml:trace contextRef="#ctx0" brushRef="#br0" timeOffset="2501">2253 472 11365,'0'17'0,"0"1"0,0-1 0,0 0 0,0 1 0,0-1 0,0 1 0,0-1 0,0-5 0,0 0 0,0 1 0,0-5 0,8 7 0,2-5 0</inkml:trace>
  <inkml:trace contextRef="#ctx0" brushRef="#br0" timeOffset="2614">2271 314 11365,'-6'-11'0,"0"-1"0,-8 0 0,5-5 0</inkml:trace>
  <inkml:trace contextRef="#ctx0" brushRef="#br0" timeOffset="2984">2585 0 11365,'-8'10'0,"4"5"0,-5-3 0,1 3 0,4 3 0,0 7 0,0 4 0,-2 6 0,2 6 0,3 2 0,-1 5 0,-2-1 0,-2 1 0,0 1 0,6-3 0,0-5 0,0-4 0,0-4 0,0-2 0,0-4 0,0-2 0,0-7 0,2-7 0,4 3 0,-4-6 0,11-2 0,-7-12 0,-2-6 0,-2-3 0,6-11 0,1-1 0</inkml:trace>
  <inkml:trace contextRef="#ctx0" brushRef="#br0" timeOffset="3165">2498 419 11365,'0'12'0,"0"-1"0,0-5 0,2 4 0,3-2 0,-1-2 0,8-6 0,1 0 0,3 0 0,1 0 0,1-2 0,-1-4 0,1 2 0,-1-6 0,1 2 0,-1 5 0,1-5 0,-3 0 0,-1 0 0,-3 1 0,-7 1 0,12-2 0,-6-2 0</inkml:trace>
  <inkml:trace contextRef="#ctx0" brushRef="#br0" timeOffset="3567">2707 437 11365,'-17'17'0,"7"-5"0,2-3 0,2 1 0,1 0 0,-1-4 0,4 5 0,-4 3 0,4 1 0,-4 3 0,6-1 0,6 1 0,-2-8 0,8-5 0,-1-1 0,-1 2 0,5-4 0,-3 4 0,4-4 0,1-8 0,1-2 0,-3-2 0,-3-3 0,3 3 0,-3-1 0,1-3 0,-1-2 0,4-1 0,-7 0 0,1-1 0,-2 1 0,-8-1 0,0 6 0,0 1 0,-2 7 0,-4-2 0,-2 12 0,-5 6 0,1 3 0,6 3 0,-3 1 0,-1 2 0,0 3 0,4 5 0,-3-4 0,-1 2 0,0 4 0,1 4 0,-5 4 0,2 2 0,-1-3 0,3 1 0,-2 0 0,-1 0 0,-3-6 0,5 0 0,-1-10 0,-2 0 0,-1 3 0,-3-13 0,1 3 0,-1-7 0,1-5 0,-6 4 0,-1-2 0,-7 0 0,4-6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5:49.94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245 769 11379,'-11'-6'0,"-1"0"0,6-6 0,-3 5 0,1-3 0,0 6 0,2-4 0,-5 1 0,1 5 0,-2-4 0,-1 4 0,-3 2 0,-1 2 0,-1 4 0,1 3 0,-1 9 0,3-1 0,3 1 0,-1 5 0,7 0 0,2-1 0,2-3 0,2-2 0,2 1 0,4-1 0,3-7 0,9-4 0,-1-4 0,1-2 0,-1-8 0,3-4 0,1-1 0,2 1 0,1-3 0,-7 3 0,0-3 0,1-1 0,-3 2 0,-1 5 0,-2 1 0,-7 2 0,7 6 0,-6 2 0,6 4 0,-7-2 0,7 7 0,0-5 0,5 4 0,1-2 0,-1 5 0,1-3 0</inkml:trace>
  <inkml:trace contextRef="#ctx0" brushRef="#br0" timeOffset="387">647 716 11379,'-17'-7'0,"7"3"0,2-6 0,2 0 0,0 1 0,-5 3 0,3-4 0,0 0 0,1 1 0,-7-1 0,2-2 0,-3 6 0,-3 5 0,7 1 0,-1 0 0,-2 0 0,-1 0 0,-3 7 0,3 5 0,1 3 0,3 3 0,5 5 0,-4 0 0,2 1 0,5 1 0,1-6 0,4 5 0,3-5 0,5-3 0,8-5 0,-1-5 0,0-4 0,7-4 0,-1-4 0,0-5 0,3-5 0,-7-7 0,4-2 0,-5-3 0,-7-3 0,5-2 0,-6-2 0,-1-1 0,-3-5 0,-4 2 0,-2-8 0,0-3 0,0-6 0,-8 1 0,-3-3 0,-5 4 0,-1 1 0,-1 1 0,1 0 0,-1-1 0</inkml:trace>
  <inkml:trace contextRef="#ctx0" brushRef="#br0" timeOffset="1050">717 629 11380,'10'2'0,"-5"4"0,-1-2 0,0 7 0,2 3 0,6 1 0,-5 1 0,3-4 0,-4 1 0,4-5 0,-3 2 0,5-5 0,-4 5 0,2-2 0,1-2 0,7-6 0,-3-2 0,-1-2 0,-5-4 0,-1-2 0,6 1 0,-5-5 0,3 2 0,0-1 0,-6 3 0,5-1 0,3-3 0,-4 6 0,1 2 0,-5 4 0,6 2 0,-7 0 0,7 0 0,0 6 0,5 0 0,1-2 0,-7-2 0,-1 0 0,0 2 0,-1 2 0,3-1 0,6-5 0,-1 0 0,0 0 0,-1-2 0,-2-1 0,-3-3 0,-5 0 0,4 4 0,-3-4 0,7 4 0,-12-6 0,8 8 0,-4 0 0,-5 8 0,5 4 0,-4 3 0,0 1 0,4-4 0,-2 1 0,8-7 0,1-2 0,3 6 0,1-1 0</inkml:trace>
  <inkml:trace contextRef="#ctx0" brushRef="#br0" timeOffset="1252">1520 594 11380,'0'18'0,"0"-1"0,0 0 0,0 1 0,0-6 0,0-1 0,0 3 0,0-5 0,2 1 0,4 0 0,6 0 0,-3-7 0,1 5 0,0-2 0,-1 0 0,-3 0 0,6-6 0,0 0 0,5 0 0</inkml:trace>
  <inkml:trace contextRef="#ctx0" brushRef="#br0" timeOffset="1400">1520 419 11380,'-17'0'0,"1"2"0,5 4 0,-5-4 0,6 6 0</inkml:trace>
  <inkml:trace contextRef="#ctx0" brushRef="#br0" timeOffset="1720">1712 559 11380,'0'18'0,"2"-1"0,2 1 0,2-1 0,0 0 0,-4 1 0,4-1 0,-4 1 0,3-1 0,-3 1 0,-2-7 0,0 1 0,0 2 0,0-7 0,0-1 0,0-12 0,0-5 0,0-5 0,2-1 0,2-3 0,4-1 0,2-2 0,-5-6 0,5 5 0,0 1 0,0-2 0,1 5 0,7-3 0,-1 4 0,1 1 0,-1 7 0,0 1 0,3 2 0,3 4 0,-3 2 0,3 4 0,-4 4 0,-1 6 0,-1 3 0,1 5 0,-3 1 0,-3 2 0,3 3 0,-5-5 0,2 2 0,-1-1 0,-7-3 0,2-2 0,4 9 0,-1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5:48.71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210 769 11437,'-10'-8'0,"1"6"0,5-6 0,-4 3 0,-2-1 0,4-6 0,-5 6 0,-1-5 0,-5 5 0,-1 2 0,7 2 0,-1 4 0,-2 4 0,1 3 0,-1 11 0,4 1 0,3 2 0,1 1 0,4-7 0,-2 1 0,-2-1 0,0 1 0,6-1 0,2-1 0,4-5 0,4 3 0,7-8 0,1-2 0,1-10 0,3-6 0,1-5 0,-2-7 0,-1 3 0,-1-8 0,0-2 0,-1-2 0,3-8 0,-9-2 0,3-1 0,3-5 0,-3-1 0,-3-3 0,-6-1 0,-4-4 0,-2 4 0,0-5 0,-2 7 0,-4 5 0,2 5 0,-7 9 0,-3 4 0,-9-4 0,-5 5 0</inkml:trace>
  <inkml:trace contextRef="#ctx0" brushRef="#br0" timeOffset="544">385 734 11423,'0'10'0,"0"5"0,7-13 0,5 4 0,4-4 0,-5-8 0,1-2 0,1-1 0,-3 3 0,2-6 0,1-1 0,-5 3 0,-2-2 0,-4-1 0,-4-1 0,-4 2 0,-4 5 0,-7 7 0,0 0 0,-1 0 0,-5 7 0,-1 7 0,1 5 0,-2 5 0,6 5 0,-3-4 0,7 2 0,3 4 0,8-4 0,-2 1 0,4-3 0,2-4 0,10-2 0,8-3 0,9-4 0,6-7 0,4-3 0,1-2 0,5-2 0,2-3 0,-6-5 0,19-8 0,-4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5:59.14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18 158 11462,'-9'8'0,"3"3"0,4 5 0,2 1 0,0 1 0,0-1 0,0 3 0,2 1 0,2 2 0,2-2 0,7-1 0,-1-5 0,1-1 0,-1-2 0,4-8 0,-5 1 0,5-3 0,1-2 0,1 0 0,-3-2 0,-1-2 0,-3-1 0,1-9 0,4 0 0,-3-5 0,-1-4 0,-6 0 0,3 3 0,-1-1 0,-4-3 0,-2-1 0,-2 4 0,0-2 0,0-1 0,0 7 0,0-1 0</inkml:trace>
  <inkml:trace contextRef="#ctx0" brushRef="#br0" timeOffset="421">577 123 11462,'-11'-6'0,"-1"0"0,6 0 0,-5 6 0,-3 0 0,-2 0 0,-1 0 0,0 0 0,5 0 0,0 0 0,-1 0 0,-1 8 0,2 4 0,-1-2 0,7 1 0,2 3 0,4 1 0,6 3 0,6-1 0,3-5 0,3-1 0,-1 3 0,1 0 0,-1-1 0,0-3 0,1-2 0,-6 5 0,-3-1 0,-1 3 0,4 3 0,-7-1 0,-1 1 0,-8-7 0,-3 1 0,-3 0 0,-4-3 0,-1 5 0,-3-8 0,1-2 0,0-2 0,-7-2 0,1 0 0,2 0 0,1 0 0,3-8 0,1-4 0,5-3 0,-5-10 0,6-3 0</inkml:trace>
  <inkml:trace contextRef="#ctx0" brushRef="#br0" timeOffset="770">752 158 11462,'-2'11'0,"-2"1"0,-2 2 0,0-5 0,5 3 0,-5 2 0,4 1 0,-4 3 0,4-1 0,2 1 0,0-7 0,2 1 0,4 1 0,3 1 0,7 0 0,-2-5 0,-3-1 0,1-2 0,5-6 0,1 0 0,-7 0 0,1-2 0,2-4 0,-7-4 0,-1-7 0,-2-1 0,2 1 0,-4 0 0,4-1 0,-4 1 0,-2-1 0,0 1 0,0-1 0,0 1 0,0-1 0,0 1 0</inkml:trace>
  <inkml:trace contextRef="#ctx0" brushRef="#br0" timeOffset="1236">1206 315 11462,'0'-12'0,"0"1"0,0-1 0,0-5 0,0-1 0,0 1 0,0-1 0,-2 3 0,-4 1 0,-3 2 0,-1-1 0,-6-1 0,5 1 0,-5 1 0,-1 8 0,-1-2 0,1 4 0,-1 2 0,1 2 0,1 4 0,3 6 0,1 3 0,6 9 0,-3 1 0,1 0 0,4 0 0,2-1 0,2-7 0,0 1 0,0-1 0,2-5 0,4-3 0,5-1 0,5-2 0,1-6 0,1 0 0,-1 0 0,1-6 0,-1-2 0,1 1 0,-1-1 0,1-6 0,-1 3 0,1 3 0,-1 2 0,-5 4 0,-1 2 0,-7 2 0,2 4 0,-4 4 0,-2 7 0,2-2 0,2-1 0,2-2 0,7-8 0,-3 3 0</inkml:trace>
  <inkml:trace contextRef="#ctx0" brushRef="#br0" timeOffset="1604">1381 123 11462,'0'17'0,"0"1"0,0-1 0,0 1 0,0-7 0,0 1 0,0 2 0,0 1 0,2 1 0,1-3 0,3-1 0,6 0 0,-4 5 0,1 0 0,-5-5 0,4-2 0,0-2 0,-6 5 0,6-11 0,-16-2 0,-2-12 0,0-3 0,1-5 0,5-1 0,-2-4 0,2-2 0,2 3 0,2-5 0,0 0 0,0 2 0,2-4 0,2 8 0,4 1 0,1 3 0,3 2 0,6 1 0,1 4 0,4 7 0,-3 3 0,5 2 0,-2 2 0,0 3 0,1 5 0,-7 8 0,8-1 0,3 0 0</inkml:trace>
  <inkml:trace contextRef="#ctx0" brushRef="#br0" timeOffset="1835">1747 228 11462,'-9'2'0,"1"1"0,0 3 0,6 8 0,-4-2 0,-1-3 0,1 3 0,2 1 0,2-3 0,4 0 0,4-2 0,-2 5 0,7-1 0,1-4 0,5-3 0,1 5 0,-1 0 0</inkml:trace>
  <inkml:trace contextRef="#ctx0" brushRef="#br0" timeOffset="1950">1852 36 11462,'-17'0'0,"5"0"0,0 0 0,-1 0 0,5 0 0,-7 7 0,5 3 0</inkml:trace>
  <inkml:trace contextRef="#ctx0" brushRef="#br0" timeOffset="2303">2044 228 11462,'10'2'0,"-2"1"-1,0 3 0,-5 0-4,9-6 1,-8-2 1,2-4 1,-4 2 0,-2-7 1,0-3 0,0 5 1,-2-1-1,-2 0 1,-2 0 0,-8 7 0,3-5 0,-5 0 0,-1 6 0,-1-2 0,1 8 0,5 0 0,1 8 0,-3 1 0,6 3 0,2 1 0,5 1 0,1-1 0,0 1 0,1-3 0,3-1 0,2-3 0,8-5 0,-3 4 0,5-2 0,1-5 0,1-1 0,-1-2 0,1 0 0,-3-2 0,-1-3 0,-2-7 0,-9-3 0,3-3 0,-4-7 0,-2-2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5:58.05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18 106 11459,'0'17'0,"-6"-5"0,0-1 0,2 3 0,2-4 0,2 1 0,0 3 0,0 2 0,0 1 0,0 0 0,0-5 0,0 0 0,2-1 0,4-1 0,-2 4 0,7-7 0,3 1 0,2 0 0,1-2 0,1-6 0,-1 0 0,-1-2 0,-3-4 0,-1-6 0,1-3 0,-3-3 0,0 1 0,-3-3 0,-3-3 0,4 4 0,-2-4 0,-2 3 0,-2 3 0,-2-1 0,0 1 0,0-1 0,0 1 0</inkml:trace>
  <inkml:trace contextRef="#ctx0" brushRef="#br0" timeOffset="385">315 106 11459,'0'11'0,"0"1"0,0 0 0,0 5 0,0 1 0,0-7 0,0 1 0,0 1 0,0 3 0,0 1 0,-2 1 0,-4-1 0,4 1 0,-4-1 0,4-5 0,2 0 0,0-10 0,0-2 0,0-8 0,0-10 0,2 1 0,4-1 0,-4-5 0,6-2 0,-1 0 0,5-1 0,-2-3 0,1 4 0,3 0 0,1 0 0,-3 3 0,0 9 0,1 1 0,3-2 0,1 7 0,1 1 0,-1 4 0,-7 10 0,-2 3 0,-3 7 0,1 5 0,0 2 0,-6 6 0,0-3 0,0-3 0,0 4 0,0-6 0,2-2 0,4-1 0,-4-3 0,6-1 0,-1-4 0,3-5 0,8-7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5:54.94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577 105 11536,'0'-17'0,"0"5"0,0 0 0,0 7 0,-2-7 0,-4-2 0,2 7 0,-5-1 0,1 0 0,0 6 0,2-4 0,-5 4 0,-5 2 0,-1 0 0,-3 0 0,-1 2 0,-2 4 0,-8 4 0,1 7 0,-3 1 0,-1-1 0,-1 1 0,2 1 0,2 2 0,1 3 0,3 7 0,-2-4 0,4 2 0,0 0 0,7 0 0,-1 6 0,7 0 0,4 0 0,3-6 0,5 0 0,0 2 0,0 2 0,9-6 0,7-3 0,5-5 0,1-1 0,5-1 0,2-1 0,4-5 0,2-5 0,0-4 0,0-2 0,0 0 0,-1 0 0,1 0 0,0 0 0</inkml:trace>
  <inkml:trace contextRef="#ctx0" brushRef="#br0" timeOffset="417">577 419 11462,'0'18'0,"0"-1"0,0-5 0,2-2 0,2-1 0,2 1 0,1-4 0,-1 6 0,-2-1 0,8 7 0,-8-1 0,1 1 0,-3-9 0,-4-1 0,-3-8 0,-3-8 0,-4-3 0,4-5 0,1-1 0,5-1 0,-4 1 0,4-1 0,2 1 0,2-3 0,2-1 0,4-2 0,1 1 0,3 3 0,5 4 0,1 1 0,-1 2 0,1 3 0,-1-5 0,3 4 0,3 3 0,-4 1 0,7 6 0</inkml:trace>
  <inkml:trace contextRef="#ctx0" brushRef="#br0" timeOffset="785">926 472 11462,'2'10'0,"4"-5"0,-2-3 0,8-2 0,1 0 0,-3-2 0,1-3 0,3-7 0,2-4 0,-1-1 0,-3-1 0,-3 7 0,-5-1 0,2-1 0,0 3 0,-8-2 0,-4-1 0,-4 5 0,-7 2 0,0 4 0,-1 2 0,1 2 0,-1 4 0,1 6 0,-1 3 0,1 3 0,1-1 0,3 0 0,1 1 0,2 5 0,-1 0 0,5 1 0,4 1 0,2-6 0,0 5 0,0-5 0,0-1 0,8-7 0,3-1 0,7-2 0,5-4 0,-2-3 0,9-1 0,1-1 0,2-5 0,-4 2 0,0-8 0,2-1 0,2-11 0,2-3 0</inkml:trace>
  <inkml:trace contextRef="#ctx0" brushRef="#br0" timeOffset="1184">1276 402 11462,'-12'0'0,"0"0"0,-1 0 0,5-2 0,0-2 0,0-2 0,-1 1 0,-9 5 0,1 0 0,-1 0 0,1 0 0,5 7 0,2 5 0,3 3 0,-5 3 0,6-1 0,2 1 0,2-1 0,2-5 0,0 0 0,0 1 0,2-3 0,4 0 0,6-3 0,3-1 0,3-6 0,-1-2 0,1-4 0,-7 3 0,1-9 0,2-2 0,1-1 0,3-3 0,-1 1 0,1-1 0,-7 3 0,-1 1 0,-2 3 0,-1 1 0,-1-2 0,-4 6 0,4 12 0,-4 4 0,-2 7 0,0 1 0,0-1 0,0 1 0,0-1 0,0 1 0,0-1 0,2-1 0,4-5 0,5-5 0,5-4 0,1-2 0,1 0 0,-1 0 0</inkml:trace>
  <inkml:trace contextRef="#ctx0" brushRef="#br0" timeOffset="1732">1520 367 11462,'-8'18'0,"6"-7"0,-3 1 0,-3-1 0,2 7 0,0-1 0,6 1 0,6-1 0,2 1 0,1-1 0,-3-5 0,6-2 0,1-3 0,-3-1 0,0-4 0,0 2 0,-1 2 0,-3 0 0,6-8 0,1-4 0,1 2 0,-1-6 0,-1 1 0,2-1 0,-5-2 0,1-5 0,0-1 0,-1 1 0,-3 5 0,6 1 0,2-3 0,-7 4 0,1 1 0,0 1 0,-6 2 0,7 6 0,-3 0 0,-2 6 0,6 2 0,-2 1 0,-1-5 0,-3 4 0,2 0 0,8-6 0,-3 3 0,5-3 0,1-4 0,1-3 0,-7 1 0,1-6 0,0 0 0,-3 1 0,5-3 0,-6-4 0,0 3 0,-1 1 0,7 1 0,-4-7 0,-1 10 0,-3 8 0,-4 10 0,-2 6 0,0 1 0,0 1 0,0-7 0,2 1 0,4 1 0,-2 1 0,7 0 0,3-3 0,1-7 0,11 12 0,1-7 0</inkml:trace>
  <inkml:trace contextRef="#ctx0" brushRef="#br0" timeOffset="2048">2358 402 11462,'-7'-17'0,"-3"-1"0,-8 1 0,1-1 0,5 6 0,1 3 0,-1-1 0,2 0 0,-5 6 0,3-1 0,-3 3 0,-3 2 0,3 2 0,1 3 0,2 7 0,7 4 0,-5 1 0,2 1 0,4-1 0,2 1 0,2-1 0,0 0 0,8 1 0,4-3 0,3-3 0,3-4 0,-1-8 0,1 0 0,-1 0 0,-5-2 0,-1-2 0,1-4 0,-2-1 0,-1 3 0,-5-6 0,2-2 0,-2-1 0,-2 3 0,-2 1 0,0-3 0,0-1 0,0-3 0</inkml:trace>
  <inkml:trace contextRef="#ctx0" brushRef="#br0" timeOffset="2435">2550 297 11462,'10'-8'0,"6"6"0,-16-13 0,0 3 0,-8 5 0,-10 1 0,1 4 0,-1 2 0,1 0 0,0 0 0,-1 0 0,1 0 0,-1 0 0,1 0 0,7 2 0,2 2 0,2 3 0,1 3 0,-1 2 0,6 5 0,0 1 0,6-7 0,1-1 0,3 0 0,4-1 0,1-5 0,5 4 0,1-2 0,2 0 0,0 5 0,-3-5 0,1 0 0,3 2 0,-1-6 0,-8 5 0,-1-1 0,-2 0 0,-9 2 0,3-2 0,-6 1 0,-6 7 0,-5-2 0,-7-8 0,-3 3 0,-4-1 0,-2 0 0,3 0 0,-5-6 0,0 0 0,-6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09.82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35 11753,'-10'-11'0,"2"1"0,1 2 0,5 2 0,-6 14 0,8 4 0,0 3 0,0 3 0,0 5 0,0 0 0,0-1 0,0-3 0,6-1 0,1-3 0,1-1 0,0-3 0,4-5 0,-5 4 0,3-2 0,2-2 0,5-6 0,1 0 0,-1-2 0,-1-4 0,-3-6 0,-1-3 0,-6-3 0,5 1 0,1-1 0,-2 1 0,-1-1 0,-5 1 0,2-1 0,-2 1 0,4-1 0,-3 1 0,1 7 0,-12 4 0,1 12 0,1 6 0,2 3 0,0 3 0,-2 1 0,-2 3 0,2 1 0,2 8 0,2-2 0,0 2 0,0-2 0,-2 4 0,-1-4 0,-3 2 0,2-2 0,2 4 0,0-5 0,-2-1 0,-2-4 0,-5-4 0,3-1 0,0-1 0,0 1 0,-5-3 0,1-3 0,-3-6 0,-3-4 0,1-2 0,1-8 0,3-6 0,1-7 0,0 2 0,-5-7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0.37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193 88 11838,'-2'-16'0,"-2"3"0,-2 1 0,-1 6 0,1-5 0,-6-3 0,3 6 0,-3 2 0,-2 5 0,-1 1 0,-3 1 0,1 5 0,1 4 0,3 9 0,1 3 0,-1 1 0,5 2 0,2-3 0,4 1 0,2-2 0,0-7 0,0-3 0,0 3 0,8-6 0,3-2 0,5-4 0,1-2 0,1 0 0,-1-2 0,1-2 0,-1-2 0,1-8 0,-1 3 0,1-5 0,-9 5 0,-1 1 0,-2 0 0,0 0 0,0 7 0,-6-3 0,0 12 0,0 3 0,0 9 0,0-1 0,0-5 0,0-1 0,0 3 0,1 0 0,3-1 0,2-1 0,8-8 0,-5 4 0,9-8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0.74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155 53 11838,'-9'-8'0,"-7"4"0,5-7 0,-5 1 0,-1-2 0,-1 5 0,1 7 0,-1 0 0,3 7 0,3 5 0,6-2 0,10 1 0,4 1 0,2-2 0,1 3 0,5-5 0,-3 0 0,-1 0 0,0 3 0,5-3 0,1 2 0,-1 3 0,-5 1 0,-1 0 0,3-3 0,1 3 0,-3-1 0,-2 1 0,-3-2 0,-3 1 0,4 3 0,-2 1 0,-2 1 0,-2-1 0,-4-5 0,-4-1 0,-6 3 0,-3-1 0,-5-1 0,-1-6 0,-2-4 0,0-2 0,5 0 0,3-2 0,3-4 0,-4-2 0,5-3 0,-5-13 0,-1 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1.02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0 11767,'0'12'0,"-2"-3"0,-3-1 0,3 6 0,-4-3 0,4 5 0,2 1 0,0 1 0,0-1 0,0 1 0,0-1 0,0 1 0,0-1 0,0 1 0,0-7 0,2 1 0,4 2 0,3-7 0,9 1 0,-1-8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1.15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53 18 11767,'-18'0'0,"7"0"0,-1 0 0,8-7 0,-4-3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1.71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158 156 11767,'9'0'0,"-1"0"0,-6 0 0,2-2 0,2-4 0,0-4 0,-6-7 0,0-1 0,-2 1 0,-4-1 0,-6 1 0,3 1 0,-3 3 0,-2 1 0,-1 8 0,-3-1 0,3 5 0,3 5 0,-3-1 0,3 8 0,-2 3 0,3 7 0,1-3 0,6 4 0,-2-3 0,2-3 0,3 1 0,2-3 0,5-3 0,4 2 0,7-9 0,1-1 0,-1-2 0,1-4 0,-1-4 0,-1 3 0,-3-7 0,-1 0 0,2 0 0,-5 5 0,3-5 0,2 2 0,-5 2 0,3 6 0,-2 2 0,3 4 0,-1 6 0,-8 3 0,3 3 0,-1-1 0,0 1 0,0 5 0,-4 2 0,2 0 0,2 1 0,-1 3 0,-5-4 0,0 0 0,0 0 0,0 5 0,-2-7 0,-1-2 0,-3-1 0,-8-3 0,3-1 0,-5-3 0,-1-1 0,-1-6 0,-1 3 0,-3-1 0,-1-4 0,-2-2 0,3-4 0,-1-4 0,2-6 0,-6-3 0,0-3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2.54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53 11862,'12'0'0,"-2"2"0,-3 4 0,1-4 0,-2 4 0,-2-3 0,6 3 0,-3 6 0,5-2 0,-4 1 0,1 3 0,-5 1 0,2 3 0,-4-1 0,4 1 0,0-1 0,-1 1 0,-5-1 0,0-7 0,0-2 0,0-22 0,0-3 0,2-5 0,2 5 0,4-1 0,2 1 0,-4-1 0,5 1 0,1-1 0,-2 1 0,5 0 0,-3-1 0,3 3 0,3 3 0,-7-2 0,1 9 0,2 1 0,1 2 0,-3 2 0,-1 0 0,3 0 0,0 7 0,-1 5 0,-3 4 0,-2 1 0,-1 1 0,-3-1 0,2 0 0,-2 1 0,-2-1 0,-2 1 0,2-1 0,4 1 0,-4-1 0,5 1 0,-7-1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3.02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210 106 11862,'-8'-10'0,"6"-6"0,-4 5 0,4 1 0,0 0 0,-2 1 0,-1-1 0,-7 4 0,4-4 0,-1 3 0,-3 1 0,-6 6 0,1 0 0,5 2 0,1 4 0,-3 5 0,-1 5 0,3 1 0,2 1 0,2 1 0,5 4 0,-1-3 0,0 3 0,-2-4 0,2-1 0,2-6 0,4-3 0,4 1 0,6 0 0,-3-7 0,3 3 0,1-4 0,3-2 0,1-2 0,1-2 0,-1-1 0,-5-7 0,0 4 0,1-1 0,-3 5 0,2-2 0,-7 4 0,7 2 0,-8 2 0,2 4 0,3 1 0,1 7 0,0-2 0,0-9 0,-5 3 0,5 4 0,8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3.57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53 0 11862,'-11'2'0,"-1"4"0,6 2 0,-4 5 0,3-1 0,1 0 0,6 5 0,0 1 0,0-1 0,0 1 0,0-1 0,0 0 0,2 1 0,4-1 0,3-1 0,9-4 0,-1-7 0,-5-3 0,-1-2 0,3 0 0,2 0 0,-5 0 0,-1-2 0,0-1 0,-1-3 0,3-8 0,3 2 0,-3-3 0,2 3 0,-8 1 0,-1-1 0,3 2 0,-6-5 0,6 5 0,0 0 0,-7 1 0,5 3 0,-2 4 0,2-4 0,-4 6 0,4 6 0,-2-2 0,1 7 0,3-5 0,6 4 0,-3-2 0,1-2 0,6-6 0,-1 0 0,-5 0 0,-1 0 0,3 0 0,1-2 0,3-4 0,-1-6 0,-5 2 0,-2-1 0,-1-1 0,1 2 0,-6-5 0,2 3 0,-4 5 0,-2 7 0,0 11 0,0 5 0,0 1 0,-2 1 0,-2-1 0,-2 1 0,0-1 0,6 0 0,0 1 0,6-6 0,2-3 0,2-1 0,1-2 0,7-6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3.89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210 158 11862,'10'-12'0,"-4"1"0,-4-1 0,-2-5 0,0-1 0,0 1 0,0-1 0,0 7 0,-2 1 0,-2 0 0,-2 1 0,-8 5 0,3-2 0,-5 4 0,-1 2 0,-1 0 0,1 0 0,-1 2 0,1 4 0,-1 3 0,3 9 0,1 1 0,3 5 0,1-5 0,-2 4 0,6-3 0,5-3 0,1 1 0,0-1 0,1-1 0,5-5 0,2-1 0,8-6 0,-1 2 0,5-3 0,1-1 0,-2-2 0,3-2 0,1-3 0,0-3 0,-5-6 0,-1 3 0,1-3 0,-9 4 0,-1-1 0,-2-3 0,0-1 0,0-3 0,-6 1 0,0-1 0,0 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4.32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175 105 11851,'8'-17'0,"-6"5"0,4 0 0,-4 1 0,-2-7 0,0 7 0,-2 1 0,-4 2 0,-4 2 0,-7 6 0,-1 0 0,1 0 0,-1 0 0,1 0 0,-1 0 0,1 6 0,-1 2 0,1 2 0,7-4 0,4 5 0,5 1 0,2 3 0,5-3 0,4-2 0,7-6 0,1 1 0,-1-1 0,7 4 0,-1 0 0,0 0 0,2-1 0,-5 1 0,3-4 0,-3 4 0,-3 1 0,0-3 0,1 4 0,-1-2 0,-7 5 0,-4-1 0,-4-2 0,-4-1 0,-4-1 0,-6-4 0,-5 4 0,-4-2 0,-3-3 0,3-1 0,-4-2 0,2 0 0,-1 0 0,-1 0 0,6 0 0,-7-7 0,9-3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4.90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63 11730,'0'-18'0,"0"1"0,0 0 0,0 7 0,-6 10 0,0 11 0,2 5 0,2 1 0,2 9 0,0 1 0,0 2 0,0 0 0,0-8 0,0 5 0,2-3 0,4 0 0,-4 0 0,6-7 0,0-2 0,3-3 0,5-7 0,1 2 0,1-4 0,-1-2 0,1-2 0,-1-4 0,0-6 0,-5-5 0,0-4 0,-1-3 0,-1 3 0,-2-4 0,-6 2 0,2 1 0,2 3 0,-1 1 0,-5 1 0,0-1 0,0 1 0,0-1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5.35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1 11730,'0'17'0,"0"1"0,0-1 0,0 1 0,0-1 0,0 1 0,0-1 0,0 1 0,0-1 0,-2 1 0,-4-1 0,4-5 0,-3-1 0,3 3 0,2-4 0,0 1 0,-8-7 0,6 2 0,-4-12 0,4-5 0,8-7 0,2-3 0,-1-3 0,1 3 0,4 2 0,-4 1 0,-1 1 0,1-1 0,6 3 0,-5 1 0,3 4 0,0 3 0,-6-5 0,5 6 0,3 2 0,-6 4 0,-1 4 0,1 2 0,-6 8 0,6-5 0,-2 5 0,-1 3 0,1-9 0,-4 10 0,2-3 0,2 1 0,0 3 0,-6 2 0,0 3 0,0-3 0,0-2 0,7-1 0,3-1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5.84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0 11651,'-2'12'0,"-4"0"0,4-1 0,-4 7 0,4-1 0,0 1 0,-2-1 0,-1 1 0,1-1 0,2 0 0,2 1 0,0-1 0,0 1 0,0-1 0,2-1 0,3-5 0,-1-3 0,8-8 0,0 0 0,5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5.99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0 11651,'-18'0'0,"8"0"0,3 0 0,7 8 0,0 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6.39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157 822 11651,'18'0'0,"-6"0"0,-1 0 0,-1-8 0,2-4 0,-7-3 0,-3-3 0,-2 1 0,0-1 0,-7 1 0,-5-1 0,-4 1 0,-1 7 0,-3 4 0,-3 4 0,10 10 0,-5 4 0,3 3 0,-1 3 0,-1 1 0,1 3 0,3 1 0,1-2 0,8 0 0,-2 1 0,4 1 0,2-2 0,0-7 0,2-4 0,4-1 0,6 1 0,3-6 0,3 2 0,1-4 0,4-2 0,-3-2 0,3-4 0,-4-6 0,-1-3 0,5-8 0,0-3 0,-1-3 0,-3-8 0,-1 1 0,-1-9 0,1 0 0,-1 1 0,-1-3 0,-5-5 0,-5-3 0,-4-3 0,-2 4 0,0-6 0,-2 1 0,-4 1 0,-3 6 0,-9 9 0,1 6 0,-1 6 0,1 14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7.12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156 191 11582,'17'-10'0,"-1"3"0,-5-1 0,5 4 0,-4-6 0,3 3 0,-3-5 0,-3 4 0,-1-2 0,-2 5 0,-6-7 0,0-2 0,-2 7 0,-4 1 0,-5 4 0,-5 2 0,-1 0 0,-1 0 0,-1 0 0,-5 0 0,5 8 0,-4 3 0,1 5 0,-1 1 0,6 1 0,-3-1 0,9 1 0,3-1 0,-4 1 0,6-1 0,3 1 0,3-3 0,5-1 0,7-5 0,4-1 0,1-2 0,0-4 0,3 2 0,3 2 0,-1-1 0,5-5 0,0 0 0,0 0 0,-4 0 0,4 0 0,-1 0 0,-5 0 0,-2-2 0,-1-1 0,-1-3 0,-7 0 0,-2 6 0,-16-2 0,-4-4 0,-3 2 0,-3-7 0,3 5 0,1-4 0,5 0 0,1 1 0,2 3 0,6-6 0,0-1 0,0 3 0,0-2 0,2-1 0,4-3 0,-2-1 0,7 1 0,3 1 0,1-3 0,5 10 0,1-9 0,2 2 0,-1-1 0,3 4 0,-2 3 0,-1 1 0,-3 4 0,-1 4 0,-3 6 0,-3 5 0,1 5 0,-7 3 0,-2 3 0,-2 1 0,-2 2 0,0-3 0,0 1 0,0-2 0,0-1 0,0-3 0,0 1 0,0-1 0,0-7 0,0 5 0,0-5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7.67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33 11565,'0'-17'0,"-2"7"0,-4 4 0,4 6 1,-4 8-1,5 10 2,1 9 0,0 8 1,0 6-1,0 5-2,0 5 1,0 1 0,0 0 0,0 1-1,0-1 0,0 1 0,0-3 0,0-2 0,0-1 0,0-10 0,0 0 0,0-8 0,0-4 0,0-2 0,0-5 0,0-8 0,-8-10 0,-2-10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7.99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71 11578,'6'-12'0,"0"0"0,7 8 0,-1-1 0,2 1 0,-1 0 0,-1-2 0,0 0 0,5 6 0,0 0 0,1 0 0,-1-6 0,1 1 0,-1 1 0,1 2 0,-1 2 0,1 0 0,-1 0 0,1 0 0,-1 0 0,1 0 0,-1 0 0,-5 0 0,-3 2 0,-1 3 0,-4 7 0,-2-2 0,-2 1 0,0 3 0,0 2 0,0 1 0,0 2 0,0 3 0,0 1 0,0 0 0,0-5 0,0-1 0,0 1 0,0-1 0,0 1 0,0-1 0,0 1 0,0-9 0,0-1 0,0-8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8.19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18 11578,'-10'0'0,"-3"-2"0,7-4 0,0 4 0,14-5 0,1 7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8.72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88 714 11578,'0'12'0,"0"0"0,0-8 0,0 5 0,2-5 0,4 2 0,4 0 0,7-6 0,0-6 0,-1-2 0,-2-2 0,-3-3 0,1-3 0,5-1 0,1-1 0,-1 1 0,-5-6 0,0-3 0,-1-1 0,-1-4 0,3-4 0,-7-3 0,-2-5 0,-2-2 0,-2-1 0,0-5 0,0 3 0,0 1 0,-2 2 0,-4-1 0,-3 7 0,-1 8 0,-6 8 0,5 11 0,1 6 0,0 12 0,3 6 0,3 3 0,-4 10 0,2 5 0,2 3 0,2 2 0,-4 5 0,1 3 0,1 4 0,2 7 0,2 4 0,0 8 0,-2-2 0,-4 2 0,4 2 0,-4 2 0,2 0 0,-1 0 0,1-3 0,-8-3 0,0-5 0,3-5 0,-7 4 0,7-1 0,-3-7 0,0-7 0,3-12 0,-5-4 0,2-2 0,1-9 0,-7-9 0,1-7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8.99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1 11520,'0'17'0,"-2"-1"0,-2-3 0,-2-1 0,2 2 0,2-5 0,2 3 0,0 2 0,2 1 0,4 3 0,-2-9 0,8-3 0,-1 4 0,7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9.12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53 1 11520,'-11'0'0,"1"2"0,2 4 0,2-4 0,-1 13 0,-3-5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19.82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157 88 11520,'0'-17'0,"0"5"0,0 0 0,0 1 0,-8 1 0,-3 4 0,-5 4 0,5 4 0,-1 4 0,0 6 0,3 3 0,-7 3 0,6-1 0,-1 1 0,-1-1 0,6 6 0,-3 1 0,1-1 0,4 2 0,2-6 0,2 5 0,0-5 0,0-1 0,2-1 0,4-1 0,5-5 0,5-3 0,1-8 0,3 0 0,3 0 0,-2 0 0,7 0 0,-3-2 0,-4-4 0,4-3 0,-1-7 0,-1 2 0,2 3 0,-11-1 0,3-3 0,-1 1 0,-1 2 0,1 1 0,-3-5 0,-3 3 0,-2 1 0,0 0 0,-4-5 0,1-1 0,1 1 0,-6 0 0,0-1 0,0 6 0,0 1 0,0-3 0,-2 1 0,-4 1 0,3-2 0,-9 9 0,-2 1 0,5 2 0,-3 4 0,-2 3 0,-1 5 0,-3 6 0,3-3 0,3-1 0,-3 0 0,5 5 0,-2 1 0,1-1 0,5 0 0,-4 1 0,2-1 0,3 1 0,5-1 0,2-1 0,3-5 0,5-3 0,8-8 0,-1 0 0,0-2 0,1-2 0,-1-1 0,1-7 0,-1 6 0,1 0 0,-1-1 0,-5 5 0,0-4 0,1 4 0,-3 2 0,1 0 0,-5 0 0,4 2 0,-2 4 0,0-4 0,-3 3 0,-1 3 0,8-2 0,-8 0 0,3-6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20.29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296 646 11520,'-2'-17'0,"-2"0"0,-2-1 0,-2 1 0,4-1 0,-1 1 0,-1-1 0,4 3 0,-2 1 0,-2 2 0,-2 3 0,4-5 0,-3 4 0,-3 3 0,4 1 0,-5 6 0,-3 0 0,-2 0 0,-1 4 0,0 5 0,-1 9 0,1 5 0,-1 0 0,3 7 0,3 3 0,-4-4 0,7-2 0,-1 0 0,4 0 0,-2-5 0,3 1 0,1-4 0,10-3 0,7-5 0,9-5 0,-3-12 0,6-5 0,-2-7 0,1-5 0,5 2 0,-6-8 0,0-1 0,3 3 0,-13-6 0,5 2 0,-5-6 0,-3-3 0,4-1 0,-9 4 0,-1-4 0,-2-5 0,-8-5 0,-1 1 0,-3 1 0,-4 3 0,7 7 0,-17-4 0,5 8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20.77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227 141 11548,'0'-12'0,"0"0"0,-5 6 0,-1-5 0,2-3 0,2 4 0,2-1 0,-2 1 0,-2-3 0,-2 1 0,-5 6 0,3-4 0,-2 3 0,-2 1 0,-5 6 0,0 0 0,-1 2 0,1 4 0,1 5 0,4 5 0,-3 1 0,5 1 0,1-1 0,3 1 0,-2-7 0,2 1 0,2 1 0,2 3 0,4 1 0,4 1 0,4-8 0,7-5 0,1-3 0,-1-2 0,3 0 0,1 0 0,2-2 0,-1-3 0,-3 1 0,-4-8 0,-1 0 0,-2 3 0,-6-7 0,3 5 0,-1-5 0,-4-1 0,-2 5 0,-4 0 0,-4-1 0,2 3 0,-7-2 0,-9 8 0,-7-3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24.71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1 157 11541,'11'0'-3,"1"0"1,-6-6-1,5 1 0,-5-1 1,6 6 1,-8 2-1,1 3 0,-3 7 1,-2 4 0,0 1 0,0 1-1,0-1 1,0 6 0,0 3 0,-2-1-1,-3 0 1,3 4-1,-6-6 1,2-1-1,0-3 0,0-1 0,5-3-3,-5-3 4,4 3 0,-6-15 0,8 0 0,0-11 0,0-11 1,2 1 0,2-8 0,4-2 0,1-2 0,3-4 0,7-2 0,3-2 0,1 3 0,0 7 0,-3 1 0,1 1 0,2 2 0,6 2 0,-5 9 0,-3 5 0,-2 5 0,7 4 0,-7 2 0,6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47.58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193 472 11349,'-12'-17'0,"1"0"0,-3-1 0,5 6 0,-3 3 0,-2 1 0,5 2 0,-3 6 0,-2 0 0,1 8 0,-1 4 0,3 3 0,-3 3 0,6-1 0,0 2 0,3 3 0,-1 1 0,0 6 0,6-6 0,0 1 0,0 1 0,0-6 0,0 5 0,0-5 0,2-3 0,4-3 0,7-3 0,9-2 0,-3-3 0,6-3 0,-1 2 0,-1 2 0,8 0 0,-4-6 0,2 0 0,0 0 0,-2-2 0,5-2 0,-5-4 0,-2-1 0,-2 3 0,-5-4 0,-1 0 0,1 1 0,-9 3 0,-3-6 0,-6 8 0,-6-1 0,-5 3 0,-11 2 0,-1 0 0,2 0 0,1-6 0,3 0 0,1 0 0,5-2 0,-3 4 0,8-7 0,2-3 0,2-1 0,2-3 0,0 1 0,2-1 0,4 3 0,6 1 0,3 3 0,5-1 0,1-4 0,2 3 0,-1 1 0,5 1 0,0-7 0</inkml:trace>
  <inkml:trace contextRef="#ctx0" brushRef="#br0" timeOffset="401">700 542 11349,'11'-9'0,"1"3"0,-6 4 0,5 2 0,1-6 0,5 0 0,-1-2 0,-2 5 0,-3-3 0,-5-2 0,6 2 0,-8-4 0,1-7 0,-5 7 0,-5 4 0,-7 3 0,-4-3 0,-1 4 0,-1-4 0,1 6 0,-1 6 0,-5-2 0,0 5 0,2 1 0,1 0 0,5 1 0,1 7 0,4-1 0,3 1 0,-5-1 0,6 1 0,2-1 0,2 1 0,10-1 0,6-1 0,5-3 0,4-1 0,8-6 0,-2 3 0,4-1 0,2-4 0,0-2 0,0-2 0,0 0 0,0 0 0,0-8 0,0-1 0,0-9 0</inkml:trace>
  <inkml:trace contextRef="#ctx0" brushRef="#br0" timeOffset="754">1136 438 11349,'18'-18'0,"-9"1"0,-3-1 0,-4 1 0,-10 1 0,-3 5 0,-5 5 0,-1 4 0,-1 2 0,1 0 0,-1 2 0,1 4 0,-1-3 0,1 9 0,-1 2 0,1 1 0,1 3 0,3-1 0,1 2 0,-1 5 0,5-5 0,0 4 0,2-3 0,0-3 0,1 1 0,7-3 0,3-3 0,5 2 0,8-9 0,1-1 0,4-2 0,-3-4 0,5-4 0,-2-5 0,0-5 0,1-1 0,-7-1 0,1 1 0,-1-1 0,1 1 0,-1-1 0,-7 1 0,-2 9 0,-8 8 0,0 8 0,0 9 0,0 1 0,0-1 0,0 1 0,0-1 0,0 1 0,7-1 0,5 1 0,11-1 0,4 1 0</inkml:trace>
  <inkml:trace contextRef="#ctx0" brushRef="#br0" timeOffset="1517">1538 420 11374,'0'-12'0,"0"1"0,0-1 0,0-5 0,0 5 0,0 0 0,0-1 0,-2 3 0,-4 0 0,-6 3 0,3 1 0,-3 6 0,-1 0 0,-3 0 0,-1 0 0,-1 2 0,1 4 0,-1 5 0,1 11 0,-1 3 0,3 2 0,3 4 0,-2-4 0,9 2 0,1 0 0,2-1 0,2-3 0,2-8 0,4-1 0,5-5 0,7-3 0,3-8 0,4 0 0,2 0 0,-3-13 0,3-7 0,0-5 0,0-6 0,-5-2 0,1-4 0,-4-2 0,-1-1 0,-7-7 0,-1 6 0,-2 0 0,-4-1 0,-8 5 0,-4-4 0,-2 4 0,-3 2 0,-3 8 0,-1 2 0</inkml:trace>
  <inkml:trace contextRef="#ctx0" brushRef="#br0" timeOffset="1970">1940 420 11374,'-12'-2'0,"2"-4"0,0-3 0,1-1 0,3 0 0,-4 4 0,1-3 0,-1-1 0,-2-6 0,-5 7 0,-1-1 0,7 2 0,-1 8 0,-2 0 0,-1 0 0,-1 2 0,5 4 0,5 6 0,-2 9 0,0 4 0,1 0 0,-1 1 0,2 5 0,6-4 0,0 2 0,0 0 0,0-8 0,0 5 0,2-5 0,4-3 0,3 3 0,9-11 0,-1-1 0,1-3 0,5-4 0,2-2 0,1-2 0,-1-4 0,-2-5 0,-7-11 0,-3-1 0,-1 2 0,-2-1 0,1 1 0,-5-2 0,-4 1 0,-2 3 0,-2 1 0,-4 1 0,-5 0 0,-5-1 0,-1 1 0,-9-1 0,-1 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44.68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18 332 11412,'0'18'0,"-5"-1"0,-1 1 0,0-7 0,6 1 0,0 1 0,0 3 0,2 1 0,4 1 0,-2-6 0,7-3 0,3-1 0,1 4 0,3-7 0,-1-1 0,1-2 0,-7-2 0,1-2 0,2-3 0,1-7 0,1-4 0,-3-1 0,-1-1 0,1 1 0,-5 0 0,0-1 0,-2 1 0,0-1 0,-1 1 0,-5-1 0,0 1 0,0-1 0,-2 3 0,-3 3 0,3-3 0,-6 5 0</inkml:trace>
  <inkml:trace contextRef="#ctx0" brushRef="#br0" timeOffset="383">525 280 11412,'0'-18'0,"0"1"0,0-1 0,-2 7 0,-4-1 0,-4 2 0,-7-1 0,5 3 0,1 8 0,1 2 0,-2 4 0,6 5 0,4 5 0,2 1 0,0 1 0,0-1 0,0 1 0,0-1 0,8 1 0,2-1 0,2-1 0,-1-5 0,-5 5 0,4-4 0,-1 1 0,1-1 0,-6 3 0,4-3 0,0 3 0,-6 3 0,3-1 0,-10-1 0,-7-4 0,-4-7 0,-1-3 0,-1-2 0,1 0 0,-1 0 0,1 0 0,-8-7 0,-2-3 0</inkml:trace>
  <inkml:trace contextRef="#ctx0" brushRef="#br0" timeOffset="836">665 280 11361,'0'11'0,"0"1"0,0 2 0,0-5 0,0 3 0,1 0 0,5-3 0,-2 5 0,6-6 0,0-1 0,-1 1 0,3 0 0,5-4 0,1 2 0,-1 0 0,1-6 0,-1 0 0,-5-6 0,-2-2 0,-3-2 0,-3-3 0,-2 3 0,-2-2 0,0-1 0,0-3 0,0-1 0,0-1 0,0 1 0,0-1 0,-8 1 0,-1-1 0</inkml:trace>
  <inkml:trace contextRef="#ctx0" brushRef="#br0" timeOffset="1236">1136 350 11361,'0'-12'0,"0"0"0,0-1 0,0-3 0,0-1 0,0-1 0,0 7 0,0-1 0,-2 0 0,-4 3 0,2-5 0,-5 6 0,-1 1 0,0-1 0,-1 2 0,-7 6 0,1 0 0,-1 8 0,1 3 0,-1 5 0,1 1 0,-1 3 0,3 1 0,3 2 0,6-1 0,-1 3 0,1-2 0,2-1 0,4-3 0,6-3 0,5-5 0,-1-3 0,2-8 0,1 0 0,3 0 0,1-2 0,1-4 0,-1-3 0,1-1 0,-1-6 0,1 5 0,-1-3 0,1 2 0,-1 5 0,1 7 0,-7 0 0,-1 2 0,-2 3 0,-1-1 0,-1 8 0,4-8 0,0 11 0,-3-5 0</inkml:trace>
  <inkml:trace contextRef="#ctx0" brushRef="#br0" timeOffset="1552">1328 192 11361,'-10'2'0,"5"4"0,3 6 0,2 3 0,0 3 0,0-1 0,0 1 0,6 5 0,-1 0 0,1-1 0,2-3 0,-6-1 0,6-1 0,-3 1 0,1-1 0,0-5 0,-6-1 0,0 1 0,0-10 0,-2-8 0,-2-8 0,-2-3 0,1-8 0,5-2 0,0-3 0,0 1 0,0 0 0,2-4 0,3 2 0,7 2 0,2 8 0,-1-3 0,-1 5 0,1 2 0,3 7 0,1 4 0,1 4 0,-1 2 0,1 0 0,-1 0 0</inkml:trace>
  <inkml:trace contextRef="#ctx0" brushRef="#br0" timeOffset="1734">1608 245 11361,'9'8'0,"-1"-4"0,-8 7 0,0 3 0,0 1 0,2 3 0,4-1 0,-4 1 0,6-1 0,-1 1 0,-3-9 0,6-1 0,0-2 0,-1 0 0,-5 0 0,12-6 0,-7 0 0</inkml:trace>
  <inkml:trace contextRef="#ctx0" brushRef="#br0" timeOffset="1850">1677 0 11361,'-9'0'0,"1"0"0</inkml:trace>
  <inkml:trace contextRef="#ctx0" brushRef="#br0" timeOffset="2187">2044 280 11361,'10'0'0,"-2"-2"0,-8-4 0,-2-4 0,-4-5 0,-6 3 0,3-1 0,-3 5 0,-2-2 0,-1 6 0,-3-2 0,1 4 0,-1 2 0,1 2 0,-1 4 0,3 8 0,3 7 0,-3-1 0,5 5 0,0-2 0,5 0 0,3 1 0,2-7 0,2 1 0,3-1 0,7-1 0,9-5 0,3-5 0,-3-4 0,4-2 0,-1 0 0,-3-2 0,-2-4 0,5-3 0,-3-9 0,-4 1 0,-3-1 0,-8 1 0,3-1 0,-1-1 0,-4-5 0,-2 5 0,-10-6 0,-1 7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43.29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0 507 11403,'0'-10'0,"0"-5"0,2 13 0,4-4 0,-4 4 0,8 4 0,-5 4 0,-3 3 0,6 9 0,0-1 0,-6-5 0,4 0 0,-4 1 0,-2 3 0,0 1 0,0 1 0,0-1 0,0-7 0,-2-2 0,-2-10 0,-2-4 0,0-4 0,6-7 0,-2-3 0,-4-3 0,4 2 0,-3-8 0,3-3 0,2-1 0,2-1 0,3-3 0,7 0 0,4 2 0,1-4 0,1 10 0,-1-2 0,0 2 0,7 6 0,-1 9 0,-2 4 0,-1 2 0,3 3 0,0 7 0,-1 5 0,-3 11 0,-1 1 0,-1 10 0,0 2 0,1 2 0,-3 2 0,-1 0 0,-4 0 0,-2 0 0,-1 0 0,-3 0 0,2 0 0,-2 0 0,-2 0 0,-2-2 0,0-2 0,0-2 0,0-8 0,8 4 0,1-7 0</inkml:trace>
  <inkml:trace contextRef="#ctx0" brushRef="#br0" timeOffset="266">53 577 11357,'17'0'0,"-5"0"0,-3-2 0,1-2 0,0-2 0,3 0 0,9 6 0,3 0 0,2 0 0,-4-6 0,7 1 0,6-9 0,9 4 0</inkml:trace>
  <inkml:trace contextRef="#ctx0" brushRef="#br0" timeOffset="832">664 507 11382,'6'-12'0,"-1"1"0,7 5 0,-4-4 0,2 0 0,3 1 0,-3-3 0,2-5 0,1-1 0,3 1 0,-1-1 0,-1-1 0,-3-3 0,3-1 0,-4 0 0,-1 3 0,-1-1 0,-4-2 0,-2-6 0,-2 3 0,0 1 0,0 0 0,-8-4 0,-2 6 0,-1 1 0,-1 3 0,1 9 0,-7 4 0,1 4 0,-1 4 0,1 6 0,-1 10 0,1 9 0,5 8 0,2 3 0,1 5 0,-1 2 0,6 1 0,-2 7 0,4-1 0,2 1 0,0-1 0,0-2 0,2-3 0,4-6 0,4-4 0,7-4 0,3-4 0,3-6 0,-4-11 0,14 3 0,-5-5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59.52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262 839 11325,'6'-12'0,"0"0"1,6 7-1,-6-7 0,-3-2 0,-1 5 0,-2-3 0,0-2 0,-5 5 0,-3-1 0,-2 0 0,-3 1 0,-3 5 0,-1-2 1,-1 4-1,1 2 1,-3 0 0,-1 2-1,-2 4 1,1 5 0,3 5 0,1 1 0,1 3-1,-1 3 1,7-4 0,1 5 0,2-5-1,4-1 1,3-1-1,2 0 0,5 1 0,4-8 0,7-5 0,1-3 0,-1-2 0,7 0 0,-1-2 0,-2-1 0,-1-3 0,-3-8 0,1 4 0,-1-1 0,1-1 0,-1 1 0,0-7 0,1 1 0,-1 5 0,1 0 0,-6 8 0,-1-1 0,-7 5 0,4 5 0,0 7 0,-5 4 0,7 1 0,-2 1 0,5-1 0,-3 0 0,2-1 0,-1-4 0,1 3 0,6-5 0</inkml:trace>
  <inkml:trace contextRef="#ctx0" brushRef="#br0" timeOffset="384">786 734 11337,'0'-18'0,"-5"1"0,-3-1 0,-2 1 0,4 5 0,-5 3 0,-3 1 0,-1-4 0,-3 6 0,1 3 0,-1 1 0,1 2 0,-1 0 0,1 0 0,-1 0 0,1 7 1,-1 5-1,1 4 0,-1 1 0,3 2 1,1 3-1,5 1 0,1-2 1,2-1 0,6-3-1,0 1 0,8-7 0,3-1 0,5-2 0,1-4 0,3-2 0,1-2 1,2-2-1,-1-4 0,-1-4 0,0-9 0,3-3 0,-3-1 0,-3-8 0,-5 2 0,-3-4 0,-2-2 0,3-2 0,-5-2 0,-2-3 0,-2-3 0,-2-3 0,-2-9 0,-4-1 0,-5 2 0,-5 3 1,0 7-1,3 5 1,1 4 0,1 10 0,-7 6 0,1 7 2,-1 8-3,1 4 0,-1 10 0,1 2 0</inkml:trace>
  <inkml:trace contextRef="#ctx0" brushRef="#br0" timeOffset="1000">1031 577 11410,'-12'0'0,"3"2"0,1 3 0,-6-1 0,3 8 0,1 0 0,0 5 0,2 1 0,5-1 0,-5 0 0,2 1 0,2-1 0,2 1 0,2-7 0,0 1 0,2 0 0,4-3 0,-2 5 0,7-6 0,3 2 0,1-7 0,3 3 0,-1-4 0,1-2 0,-1-2 0,1-4 0,-1-5 0,-5 1 0,0-2 0,1-1 0,1-3 0,-1-1 0,-1-1 0,-8 1 0,4-1 0,-8 11 0,0 7 0,0 7 0,0 11 0,7-8 0,5-5 0,4-3 0,-5-2 0,1 0 0,1-2 0,3-3 0,1 1 0,1-6 0,-3 0 0,-3 1 0,4-1 0,-5-4 0,5 5 0,1 1 0,-5-4 0,-1 4 0,3-1 0,-6 5 0,0 4 0,-8 12 0,0 3 0,0 3 0,0-1 0,2 0 0,3 1 0,5-3 0,7-3 0,1-4 0,-1-8 0,9 0 0,1 0 0</inkml:trace>
  <inkml:trace contextRef="#ctx0" brushRef="#br0" timeOffset="1166">1625 577 11410,'0'11'0,"0"1"0,0-6 0,0 5 0,0 1 0,0 6 0,0-1 0,0-5 0,0-1 0,0 3 0,0 1 0,0 3 0,2-8 0,3-5 0,5-3 0,8-2 0</inkml:trace>
  <inkml:trace contextRef="#ctx0" brushRef="#br0" timeOffset="1333">1747 419 11410,'-18'0'0,"1"0"0,0 0 0,-1 0 0,3 2 0,3 4 0,4-4 0,16 6 0,2-8 0</inkml:trace>
  <inkml:trace contextRef="#ctx0" brushRef="#br0" timeOffset="1636">1887 507 11410,'9'17'0,"-3"1"0,-4-1 0,0 1 0,4-1 0,-4-5 0,4-1 0,-4 3 0,-2-4 0,0 1 0,-2-7 0,-4 2 0,-4-4 0,-7-2 0,5-2 0,2-4 0,3-5 0,1 1 0,6-2 0,0-1 0,2-1 0,2 0 0,3 3 0,3-3 0,2 5 0,5-1 0,1 0 0,-1 0 0,0 7 0,3-3 0,1 4 0,3 2 0,-1 0 0,-6 0 0,1 0 0,-1 0 0,1 8 0,-3 5 0,-1 7 0,-3 3 0,-7 6 0,2-4 0,-4 0 0,-2 1 0,8 5 0,2-4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56.72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36 866 11420,'8'18'0,"-4"-3"0,7-3 0,1-4 0,5-8 0,1 0 0,-1-2 0,1-2 0,-1-4 0,1-1 0,-1 3 0,1-4 0,-3 0 0,-3 1 0,1 3 0,-7-6 0,-2-1 0,-4-1 0,-6 2 0,-4 5 0,-7 7 0,0 0 0,-1 0 0,-5 2 0,-2 3 0,-1 7 0,1 4 0,2 7 0,5 0 0,3-2 0,3-1 0,-1-3 0,7 3 0,2 1 0,2 2 0,2-5 0,2-7 0,4 3 0,3-6 0,11-2 0,1-4 0,2-2 0,3 0 0,-5 0 0,4-2 0,2-4 0,-5 2 0,3-6 0,-2 0 0,1 1 0,-1 5 0,-6-4 0,1 2 0,-1 1 0,1-3 0,-1 4 0,1-2 0,-3-2 0,-1 2 0,-3-3 0,3-1 0,2-5 0,1 3 0,-2-4 0,-3-1 0,4-3 0,-5-3 0,3-4 0,-2 0 0,1-6 0,-5 4 0,0-4 0,-1-2 0,-1-6 0,-6-2 0,0-1 0,0-5 0,-8-3 0,-3-4 0,-3-3 0,3 3 0,-5 2 0,6 3 0,-1 7 0,-1 9 0,6 4 0,-3 11 0,1 5 0,2 11 0,4 2 0,-2 10 0,-2 7 0,-1 7 0,3 13 0,-2 1 0,2 5 0,2 6 0,0 9 0,-2 4 0,-2 2 0,1 2 0,5 6 0,2 0 0,3 0 0,-1-2 0,8-2 0,1-4 0,3-2 0,1-4 0,3-11 0,1-10 0,2-10 0,9-13 0,-5 3 0,8-5 0</inkml:trace>
  <inkml:trace contextRef="#ctx0" brushRef="#br0" timeOffset="533">1101 1006 11373,'-9'18'0,"3"-1"0,4 1 0,2-1 0,0-5 0,0-1 0,0 3 0,0-4 0,2-1 0,4-1 0,-5-2 0,7-6 0,-8-8 0,0-4 0,0-3 0,0-3 0,2-1 0,2-2 0,4-5 0,2-1 0,-5 4 0,7-4 0,2 2 0,1 3 0,3 3 0,-1 1 0,0 1 0,1 0 0,-1 7 0,3 4 0,3 4 0,-4 2 0,7 0 0</inkml:trace>
  <inkml:trace contextRef="#ctx0" brushRef="#br0" timeOffset="866">1503 989 11373,'6'-12'1,"0"0"0,-1 1 3,-5-7 0,0 7-3,0-1 1,-7 8-1,-5-2-1,-4 4 1,-1 2 0,0 0 0,-1 0-1,1 0 0,-1 6 0,1 2 0,-1 2 0,1 3 0,-1 5 0,1 3 0,1 2 0,5-1 0,1-3 0,6-1 0,-2-1 0,2 0 0,4-1 0,6-2 0,6-3 0,9-5 0,2 4 0,1-2 0,1-5 0,-6-3 0,5-3 0,-5-5 0,-1-2 0,-7-2 0,-1-5 0,-2-1 0,-3-5 0,-5 0 0,0 2 0,0 1 0,-2 3 0,-3-1 0,-7 1 0,-3-1 0,-3 1 0</inkml:trace>
  <inkml:trace contextRef="#ctx0" brushRef="#br0" timeOffset="1319">1660 936 11390,'-17'8'0,"7"-6"0,4 6 0,12-8 0,4-8 0,7-4 0,1-3 0,-1-3 0,0 1 0,1-1 0,-1 1 0,1-2 0,-3-5 0,-1-3 0,-2 0 0,-3-6 0,3 4 0,-4-6 0,-1-6 0,-5 4 0,4-5 0,-4-1 0,-2-4 0,-8 3 0,-1-3 0,-3 3 0,0 5 0,1 0 0,-5 16 1,3 3 1,1 7 1,0 7-1,-5 14 0,-1 9 0,7 8 0,1 12 1,2 4-2,4 5 0,-3 7 0,1 3 1,2 6-2,2 6 0,2-8 0,0 10 0,0-4 0,0-4 0,2 4 0,4-8 0,4-3 0,-1-7 0,13-5 0,-5-10 0,4-2 0,5-2 0,1-8 0,8 5 0</inkml:trace>
  <inkml:trace contextRef="#ctx0" brushRef="#br0" timeOffset="1769">2376 971 11422,'0'-17'0,"0"5"0,0 0 0,0 7 0,-2-5 0,-4 2 0,2 2 0,-7 6 0,-3 0 0,-1 0 0,-3 0 0,1 2 0,-1 4 0,1 6 0,-1 9 0,1 2 0,-1-1 0,3 3 0,1 0 0,5 0 0,1 1 0,0 3 0,4-6 0,-2-2 0,3-1 0,8-3 0,7-1 0,4-5 0,1-5 0,2-4 0,3-2 0,3-2 0,2-4 0,-6-5 0,5-13 0,-3-5 0,0-4 0,1-3 0,-7-3 0,-1-4 0,-5-2 0,3-1 0,-8-7 0,-3-1 0,-1-4 0,-9 2 0,-5-8 0,-3 0 0,-3 1 0,-5-4 0,-1 6 0,5 3 0,5 6 0,1 19 0,5 4 0,0 7 0,1 5 0,-7 7 0,12 10 0,-6 10 0</inkml:trace>
  <inkml:trace contextRef="#ctx0" brushRef="#br0" timeOffset="2219">2621 1041 11377,'-10'8'0,"2"-6"0,16 6 0,4-8 0,3 0 0,-3-6 0,-1-2 0,3 0 0,1 0 0,3-5 0,-1 1 0,1-3 0,-6-3 0,-3 1 0,-1-1 0,-2 1 0,-6-1 0,0 1 0,-8 7 0,-4 4 0,-3 4 0,-3 2 0,-7 10 0,-2 6 0,0 7 0,4 4 0,-3-4 0,3 7 0,2 1 0,1 2 0,11-4 0,3-2 0,4-2 0,2-4 0,2-1 0,6-3 0,9-1 0,10-5 0,6-3 0,2-8 0,0 0 0,0 0 0,6-8 0,-1-3 0,1-5 0,-6-1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52.77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227 332 11441,'0'-11'0,"-2"-1"0,-4-2 0,4 5 0,-5-1 0,-1 2 0,-2 2 0,-7 6 0,-1 0 0,1 8 0,-1 4 0,1 3 0,-1 3 0,1 1 0,1 2 0,3 5 0,1 1 0,6-4 0,-3 4 0,1-1 0,4-5 0,2-2 0,4-3 0,4-5 0,4-3 0,9-8 0,2 0 0,3 0 0,-1-2 0,-4-4 0,3-3 0,1-1 0,0-6 0,-7 5 0,-3-5 0,-1-1 0,-6 5 0,3 1 0,-1-3 0,-2 6 0,-6 0 0,0 16 0,0 4 0,0 3 0,0-3 0,2-2 0,2-1 0,2 1 0,7-4 0,-1 6 0,3-9 0,3 5 0</inkml:trace>
  <inkml:trace contextRef="#ctx0" brushRef="#br0" timeOffset="367">664 297 11441,'0'-17'0,"0"-1"0,0 1 0,0-1 0,0 1 0,0-1 0,-8 9 0,-4 3 0,-3 6 0,-3 4 0,1 4 0,-1 1 0,7-3 0,-1 6 0,0 1 0,3 3 0,-5-5 0,6 1 0,-1 2 0,5 1 0,-2 3 0,12-7 0,5-1 0,5 0 0,1-1 0,1-5 0,1 2 0,3-2 0,1 2 0,0-2 0,-5 5 0,-3 1 0,-3 0 0,1 1 0,-7 7 0,-2-1 0,-4 1 0,-6-1 0,-5 1 0,-7-3 0,-3-1 0,-2-4 0,1-3 0,-3 1 0,2-4 0,1 2 0,3-2 0,2-4 0,-1-6 0,1-4 0,-1-7 0</inkml:trace>
  <inkml:trace contextRef="#ctx0" brushRef="#br0" timeOffset="597">891 192 11508,'0'18'0,"0"1"0,0 3 0,0 1 0,0 0 0,2-5 0,2-1 0,1 1 0,1-1 0,-4-1 0,2-3 0,2-1 0,6-6 0,-7 5 0,9-7 0,-4 4 0</inkml:trace>
  <inkml:trace contextRef="#ctx0" brushRef="#br0" timeOffset="729">961 18 11508,'-18'8'0,"8"-5"0,5 9 0,-5 0 0,0 5 0</inkml:trace>
  <inkml:trace contextRef="#ctx0" brushRef="#br0" timeOffset="1231">1275 245 11508,'16'-2'0,"-5"-4"0,-3-4 0,-8-7 0,0-1 0,0 7 0,0-1 0,0-1 0,0-3 0,-6 4 0,-2 3 0,-1 1 0,-5 4 0,-1 2 0,-3 4 0,1 4 0,-1 6 0,1 3 0,-1 4 0,1 5 0,-1 5 0,1-4 0,1-2 0,5-1 0,5 1 0,4-9 0,2 3 0,0-1 0,10-3 0,5-1 0,6-6 0,3-6 0,-7-6 0,1-6 0,-1-3 0,1 3 0,-3 0 0,-1 1 0,-3 1 0,-1-6 0,4 7 0,-5-3 0,-1 0 0,0 7 0,-2-7 0,-4 10 0,3 2 0,-3 8 0,-2 11 0,2 5 0,4 5 0,-4-2 0,4 4 0,-4 4 0,-2 4 0,0 3 0,0-3 0,0 2 0,0-2 0,-6-2 0,-2-5 0,-1 0 0,-5-3 0,-2-2 0,-1 2 0,0-6 0,-1-3 0,-5-9 0,-2-1 0,-1-2 0,1-4 0,0-2 0,4-4 0,-3-4 0,3-6 0,1-11 0,3-4 0</inkml:trace>
  <inkml:trace contextRef="#ctx0" brushRef="#br0" timeOffset="1633">1519 0 11564,'0'24'0,"0"-1"0,0 6 0,0-4 0,0 0 0,0 1 0,-5 5 0,-1-4 0,2 0 0,2-4 0,2 3 0,0-3 0,0-2 0,0-1 0,6-3 0,0 1 0,-1-1 0,-5-9 0,0-8 0,0-10 0,0-5 0,0-5 0,0-1 0,0-2 0,0-7 0,2 5 0,2-2 0,2-4 0,8 4 0,-3 0 0,5 1 0,1 5 0,1 2 0,-1 1 0,1 1 0,-1 1 0,1 5 0,-1 5 0,1 4 0,-1 4 0,-1 5 0,-5 9 0,-5 5 0,2 5 0,-2-5 0,-3 4 0,-1 2 0,-2-3 0,0 3 0,0-2 0,0-4 0,0 5 0,0-3 0,0-2 0,0-1 0,8-3 0,2 1 0</inkml:trace>
  <inkml:trace contextRef="#ctx0" brushRef="#br0" timeOffset="2329">2113 140 11554,'0'-12'0,"0"1"0,0-3 0,0 4 0,-2 1 0,-4 1 0,3 0 0,-9 4 0,-2-1 0,-1 1 0,-3 8 0,1 1 0,1 11 0,3-1 0,3 7 0,2-1 0,1-1 0,3-3 0,-2 0 0,2 1 0,2-1 0,2 1 0,8-3 0,3-3 0,5-6 0,-4-4 0,-1-2 0,3 0 0,1-6 0,1-2 0,-2 0 0,-3 1 0,-5-5 0,4 4 0,-3-1 0,7 5 0,-2-2 0,-5 4 0,7 10 0,-8 3 0,-2 5 0,-2-5 0,0 1 0,3 2 0,-3 1 0,4 3 0,4-9 0,0-1 0,5-10 0,-3-4 0,1-3 0,-5-9 0,2 1 0,3-1 0,-3 3 0,0 1 0,-1 3 0,1-3 0,-6 4 0,4 1 0,0 1 0,-6 2 0,7 6 0,-5 2 0,2 4 0,0-2 0,-6 7 0,0 3 0,2-1 0,2 1 0,1-2 0,9-8-1,-2 1 1,3-3-1,3-2 1,-1 0-1,1 0 1,-3-2 0,-1-2-1,-3-1 1,-5-1 0,6 6-1,1 0 0,-3 0 0,2 0 1,-6 0-1,5 0 0,1 2 0,5 4 1,-5-4-1,-2 5 1,-3 1 0,7 2 0,-4 7 0</inkml:trace>
  <inkml:trace contextRef="#ctx0" brushRef="#br0" timeOffset="2729">2934 175 11514,'0'-12'0,"0"1"0,0-3 0,0 4 0,0-1 0,0-3 0,0 4 0,0-1 0,0-3 0,-8 6 0,-1 1 0,-3 1 0,0 0 0,1 0 0,-7 8 0,1 2 0,-1 2 0,1 7 0,1 1 0,3 5 0,1 5 0,6 1 0,-3-4 0,1 3 0,4-3 0,2-2 0,2-1 0,2-3 0,4-3 0,3 2 0,9-9 0,-1 1 0,1 2 0,-1-6 0,1 4 0,-1-6 0,1-6 0,-1 2 0,1-8 0,-1-1 0,-5-3 0,-3-1 0,-1-1 0,-4 1 0,-2-1 0,-2 1 0,0 0 0,0-1 0,0 1 0,0-1 0,0 1 0</inkml:trace>
  <inkml:trace contextRef="#ctx0" brushRef="#br0" timeOffset="3067">3179 123 11514,'11'-18'-5,"1"1"1,-8 5 0,2 0-1,-4-1 0,-2 3 1,-2 0 2,-4 3 0,-4 1 0,-7 6 0,-1 0 1,1 0 1,-1 0 0,1 0 0,-1 0 0,1 0 0,5 6 0,1-1 0,-1 1 0,2 2 0,2-4 0,8 8 0,2-1 0,4 5 0,6-5 0,3 3 0,5-6 0,1-1 0,2 1 0,1 6 0,-7-3 0,1 5 0,-1 1 0,1 1 0,-1-1 0,-2 1 0,-3-1 0,-4 1 0,-8-1 0,0 1 0,-2-1 0,-4-1 0,-6-5 0,-3-3 0,-2-8 0,-1 0 0,1 0 0,-3 0 0,-1-2 0,-2-4 0,-1-3 0,7-9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6:51.84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0 829 11569,'2'-15'0,"2"1"0,4 3 0,2-3 0,-1-4 0,5-3 0,-2-4 0,1-2 0,1 3 0,-1-5 0,-1-2 0,2-2 0,-1-2 0,1 0 0,-5-1 0,-1-5 0,4 4 0,-6-6 0,-2 1 0,-3-5 0,-1 4 0,-1 3 0,-3 3 0,-2 2 0,-6 2 0,4 6 0,1 7 0,-1 7 0,-6 11 0,5 2 0,-1 9 0,-4 9 0,9 5 0,-1 6 0,-2 4 0,0 10 0,-5 2 0,3 1 0,2 1 0,-4-1 0,7 7 0,-1-1 0,-2 0 0,6 1 0,-4-1 0,4 1 0,2-1 0,2-2 0,2-3 0,4-6 0,2-4 0,9-10 0,8-2 0</inkml:trace>
  <inkml:trace contextRef="#ctx0" brushRef="#br0" timeOffset="450">367 742 11491,'12'-10'0,"-1"4"0,1 4 0,6 2 0,-1 0 0,0 0 0,1 0 0,-1 0 0,1 0 0,-7 0 0,1-1 0,2-5 0,-5 2 0,3-8 0,-8 6 0,0-3 0,-8 1 0,0-4 0,-8 6 0,-1 3 0,-9 1 0,-1 4 0,2 1 0,1 3 0,1 10 0,-2-1 0,-3 7 0,3-1 0,2 4 0,1-1 0,3-1 0,3 2 0,4-6 0,8 5 0,0-5 0,0-1 0,10-9 0,5-1 0,9-2 0,3 0 0,10 0 0,7-14 0,9-2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7:12.67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1 870 11466,'0'17'0,"0"1"0,0 1 0,0 3 0,0 1 0,0 0 0,0-5 0,0-1 0,2-1 0,4-5 0,-5-3 0,7-16 0,-8-3 0,0-5 0,0-1 0,-2-1 0,-2-1 0,-1-5 0,-1 5 0,6-6 0,0 2 0,0-1 0,0-1 0,0 4 0,2-5 0,4-1 0,-3 6 0,9-2 0,4 5 0,5 7 0,0-5 0,6 6 0,1 1 0,-1 3 0,-4 4 0,4 2 0,-2 0 0,6 8 0,-3 1 0</inkml:trace>
  <inkml:trace contextRef="#ctx0" brushRef="#br0" timeOffset="665">385 887 11466,'10'-11'0,"-4"-1"0,-5 6 0,-2-3 0,-5 1 0,2-4 0,-8 4 0,-1-1 0,-3 5 0,-1-2 0,-1 4 0,1 2 0,-1 2 0,-1 2 0,-3 4 0,-1 1 0,0 9 0,7 5 0,3-2 0,1-1 0,6-3 0,-3 1 0,1-1 0,4 1 0,10-7 0,5-1 0,5-2 0,1-4 0,3-2 0,3-2 0,4 0 0,0 0 0,1-8 0,-7-4 0,2-1 0,-1 1 0,-3-4 0,-2 5 0,1-5 0,-6-1 0,-1-1 0,-7 7 0,2-1 0,-10 10 0,-2 2 0,-5 8 0,5 9 0,0 1 0,6-1 0,2-1 0,4-5 0,3-3 0,9-8 0,-1 0 0,1-2 0,-1-2 0,1-3 0,-1-3 0,1-4 0,-1-7 0,1-2 0,-1 1 0,0-5 0,1-2 0,-1-4 0,1-2 0,-6-2 0,-3-3 0,-1-9 0,-4-7 0,-2-1 0,-2-7 0,0-2 0,0-1 0,0-1 0,0 4 0,0 9 0,0 13 0,0 9 0,-2 17 0,-4 4 0,4 9 0,-6 12 0,3 11 0,-1 5 0,-6 12 0,4 9 0,1 5 0,-1 1 0,0 6 0,4 4 0,-2 4 0,2 6 0,2 2 0,1-4 0,-3 2 0,-2 3 0,0-3 0,6 2 0,0-8 0,0-8 0,6-11 0,0-7 0,15-11 0,-2-3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7:08.15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612 263 11572,'0'-12'0,"0"1"0,0 5 0,0-6 0,0 6 0,-2-3 0,-4 1 0,-4 2 0,-7 6 0,-1 0 0,1 0 0,-3 0 0,-1 0 0,-2 0 0,-6 6 0,3 3 0,-1 5 0,-4 5 0,-2 11 0,-2-1 0,-2 6 0,-3 5 0,3-1 0,-2 8 0,6 1 0,4 3 0,8-5 0,-3-1 0,7-2 0,5-5 0,4-7 0,10-3 0,4-3 0,6-4 0,3-7 0,5-5 0,3 1 0,6 0 0,4-6 0,2 2 0,0-4 0,0-2 0,0 0 0,0 1 0,0 3 0,0 2 0,-6 0 0,-2-4 0,-2 2 0,-4 2 0,1-1 0,-1-5 0,2 0 0,-1 0 0,-9-5 0,-1-3 0,2-2 0,1-3 0,-5 3 0,-4-2 0,-4-1 0,-2-3 0,0-1 0,0-1 0,0 7 0,-2 1 0,-4 0 0,-6 0 0,-1 5 0,-1-5 0,2 2 0,-1 4 0,-3-5 0,-1-1 0,-1 0 0,7-5 0,-1 3 0,8-3 0,-2-3 0,6 3 0,6 1 0,6 2 0,3 6 0,5-3 0,1 1 0,2 4 0,6 2 0,-5 2 0,7-8 0,-4-1 0</inkml:trace>
  <inkml:trace contextRef="#ctx0" brushRef="#br0" timeOffset="779">943 699 11572,'-11'6'0,"-1"0"0,8 2 0,-2-2 0,6-4 0,6 3 0,-2-3 0,8-2 0,1 0 0,3-5 0,-1-3 0,-1 0 0,-2 0 0,-3-5 0,5 3 0,-2 0 0,-9 1 0,3 3 0,-4-6 0,-2 2 0,-2 1 0,-4 1 0,-3 2 0,-9 6 0,1 0 0,-1 0 0,-1 8 0,-2 2 0,-3 1 0,3 1 0,2 1 0,3 9 0,2 1 0,3-2 0,7-1 0,-2-3 0,4 1 0,2-1 0,2 1 0,4-3 0,8-3 0,7-6 0,0-4 0,8-2 0,2 0 0,2 0 0,2 0 0,0 0 0,0-2 0,0-4 0,0 2 0,-2-6 0,-2 1 0,-2-1 0,-7-2 0,1-3 0,-4 1 0,-1 2 0,-7 1 0,-1-7 0,-2 1 0,0-1 0,-5 1 0,3 0 0,-2-1 0,-10 1 0,-5-1 0,1 3 0,-2 1 0,-1 4 0,-3 3 0,5-1 0,-1 4 0,-2-2 0,-1 2 0,-3 2 0,3 4 0,1 4 0,3 6 0,-1-3 0,-6 3 0,3 2 0,3 1 0,-1 5 0,5 1 0,0 2 0,0-2 0,3-1 0,5-3 0,0 1 0,2-3 0,1-1 0,3-2 0,8-9 0,-2 3 0,3-4 0,2-2 0,1 0 0,-1-2 0,1-4 0,-6 5 0,-1-7 0,3 0 0,1 6 0,3-4 0,-1 4 0,1 2 0,-7 0 0,1 0 0,0 0 0,5 0 0,-7 8 0,5-6 0,-5 6 0</inkml:trace>
  <inkml:trace contextRef="#ctx0" brushRef="#br0" timeOffset="1332">1572 560 11572,'-10'7'0,"5"5"0,-3 4 0,2 1 0,2 1 0,2-1 0,2 1 0,0-1 0,0 0 0,0 1 0,0-1 0,8-7 0,4-4 0,3 2 0,3-3 0,-1-1 0,-5-4 0,-1-5 0,3-7 0,1-4 0,3 1 0,-3 1 0,-3 3 0,4 1 0,-7-4 0,1 3 0,4 5 0,-7-4 0,3 2 0,-4 3 0,6 5 0,-9 0 0,11 2 0,-8 3 0,7 5 0,-5 2 0,6-3 0,-3-1 0,-5-2 0,6-6 0,-2-2 0,3-2 0,-1-4 0,1-1 0,-3 3 0,2-6 0,1-1 0,3-3 0,1-1 0,-5 7 0,0 4 0,-9 6 0,3 6 0,-4 4 0,-2 7 0,0 1 0,6-7 0,2-1 0,2-2 0,1-2 0,7 1 0,-1 3 0</inkml:trace>
  <inkml:trace contextRef="#ctx0" brushRef="#br0" timeOffset="1613">2393 595 11572,'-8'-10'0,"6"0"0,-4 4 0,5-5 0,-5 1 0,-2 0 0,0 1 0,0-1 0,-5 4 0,3-5 0,-2-1 0,1 2 0,-1 2 0,-5 8 0,-1 0 0,1 0 0,-1 0 0,1 2 0,-1 4 0,1 6 0,1 5 0,3 5 0,3 1 0,2-2 0,3 1 0,5-1 0,0 2 0,7 1 0,5-9 0,3-3 0,3-7 0,5-3 0,2-2 0,1-2 0,-1-3 0,0 1 0,-4-8 0,3-1 0,-3-3 0,-7-1 0,-5-1 0,-1 1 0,6-9 0,-5-1 0</inkml:trace>
  <inkml:trace contextRef="#ctx0" brushRef="#br0" timeOffset="2050">2672 472 11423,'-5'-11'0,"-1"-1"0,2-1 0,-4 3 0,0 0 0,-1 2 0,-1 1 0,-4 3 0,3-2 0,-3 2 0,4 2 0,-1 2 0,-3 0 0,-1 0 0,-1 2 0,5 4 0,5 5 0,-2-1 0,2 2 0,2 1 0,2 3 0,4 1 0,4 1 0,4-3 0,7-1 0,1-4 0,-1-3 0,1 5 0,-1-4 0,1 0 0,-1-1 0,0 5 0,1-4 0,-1 1 0,-1-3 0,-4 6 0,-7 2 0,-3-5 0,-4 3 0,-3 1 0,-7-3 0,-9 0 0,-5 0 0,-1-1 0,0-5 0,-4 2 0,2-4 0,-2-2 0,-2 0 0,-2 0 0</inkml:trace>
  <inkml:trace contextRef="#ctx0" brushRef="#br0" timeOffset="2700">3476 577 11504,'0'-17'0,"-2"1"0,-4 5 0,2-3 0,-8 8 0,-1 2 0,-3-3 0,-1 1 0,-2 2 0,-5 2 0,3 2 0,-6 0 0,1 2 0,5 4 0,-4-2 0,2 7 0,1 3 0,3 1 0,7 3 0,3-1 0,1 1 0,4-1 0,2 1 0,4-1 0,4 1 0,5-1 0,7-2 0,3-3 0,4-6 0,3-4 0,-5 4 0,4 0 0,0-3 0,0-1 0,-5-9 0,1-3 0,-4-2 0,-1 1 0,-3-1 0,-1-5 0,-4-1 0,-3 1 0,-1-1 0,-6-1 0,0-5 0,0 5 0,0-6 0</inkml:trace>
  <inkml:trace contextRef="#ctx0" brushRef="#br0" timeOffset="3012">3650 1 11504,'0'17'0,"0"-5"0,0 0 0,0 1 0,0 3 0,0 9 0,0 4 0,0 6 0,0 6 0,0 1 0,0 7 0,0-2 0,0 1 0,0 6 0,0-1 0,0-9 0,0-5 0,0-6 0,0-4 0,0 4 0,0-6 0</inkml:trace>
  <inkml:trace contextRef="#ctx0" brushRef="#br0" timeOffset="3179">3581 403 11504,'17'0'0,"0"-2"0,1-2 0,-1-2 0,3 0 0,3 4 0,6-4 0,4-3 0,2-9 0</inkml:trace>
  <inkml:trace contextRef="#ctx0" brushRef="#br0" timeOffset="3517">3912 542 11504,'12'8'0,"0"4"0,-7-5 0,5 1 0,0-2 0,0 0 0,-7 2 0,5-5 0,0 3 0,2 6 0,7-6 0,-7 7 0,-2-11 0,-10 6 0,-4-10 0,-6-4 0,4-3 0,1-9 0,1 1 0,0-1 0,0 1 0,6-3 0,0-1 0,0-2 0,0-1 0,0 7 0,2-2 0,4-5 0,4 5 0,7-3 0,1 7 0,-1 3 0,2 8 0,3-1 0,1 3 0,8 2 0,-4 0 0</inkml:trace>
  <inkml:trace contextRef="#ctx0" brushRef="#br0" timeOffset="3850">4384 595 11504,'8'-10'0,"-6"-6"0,3 5 0,-3-5 0,-2-1 0,0-1 0,0 1 0,0-1 0,-2 7 0,-3-1 0,-7-1 0,2 3 0,-1 0 0,-3 2 0,-1 4 0,-3 3 0,1 1 0,-1 1 0,1 5 0,-1 4 0,1 7 0,1 3 0,5 3 0,-3-3 0,8 3 0,2-4 0,2-1 0,2-1 0,2-1 0,2-3 0,2-1 0,8-8 0,-3 2 0,5-4 0,1-2 0,1 0 0,-1 0 0,1-2 0,-1-4 0,-1 2 0,-3-8 0,-1-1 0,-8-3 0,2-1 0,3-9 0,1-1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7:37.06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245 1079 11377,'8'-9'0,"-6"-1"0,4 4 0,-12 2 0,-6-7 0,2 7 0,1-4 0,-1 2 0,0 0 0,4 0 0,-5 4 0,-3-3 0,-1 3 0,-3-4 0,1 6 0,-1 6 0,1-2 0,-1 9 0,1 5 0,-1 3 0,7 8 0,1-4 0,2 1 0,4-1 0,3-2 0,1-5 0,1-3 0,5-3 0,4 1 0,9-7 0,5-4 0,5-6 0,2-6 0,2-7 0,-2-2 0,0-5 0,4 3 0,-10-8 0,0-2 0,1-2 0,1-8 0,-8 0 0,-5 1 0,-5-3 0,3 6 0,-6-6 0,-4 1 0,-6-5 0,-6 4 0,-7 5 0,-1 7 0,1 7 0,1 5 0,3 3 0,1 5 0,0 3 0,-5 8 0</inkml:trace>
  <inkml:trace contextRef="#ctx0" brushRef="#br0" timeOffset="417">490 1079 11377,'0'18'0,"0"-1"0,0-7 0,7-2 0,5-8 0,3 0 0,-3 0 0,0-2 0,1-4 0,3-4 0,-1-7 0,-3-1 0,-4 7 0,-8-1 0,0-2 0,0 5 0,-2-1 0,-4 2 0,-6 4 0,3 2 0,-3 2 0,-2 0 0,-1 0 0,-3 6 0,1 2 0,0 2 0,-1 3 0,3 9 0,1 1 0,4-2 0,2-1 0,3-1 0,7 2 0,3 3 0,5-3 0,8-9 0,1-6 0,4-5 0,4-1 0,8 0 0,0 0 0,8-7 0,2-3 0</inkml:trace>
  <inkml:trace contextRef="#ctx0" brushRef="#br0" timeOffset="1251">909 992 11386,'-12'6'0,"2"2"0,3 1 0,-5-3 0,6 6 0,0-6 0,6 5 0,8-7 0,4 2 0,3-4 0,-3-2 0,-1 0 0,1-2 0,-2-4 0,5-4 0,-3-7 0,4-1 0,1 1 0,0-1 0,1-1 0,-3-4 0,-3-6 0,4 2 0,-7-3 0,3-1 0,0-2 0,-3-3 0,3-3 0,-6-2 0,-4 2 0,-2-5 0,0-1 0,-2-2 0,-4 1 0,2 5 0,-8-2 0,1 5 0,1 5 0,-5 11 0,3 5 0,2 9 0,0 16 0,3 9 0,3 10 0,0 8 0,0 6 0,-2 6 0,2 3 0,2 4 0,0 3 0,-1 1 0,-3-2 0,0-2 0,6 1 0,0 1 0,0 2 0,-2 0 0,-2-5 0,-2-3 0,2-3 0,-3 1 0,-1-7 0,-2-2 0,-3-2 0,3-10 0,-2-4 0,-1-3 0,-3-3 0,5-7 0,-1-4 0,-2-4 0,7-2 0,-9 0 0,6 0 0</inkml:trace>
  <inkml:trace contextRef="#ctx0" brushRef="#br0" timeOffset="1500">1258 957 11386,'10'8'0,"-3"-4"0,-7 7 0,0 3 0,2-4 0,2 1 0,2 3 0,0 1 0,-6 3 0,0-1 0,0 1 0,0-1 0,0 1 0,0-1 0,0 1 0</inkml:trace>
  <inkml:trace contextRef="#ctx0" brushRef="#br0" timeOffset="1650">1363 747 11386,'0'-9'0,"0"1"0,-8 8 0,-2 0 0</inkml:trace>
  <inkml:trace contextRef="#ctx0" brushRef="#br0" timeOffset="1986">1468 887 11386,'0'23'0,"0"1"0,0-3 0,0-2 0,0-1 0,0-1 0,0 1 0,0-1 0,0-5 0,-2 0 0,-4 1 0,4-3 0,-4 2 0,4-9 0,0 5 0,-4-8 0,4-2 0,-3-4 0,3-3 0,2-9 0,0 1 0,5-1 0,3 1 0,2-1 0,3 1 0,-3-1 0,2 1 0,1 0 0,3-1 0,1 1 0,1 1 0,-3 3 0,-3 1 0,4 8 0,-5-2 0,5 4 0,1 2 0,-5 0 0,-3 2 0,1 4 0,0 6 0,-6 9 0,2 2 0,-4-1 0,-2-3 0,5 4 0,1 1 0,-2-3 0,-2-2 0,-2-1 0,0-1 0,8-7 0,1-2 0</inkml:trace>
  <inkml:trace contextRef="#ctx0" brushRef="#br0" timeOffset="2167">1904 817 11386,'-2'12'0,"-2"0"0,-2 1 0,3 3 0,-1-1 0,0-1 0,-2-3 0,2 3 0,2 2 0,2 1 0,0 0 0,2-1 0,2-2 0,4-5 0,1-1 0,-3-2 0,6-6 0,0 8 0,5 1 0</inkml:trace>
  <inkml:trace contextRef="#ctx0" brushRef="#br0" timeOffset="2317">1957 678 11386,'-10'-2'0,"4"-4"0,-4 4 0,8-14 0,-5 7 0</inkml:trace>
  <inkml:trace contextRef="#ctx0" brushRef="#br0" timeOffset="2917">2184 887 11386,'0'18'0,"0"-1"0,0 1 0,1-7 0,5 1 0,4-8 0,7 2 0,1-12 0,-1-6 0,1-3 0,-6-1 0,-3 2 0,1 3 0,0-3 0,-7-1 0,3-3 0,-4 1 0,-4 7 0,-4 4 0,-5 4 0,-5 2 0,-1 2 0,-1 4 0,1-2 0,-1 8 0,1 1 0,0 3 0,-1 3 0,3 2 0,1 3 0,2-3 0,8-2 0,-1-1 0,3-1 0,2 1 0,0-6 0,2-1 0,3 3 0,-1-5 0,8 1 0,2-2 0,1-4 0,3-2 0,-1-2 0,0 0 0,1 0 0,-1 0 0,1 0 0,1 0 0,5 0 0,-5 0 0,4-2 0,-3-2 0,-3-2 0,-5 0 0,-1 6 0,3 0 0,-6-7 0,-2 5 0,-12-4 0,2-2 0,-6 0 0,0 0 0,1 1 0,3-7 0,-4 2 0,2-3 0,3-3 0,5 1 0,0 0 0,0-1 0,5-5 0,3 0 0,2 1 0,4 3 0,1 7 0,3 2 0,-1 1 0,0-1 0,3 6 0,1-2 0,2 4 0,-1 2 0,-9 2 0,-1 2 0,2 4 0,1 2 0,1 1 0,-3 7 0,-3 1 0,-2 4 0,3-3 0,-5 3 0,-2-3 0,-2-3 0,4 0 0,0 1 0,-2-1 0,-1 1 0,3-1 0,-4 1 0,6-1 0</inkml:trace>
  <inkml:trace contextRef="#ctx0" brushRef="#br0" timeOffset="3304">3004 922 11377,'0'-17'0,"0"5"0,0 0 0,0-1 0,0 3 0,0-2 0,-2 1 0,-3 1 0,1-5 0,-8 3 0,-2-4 0,-1 7 0,-2 3 0,-1 4 0,1 2 0,-3 8 0,-1 3 0,-2 7 0,1 5 0,3-2 0,3 7 0,3-1 0,1 0 0,8-6 0,-2 3 0,4-5 0,2-2 0,8-5 0,6-2 0,5-2 0,4-5 0,7-3 0,-5-5 0,2-7 0,4-4 0,0-3 0,0-4 0,-4-6 0,-2-4 0,5-8 0,-7 0 0,-4 0 0,-5-1 0,-6-1 0,-8-6 0,0 3 0,0-3 0,-2 5 0,-4-3 0,-6 1 0,-3 1 0,-11-5 0,-1 5 0</inkml:trace>
  <inkml:trace contextRef="#ctx0" brushRef="#br0" timeOffset="3856">3354 835 11321,'-18'0'0,"7"0"0,-1 0 0,6-6 0,-6 0 0,1-2 0,-7 3 0,1 3 0,-1-2 0,1 8 0,1-1 0,3 9 0,1 2 0,-1 1 0,5 3 0,0-1 0,2 1 0,0-1 0,1-5 0,5-1 0,2 1 0,3-2 0,5-3 0,8-7 0,1 0 0,4 0 0,-3 0 0,3-1 0,-4-5 0,-1-6 0,-3 2 0,-1-1 0,-2-3 0,-3-1 0,3-3 0,-4-7 0,-8-2 0</inkml:trace>
  <inkml:trace contextRef="#ctx0" brushRef="#br0" timeOffset="4252">3458 817 11321,'12'0'0,"0"0"0,-6 0 0,5 0 0,1 0 0,5 0 0,-5 0 0,-2-2 0,-1-2 0,1-1 0,-4-9 0,6 2 0,1-3 0,-3-8 0,1-1 0,1 3 0,-2 2 0,3-5 0,-7-1 0,0-2 0,2-4 0,-6-4 0,5-4 0,-1-4 0,0-1 0,0-3 0,-6-5 0,0-1 0,0 1 0,0 2 0,0 3 0,0 6 0,0 4 0,-2 18 0,-4 7 0,-4 18 0,-7 12 0,0 11 0,-1 10 0,1 5 0,1 11 0,3 1 0,1 2 0,0 2 0,-3-2 0,1 5 0,2-1 0,3 4 0,-3-8 0,6-2 0,4-2 0,2-1 0,0-3 0,0-3 0,16-5 0,3-7 0</inkml:trace>
  <inkml:trace contextRef="#ctx0" brushRef="#br0" timeOffset="4604">3843 765 11321,'-18'-12'0,"1"3"0,-1 1 0,7-4 0,-1 6 0,-2 2 0,-1 3 0,-3 1 0,1 0 0,5 0 0,3 1 0,-1 5 0,0 6 0,4 3 0,-3 3 0,1-1 0,4 1 0,2-1 0,2 1 0,0-1 0,2 1 0,4-3 0,5-3 0,5-4 0,1-8 0,1 0 0,-1 0 0,7 0 0,-1 0 0,-4-2 0,-5-4 0,1 2 0,-5-8 0,0-1 0,-4-3 0,-4 5 0,-2-1 0,0-2 0,0-1 0,0-3 0,-2 1 0,-4 1 0,-6 5 0,3-5 0,-3 5 0,-8-5 0,-7-1 0</inkml:trace>
  <inkml:trace contextRef="#ctx0" brushRef="#br0" timeOffset="4987">4157 695 11321,'-17'0'0,"1"-2"0,2-2 0,3-2 0,-1-1 0,-5 3 0,-1-2 0,1 0 0,-1 6 0,3 2 0,3 4 0,4-2 0,8 7 0,2-1 0,4 4 0,6-3 0,1 1 0,1 4 0,-2-3 0,1-1 0,-3-3 0,0 5 0,-1-4 0,1-3 0,-6 7 0,2-2 0,-4 3 0,-2-3 0,-2 0 0,-4 1 0,-4-5 0,-7 0 0,-1-3 0,1 1 0,-8 0 0,-3-6 0,-7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7:30.70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18 454 11355,'0'18'0,"0"-1"0,0-5 0,0 0 0,0 1 0,0 3 0,0 1 0,0-5 0,0-1 0,0-5 0,-2 4 0,-4-2 0,4-4 0,-4-10 0,4 2 0,2-8 0,0-1 0,0-3 0,0 3 0,0-3 0,0-3 0,0-1 0,6-1 0,2 0 0,2-5 0,3-1 0,3 6 0,1-2 0,1 1 0,-1-1 0,3 3 0,1-1 0,2 6 0,-1 3 0,-1 8 0,2-2 0,-3 4 0,5 2 0</inkml:trace>
  <inkml:trace contextRef="#ctx0" brushRef="#br0" timeOffset="365">280 472 11355,'17'-6'0,"1"-2"0,-1-1 0,1 5 0,-1-4 0,1 2 0,-1 0 0,-5 0 0,-1 6 0,1-2 0,-2-3 0,5 3 0,-5-14 0,-2 12 0,-8-5 0,-10 1 0,0 2 0,-1 6 0,-3 0 0,-2 0 0,-1 0 0,0 2 0,-1 4 0,1 5 0,-1 5 0,1 1 0,-1 1 0,9-1 0,3 1 0,4-1 0,2 1 0,0-1 0,0 1 0,2-3 0,4-3 0,5 1 0,11-7 0,3-2 0,2-2 0,-4-2 0,6 0 0,8-8 0,8-1 0</inkml:trace>
  <inkml:trace contextRef="#ctx0" brushRef="#br0" timeOffset="701">839 297 11355,'-12'0'0,"0"0"0,1 0 0,-7 0 0,1 0 0,5 0 0,0 0 0,-1 0 0,-1 2 0,1 2 0,1 2 0,8 2 0,-2-3 0,4 7 0,2-2 0,0 1 0,0 3 0,2-4 0,4-1 0,4 1 0,0 0 0,5-4 0,-3 5 0,3 3 0,-5-4 0,-4 1 0,-4 3 0,-2 1 0,-2 3 0,-4-1 0,-4-5 0,-7-2 0,-3-1 0,-3 1 0,2-4 0,-6 3 0,-1-1 0,1-4 0,6-2 0,-12 6 0,6 2 0</inkml:trace>
  <inkml:trace contextRef="#ctx0" brushRef="#br0" timeOffset="1084">996 70 11387,'-12'0'0,"1"0"0,7 0 0,-4 2 0,8 4 0,0 6 0,0 3 0,0 10 0,2 4 0,2 4 0,2 2 0,1 0 0,-3 0 0,2 0 0,-2 0 0,-2 0 0,-2-2 0,0-2 0,0-2 0,0-8 0,0 12 0,0-5 0</inkml:trace>
  <inkml:trace contextRef="#ctx0" brushRef="#br0" timeOffset="1418">961 315 11387,'-10'2'0,"4"3"0,6-3 0,6 4 0,0-4 0,10-2 0,5 0 0,4 0 0,-2-2 0,6-2 0,3-2 0,1 3 0,-4 1 0,-2 2 0,-2 0 0,-4 0 0,-1 0 0,-3 0 0,1 2 0,-1 3 0,-7 5 0,-4 8 0,-4-1 0,-4 0 0,-4 1 0,4-6 0,-6-3 0,2 1 0,1 0 0,-1-4 0,6 5 0,0 1 0,0-2 0,7-3 0,-5-7 0,6 0 0</inkml:trace>
  <inkml:trace contextRef="#ctx0" brushRef="#br0" timeOffset="1681">1328 210 11387,'-10'0'0,"2"0"0</inkml:trace>
  <inkml:trace contextRef="#ctx0" brushRef="#br0" timeOffset="2281">1380 350 11387,'-8'-10'0,"6"0"0,-4 4 0,5 2 0,1-7 0,0 5 0,0-6 0,0 8 0,-2-3 0,-4 7 0,4 2 0,-4 3 0,4 7 0,2 4 0,0 1 0,0 1 0,0-1 0,-2-5 0,-2-1 0,-2 3 0,3 1 0,1-3 0,0 0 0,-4 1 0,4-3 0,-6 0 0,0-3 0,5-1 0,-9-6 0,8-2 0,-2-3 0,4-11 0,2-7 0,0 1 0,0 3 0,0-4 0,2-1 0,4 1 0,6-2 0,1 0 0,3-4 0,-1 5 0,5 5 0,1-2 0,-2 1 0,3 5 0,1-1 0,0 8 0,-5 2 0,-1 5 0,1 1 0,-1 0 0,-1 1 0,-5 5 0,-3 12 0,-8 9 0</inkml:trace>
  <inkml:trace contextRef="#ctx0" brushRef="#br0" timeOffset="2564">1659 297 11387,'0'12'0,"0"-1"0,0 3 0,0 2 0,0 1 0,0 0 0,0 1 0,0-1 0,0 1 0,0-6 0,0-1 0,0 3 0,2-5 0,4 3 0,-4-8 0,6 4 0</inkml:trace>
  <inkml:trace contextRef="#ctx0" brushRef="#br0" timeOffset="2705">1712 123 11387,'0'0'0</inkml:trace>
  <inkml:trace contextRef="#ctx0" brushRef="#br0" timeOffset="3051">1834 332 11387,'0'18'0,"0"-1"0,0 0 0,0 1 0,0-1 0,0 1 0,0-1 0,0 1 0,0-1 0,0-7 0,0-2 0,0-10 0,0-4 0,0-4 0,0-7 0,0-1 0,0 1 0,6-6 0,2-1 0,-1 1 0,1-2 0,6 5 0,-3-3 0,5 4 0,1 1 0,-5 3 0,0 1 0,1 4 0,3 3 0,-5 1 0,1 6 0,2 0 0,-1 8 0,1 3 0,-4 5 0,-3 1 0,1 1 0,-4-1 0,2 1 0,-2-1 0,3 6 0,-1 1 0,-2-3 0,-2-9 0,6 3 0,2-5 0</inkml:trace>
  <inkml:trace contextRef="#ctx0" brushRef="#br0" timeOffset="4055">2498 384 11353,'0'-17'0,"0"0"0,0 5 0,-2 2 0,-2 1 0,-2-1 0,-2 4 0,3-6 0,-7-1 1,-2 3 0,1 0 0,1 3-1,-2 3 1,-1 2 0,-3 2-1,1 0 0,0 8 0,1 5 0,2 7 0,3 3 0,7 2 0,-2-4 0,4 3 0,2-3 0,0-2 0,0-1 0,0-1 0,0 1 0,2-3 0,4-1 0,6-2 0,3-9 0,3 3 0,-1-4 0,0-2 0,-5-6 0,0-1 0,-1-3 0,-1-4 0,4 5 0,-7-3 0,3-2 0,0-1 0,1-3 0,-5 1 0,-4-1 0,0 7 0,2-1 0,2-1 0,0 5 0,-6 2 0,-2 14 0,-4 9 0,4 3 0,-6 9 0,2 2 0,1 2 0,-3 2 0,4 0 0,-4 2 0,-1 3 0,3-3 0,-4 4 0,0-4 0,1-2 0,-1-8 0,-4-2 0,3-2 0,-3 1 0,-1-3 0,-3-7 0,1-5 0,-1-1 0,1-2 0,-1-6 0,1 0 0,-1-4 0,1-8 0,-1 1 0,1-15 0</inkml:trace>
  <inkml:trace contextRef="#ctx0" brushRef="#br0" timeOffset="4314">2655 315 11373,'0'17'0,"0"1"0,0-1 0,0 0 0,2 1 0,2-1 0,2 1 0,-1-1 0,-5 1 0,0-1 0,0 1 0,2-1 0,2 1 0,2-1 0,-2 1 0,4-7 0,-3 1 0,9-8 0,-4 4 0</inkml:trace>
  <inkml:trace contextRef="#ctx0" brushRef="#br0" timeOffset="4446">2672 192 11373,'-11'0'0,"-1"0"0,8 0 0,-4 0 0</inkml:trace>
  <inkml:trace contextRef="#ctx0" brushRef="#br0" timeOffset="4835">3022 472 11373,'15'-2'0,"-3"-4"0,-2 4 0,-7-6 0,3 1 0,0 3 0,-6-8 0,0 6 0,-2-3 0,-4 1 0,-3-4 0,-9 6 0,1 2 0,-1 2 0,1 4 0,1 4 0,5 6 0,-5 1 0,4 1 0,-1-2 0,1 1 0,-1 3 0,7 1 0,2 1 0,2-1 0,2 1 0,2-3 0,4-3 0,0-4 0,9-8 0,4 0 0,1 0 0,-1-2 0,-1-4 0,1-6 0,4-3 0,-3-3 0,3-1 0,-5-3 0,-7-1 0,3-2 0,-8 2 0,-3-6 0,-1-4 0,-2 3 0,0 1 0,0-2 0,0-2 0,-5-2 0,-3 0 0,0 1 0,0-1 0,-3 7 0,5 5 0,-8 4 0,5 1 0</inkml:trace>
  <inkml:trace contextRef="#ctx0" brushRef="#br0" timeOffset="5217">3423 489 11373,'0'-11'0,"2"1"0,2 0 0,2 1 0,0 3 0,-6-6 0,0-2 0,0 5 0,0-3 0,0-1 0,-2-1 0,-2 0 0,-4 5 0,-1 1 0,-3-4 0,-6 6 0,1 3 0,-6 3 0,-1 5 0,3 7 0,2 4 0,1 7 0,3 2 0,1 0 0,2 1 0,9 3 0,-3-6 0,4-2 0,2-1 0,6-3 0,3-1 0,5-3 0,5-1 0,5-8 0,-1 2 0,4-6 0,0-6 0,4 2 0,-7-8 0,-3-1 0,-2-3 0,-3-1 0,-3-1 0,-3 1 0,-2-1 0,-2 1 0,-8-1 0,-4 1 0,-2-1 0,-5 3 0,1 3 0,-7-3 0,-9 5 0</inkml:trace>
  <inkml:trace contextRef="#ctx0" brushRef="#br0" timeOffset="5650">3773 297 11373,'9'0'0,"-3"0"0,-12 0 0,-3 0 0,-9 0 0,1 0 0,-1 0 0,1 0 0,-1 0 0,1 0 0,1 2 0,5 4 0,1-4 0,6 6 0,-2-1 0,0 3 0,8 8 0,4-1 0,2-5 0,6-1 0,-3 1 0,3-2 0,3 3 0,5-5 0,1 0 0,-2 0 0,-1 3 0,-3-3 0,1 0 0,-1-1 0,0 1 0,-1-2 0,-4 6 0,-5-3 0,-7 3 0,-7-2 0,-5 3 0,-4-3 0,-1-2 0,0-2 0,-3-6 0,-1 0 0,-2 0 0,-1 0 0,7-16 0,-1-3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7:26.43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0 489 11365,'10'18'0,"-2"-1"0,-8 2 0,0 3 0,0 1 0,0 8 0,0-2 0,0 4 0,0 2 0,0 0 0,0 0 0,0-2 0,0-4 0,0 2 0,0-8 0,0-1 0,0-3 0,2-9 0,3-4 0,-3-6 0,4-6 0,-4-4 0,-2-9 0,0-3 0,0-1 0,0 0 0,0 3 0,0-3 0,0-6 0,0 2 0,0-2 0,0-2 0,0-2 0,0-4 0,0-2 0,0-2 0,0 2 0,2-3 0,2 1 0,4 2 0,1 2 0,-3-1 0,6 1 0,1 6 0,3 3 0,1 7 0,1 9 0,-1 7 0,1 3 0,-1 4 0,-1 3 0,-3 9 0,-1 7 0,-6-1 0,3 5 0,-1-2 0,-4 1 0,-2-1 0,-2-4 0,0 3 0,0 1 0,-2 0 0,-2-5 0,-4-1 0,-1 1 0,-3-1 0,-5-1 0,-1-5 0,1 3 0,-1-8 0,1-2 0,-1 5 0,1 1 0</inkml:trace>
  <inkml:trace contextRef="#ctx0" brushRef="#br0" timeOffset="683">402 349 11365,'-10'0'0,"2"2"0,8 4 0,0-4 0,2 6 0,4-8 0,4 6 0,7-1 0,1 1 0,-1-6 0,1 0 0,-7 0 0,1 0 0,2 0 0,1-2 0,2-2 0,1-1 0,-6-1 0,-1 6 0,1-8 0,5-4 0,-7 3 0,-4-3 0,-4 0 0,-2-5 0,0-1 0,0 7 0,-2 1 0,-4 2 0,2 3 0,-7 5 0,-3 0 0,-2 0 0,-1 0 0,-1 2 0,1 3 0,0 7 0,-1 9 0,1 3 0,-1-3 0,1-2 0,5 5 0,0 1 0,1 0 0,1 0 0,2-1 0,8-5 0,0 4 0,10-5 0,6-1 0,5-9 0,4-6 0,-4-4 0,5-2 0,1-2 0,2-7 0,6 3 0</inkml:trace>
  <inkml:trace contextRef="#ctx0" brushRef="#br0" timeOffset="1135">664 262 11365,'9'0'0,"7"0"0,-12 0 0,7 0 0,-7 0 0,6 0 0,-4 0 0,-4 0 0,6 8 0,-8 1 0,0 9 0,0-1 0,0-5 0,0 0 0,0 1 0,0 3 0,0-5 0,0 1 0,0 2 0,0 1 0,-2-3 0,-2-1 0,-2 3 0,-2-6 0,2-2 0,4-6 0,-3-6 0,3-4 0,2-7 0,0-1 0,0 1 0,7-7 0,5-1 0,4-2 0,1-4 0,1 4 0,-1 0 0,2 0 0,5-1 0,-5 7 0,4 0 0,-3 5 0,-3 4 0,1 9 0,-1-3 0,1 4 0,-1 2 0</inkml:trace>
  <inkml:trace contextRef="#ctx0" brushRef="#br0" timeOffset="2035">1013 279 11349,'-8'18'3,"-3"-1"0,1 1 0,0-1 0,2 1 2,5-1 0,-5 1 0,2-1-4,2 1 1,2-1 0,2 1-2,0-1 0,8-7 0,4-4 0,3-4 0,3-2 0,-1 0 0,0 0 0,1 0 0,-6-2 0,-1-2 0,3-4 0,1-2 0,-3 4 0,-2-5 0,-1-1 0,1 2 0,-4-5 0,4 3 0,-1-3 0,1-3 0,-4 1 0,4-1 0,-3 1 0,1 7 0,-2 4 0,-4 4 0,6 4 0,-8 4 0,0 6 0,0-2 0,2-1 0,3-1 0,-1 0 0,8-2 0,0-4 0,5 3 0,-5-9 0,-1-3 0,3-3 0,-4 6 0,-1-4 0,-1 1 0,4-3 0,-5-6 0,3 5 0,-4-3 0,6 8 0,-9 0 0,5 14 0,-8 4 0,0 3 0,0-3 0,0 0 0,0 1 0,0 3 0,0-5 0,0 1 0,0 2 0,8 1 0,2 10 0,7 3 0</inkml:trace>
  <inkml:trace contextRef="#ctx0" brushRef="#br0" timeOffset="2335">1572 297 11381,'0'10'0,"-2"3"0,-4-7 0,4 2 0,-4-2 0,4 3 0,2 9 0,0-1 0,2-1 0,4-5 0,-4-1 0,6-6 0,0 2 0,9 7 0,10-3 0</inkml:trace>
  <inkml:trace contextRef="#ctx0" brushRef="#br0" timeOffset="2517">1572 0 11381,'-8'10'0,"4"3"0,-7-7 0,7 2 0,-2-2 0,4-4 0,10 5 0,1-7 0</inkml:trace>
  <inkml:trace contextRef="#ctx0" brushRef="#br0" timeOffset="2905">1939 210 11381,'-18'9'0,"7"1"0,-1-4 0,0-4 0,-5 4 0,-1-10 0,3-4 0,3-2 0,-3 6 0,5-3 0,0-1 0,-5 6 0,13-4 0,-4 12 0,4 4 0,4 5 0,4-1 0,5-3 0,5-1 0,1 4 0,1-3 0,-1 3 0,1-4 0,1 1 0,3 1 0,1-2 0,0 3 0,-7-5 0,-3 0 0,-1-1 0,-2 7 0,1-2 0,-3-3 0,-10 1 0,-4-2 0,-4 3 0,-7-5 0,-2-2 0,-5-2 0,5 0 0,-4 2 0,3 2 0,3-2 0,1-4 0,5-6 0,-5-4 0,6-7 0</inkml:trace>
  <inkml:trace contextRef="#ctx0" brushRef="#br0" timeOffset="3338">2270 210 11431,'-5'-12'0,"-1"0"0,-8 7 0,3-5 0,-5 2 0,4 0 0,1 4 0,-3-1 0,-1 1 0,-3 2 0,1 2 0,-1 2 0,1 4 0,-1-3 0,1 9 0,-1 2 0,1 1 0,5 8 0,3 1 0,1-1 0,4 2 0,2-5 0,2 3 0,0-4 0,0-1 0,8-3 0,3-3 0,5-4 0,1 0 0,7-7 0,1 5 0,0-6 0,0-6 0,4-3 0,-5-7 0,-1 3 0,2 1 0,-11 0 0,3-5 0,-1-1 0,-8 1 0,-3-1 0,-3 1 0,-2 5 0,0 1 0,-7-1 0,-3-5 0</inkml:trace>
  <inkml:trace contextRef="#ctx0" brushRef="#br0" timeOffset="3722">2515 175 11431,'10'-18'0,"-1"9"0,-5 1 0,2 0 0,0 4 0,-6-8 0,-8 9 0,-4-3 0,-3 4 0,3 2 0,1 0 0,-3 2 0,-1 4 0,3-4 0,0 5 0,-1 1 0,3-4 0,0 8 0,3 1 0,1-3 0,8 0 0,3-3 0,-1 5 0,10-4 0,3 0 0,5-1 0,1 5 0,-6-4 0,3-1 0,3 1 0,-3 6 0,1-3 0,-6 3 0,-3-2 0,-6 3 0,4-3 0,-3 3 0,-3 3 0,-4-7 0,-6 1 0,-5 2 0,-11-1 0,-1-1 0,2-6 0,1-4 0,1-2 0,-2 0 0,-3 0 0,1-8 0,6-2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7:22.92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279 106 11393,'0'-12'0,"0"0"0,6 7 0,0-7 0,0 8 0,-6-4 0,-2 8 0,-2 2 0,-2 4 0,-7 4 0,1 7 0,-1 1 0,1-1 0,-4 3 0,5 3 0,-7 6 0,-5 4 0,4 2 0,-5 0 0,5 2 0,1 4 0,1-3 0,-1 7 0,3 0 0,3-1 0,-1-5 0,7 2 0,2-6 0,2-6 0,4-4 0,4-9 0,5-5 0,5-5 0,3-4 0,3-2 0,3 0 0,2 0 0,-4-6 0,7-2 0,1-1 0,2-5 0,0-1 0,-2-1 0,-4 2 0,-2 3 0,6-1 0,-4-5 0,8-1 0</inkml:trace>
  <inkml:trace contextRef="#ctx0" brushRef="#br0" timeOffset="484">419 490 11393,'8'10'0,"-4"-3"0,7-7 0,3 0 0,2 0 0,1 0 0,1 0 0,-7-1 0,1-5 0,1-6 0,-3-2 0,0 1 0,-2 1 0,-3 1 0,-5-7 0,0 1 0,-2 5 0,-3 2 0,-7 3 0,-4 1 0,-1 6 0,0 0 0,-1 0 0,1 8 0,-1 5 0,1 8 0,1-1 0,3 3 0,3-2 0,2 3 0,0-5 0,4 6 0,-1-1 0,1-1 0,10 0 0,5-5 0,7-3 0,5-3 0,-2 1 0,10-7 0,4-2 0,4-2 0,4-2 0,-2 0 0,3-15 0,9-5 0</inkml:trace>
  <inkml:trace contextRef="#ctx0" brushRef="#br0" timeOffset="1028">1310 438 11407,'-8'-18'0,"4"6"0,-7 3 0,-3 1 0,6 0 0,0 4 0,1-1 0,-5 1 0,2 2 0,-1 2 0,-3 0 0,1 8 0,-1 3 0,2 5 0,-1 1 0,3 1 0,0-1 0,3 1 0,3-1 0,-4 6 0,2 1 0,2-3 0,2-2 0,4-3 0,4-5 0,6-5 0,-3-2 0,3 0 0,2 2 0,1-2 0,3-8 0,-1-4 0,1-2 0,-1-3 0,0-3 0,1-3 0,-1-2 0,1-3 0,-6-5 0,-3 4 0,1-2 0,0-4 0,-6-2 0,1-2 0,-3-2 0,-2-4 0,0 4 0,-2-3 0,-3 3 0,-7 2 0,4 0 0,-15 0 0,3 0 0</inkml:trace>
  <inkml:trace contextRef="#ctx0" brushRef="#br0" timeOffset="1467">1677 473 11407,'0'-18'0,"0"1"0,0-1 0,-6 1 0,-2-1 0,-2 1 0,1 5 0,-5 2 0,2 3 0,-1 3 0,-3 2 0,-1 2 0,-1 0 0,1 2 0,1 4 0,3 5 0,1 5 0,2 1 0,-3 1 0,3 1 0,2 4 0,3-3 0,5 3 0,0-4 0,0-7 0,2-2 0,3-2 0,5-3 0,8-5 0,-1 0 0,0 0 0,1-2 0,-1-1 0,1-3 0,-1-6 0,1 4 0,-1 1 0,1-1 0,-3 0 0,-1 4 0,-3-2 0,3 2 0,-4 3 0,1 1 0,-1 1 0,4 5 0,-3 6 0,-5-4 0,4-1 0,-2 1 0,5-6 0,-3 6 0</inkml:trace>
  <inkml:trace contextRef="#ctx0" brushRef="#br0" timeOffset="1983">1904 315 11407,'0'18'0,"-6"-1"0,-2 1 0,-2-1 0,7 1 0,-3-1 0,4 1 0,2-1 0,0 1 0,0-1 0,2-7 0,2-3 0,1 1 0,9-6 0,-2 4 0,3-4 0,-3-4 0,-1-2 0,1-4 0,-2-1 0,5-1 0,-5-4 0,2 3 0,-1-3 0,-5 4 0,4-1 0,-2-3 0,3-1 0,-3-1 0,2 5 0,-6 3 0,5 8 0,-3 0 0,-4 2 0,4 4 0,-4 5 0,-2-1 0,2 0 0,2-1 0,1 1 0,3-4 0,-2 5 0,-2-7 0,6 4 0,-1-2 0,1 0 0,-4 0 0,5-8 0,3-4 0,-4 2 0,1-8 0,3-1 0,0-3 0,-1 1 0,-3 1 0,-2 2 0,-1 7 0,-1-7 0,-2 8 0,8-2 0,-8 6 0,1 6 0,-3 4 0,-2 7 0,0 1 0,6-7 0,2-1 0,0 0 0,-1-1 0,7-3 0,-2 4 0,3-2 0,3 5 0,7-11 0,2 6 0</inkml:trace>
  <inkml:trace contextRef="#ctx0" brushRef="#br0" timeOffset="2316">2724 350 11407,'-11'0'0,"1"-2"0,2-3 0,1 3 0,1-6 0,-6 0 0,2 4 0,-1-6 0,-3 3 0,-1 1 0,-3 6 0,1 0 0,-1 0 0,1 2 0,-1 4 0,7 3 0,1 9 0,2-1 0,4 1 0,2 1 0,2 2 0,0 3 0,0-3 0,2-1 0,4-5 0,6-1 0,3-3 0,9-7 0,1 2 0,0-4 0,0-2 0,-1-2 0,-5-4 0,2-5 0,3-5 0,-3-1 0,-9-1 0,-5 1 0,1-1 0,-6 1 0,4-1 0,-4 1 0,-18-1 0,-3 1 0</inkml:trace>
  <inkml:trace contextRef="#ctx0" brushRef="#br0" timeOffset="2782">3056 263 11407,'-11'-10'0,"-1"2"0,-2 1 0,-1 5 0,-3-4 0,1 4 0,0 2 0,-1 0 0,1 0 0,-1 0 0,6 2 0,1 2 0,-1 4 0,3 1 0,-1-3 0,4 6 0,6-1 0,0 5 0,10-4 0,5-3 0,3-5 0,-1 2 0,1-2 0,5 4 0,2-1 0,0 1 0,1 0 0,3 4 0,-6-5 0,-2 1 0,-1 0 0,-3 5 0,-1-1 0,-5 4 0,-3-5 0,-8 1 0,0 1 0,-8 3 0,-3 0 0,-5-5 0,-1-5 0,-7-4 0,-1-2 0,0 0 0,0 0 0,-6 0 0,4 0 0,-3-2 0,1-4 0,0-4 0,-6-7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7:44.42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227 924 11552,'-9'0'0,"1"-2"0,6-2 0,-4-2 0,2 0 0,-7 6 0,1 2 0,-4 2 0,3 4 0,-3 2 0,-1-1 0,-3 7 0,3-1 0,3 5 0,-4 3 0,5-2 0,-3 5 0,3 1 0,-3-4 0,8 4 0,2-2 0,2-3 0,4-9 0,4-3 0,8-2 0,7-4 0,0-2 0,8-2 0,3 0 0,0 0 0,5-2 0,2-4 0,2-4 0,-2 1 0,-2-7 0,-2 6 0,-1-7 0</inkml:trace>
  <inkml:trace contextRef="#ctx0" brushRef="#br0" timeOffset="434">594 1011 11552,'0'-12'0,"0"1"0,0-1 0,0-5 0,0 5 0,0 0 0,0-1 0,-2 3 0,-4-2 0,-3 3 0,-9-3 0,1 4 0,-1 8 0,1 2 0,-1 4 0,1 4 0,-1 7 0,1 1 0,-1-1 0,7 1 0,1 1 0,0 2 0,1 3 0,5-1 0,-2-6 0,4 1 0,2-1 0,2-5 0,4-2 0,5-1 0,5 1 0,3-6 0,3 2 0,1-4 0,-2-2 0,5-8 0,-3-4 0,-2-3 0,-1-3 0,-9 3 0,-1-1 0,0 1 0,-1-5 0,-5-1 0,2 4 0,-6 1 0,-6 4 0,4-3 0,-21-3 0,4-9 0</inkml:trace>
  <inkml:trace contextRef="#ctx0" brushRef="#br0" timeOffset="883">681 854 11552,'10'0'0,"-2"8"0,-8 3 0,0 5 0,0 1 0,-2 1 0,-4-1 0,4 1 0,-4-1 0,4 1 0,2-1 0,-2-5 0,-1-1 0,-3 3 0,0 1 0,6-5 0,2-4 0,4-12 0,5-5 0,-1-5 0,0-3 0,-1-3 0,1-1 0,2 0 0,5 5 0,-1 1 0,-5-1 0,5 1 0,-4 1 0,3 3 0,3 1 0,-7 8 0,1-2 0,1 4 0,-5 4 0,0 4 0,-2 6 0,0 3 0,-1 3 0,-5 1 0,0 3 0,0 1 0,0 0 0,0-5 0,0-1 0,0 1 0,0-1 0,0 0 0,8 1 0,2-1 0</inkml:trace>
  <inkml:trace contextRef="#ctx0" brushRef="#br0" timeOffset="1431">1677 836 11544,'12'0'0,"-1"0"0,-7-1 0,2-5 0,-4 2 0,-4-6 0,-4 2 0,-4-3 0,-7 5 0,-1 2 0,7 2 0,-1 2 0,-1 0 0,-3 0 0,4 0 0,1 0 0,-3 0 0,1 8 0,-1 2 0,2-1 0,8 7 0,-1-5 0,3 5 0,4-4 0,3-1 0,7 3 0,4 1 0,1 3 0,1-1 0,-1 1 0,-1-7 0,-3 1 0,-3 2 0,-2 1 0,3 3 0,-5-1 0,-2 0 0,-2-5 0,-4-2 0,-4-2 0,2 3 0,-9-5 0,-5-2 0,-3-2 0,-4-2 0,3 0 0,-1 0 0,2 0 0,1 0 0,-5-8 0,-2-2 0</inkml:trace>
  <inkml:trace contextRef="#ctx0" brushRef="#br0" timeOffset="2130">1834 959 11544,'18'0'0,"-7"0"0,1 0 0,1 0 0,-3 0 0,0-2 0,0-2 0,-1-2 0,3 0 0,3 4 0,-1-2 0,-2-1 0,-7-3 0,7 2 0,2-6 0,-5 3 0,1-3 0,-2-2 0,-2-1 0,-8-1 0,-4 5 0,-4-3 0,-7 8 0,-1 2 0,-1 3 0,-3 2 0,-1 5 0,2 6 0,1 3 0,3 5 0,0 1 0,-1 2 0,1 1 0,1-5 0,2 3 0,3 1 0,7 0 0,-2-5 0,4-1 0,2 0 0,8-1 0,4-4 0,3-5 0,3 1 0,1-6 0,2 4 0,3-4 0,-3-2 0,4-6 0,-2-2 0,-1 1 0,-3-1 0,5-6 0,-1 4 0,-2-1 0,-1-1 0,-5 6 0,-1-3 0,-5-1 0,-1 0 0,4 4 0,-4-3 0,1 1 0,3-6 0,5 3 0,1-5 0,-1 1 0,1 1 0,-1 2 0,1-1 0,-3-8 0,1-3 0,-3 3 0,3 0 0,-1-1 0,3-3 0,-3-2 0,7 0 0,-13-4 0,3 2 0,0-3 0,-8-8 0,1-7 0,-3-1 0,-2 1 0,0-9 0,-2 3 0,-2-1 0,-1 0 0,-7 3 0,4 5 0,-1 7 0,-5 8 0,4 8 0,-1 11 0,-3 6 0,4 6 0,1 8 0,-1 7 0,0 7 0,4 15 0,-5-1 0,-1 7 0,2 6 0,-5 7 0,3 4 0,-1 2 0,1 4 0,-3-4 0,5 2 0,-2 0 0,1-2 0,7 4 0,-2-9 0,4-5 0,2-3 0,0-11 0,2 1 0,4-8 0,3-7 0,9-13 0,-1-3 0,1-8 0</inkml:trace>
  <inkml:trace contextRef="#ctx0" brushRef="#br0" timeOffset="2567">2515 924 11462,'2'9'0,"4"-3"0,-2-4 0,7-2 0,3 0 0,-4 0 0,1 0 0,3 0 0,1 0 0,3-8 0,-1-3 0,-1 1 0,-2 0 0,-5 1 0,-1-1 0,-2 4 0,-6-5 0,-8 1 0,-4-2 0,-3 6 0,-3 4 0,1 2 0,-2 2 0,-3 4 0,-1 6 0,0-2 0,3 1 0,1 3 0,1 1 0,-3 3 0,11 1 0,1 4 0,-5-3 0,10 3 0,4-3 0,4-3 0,15-7 0,1-4 0,3-3 0,2 3 0,10-4 0,-4 4 0,0-4 0,8-10 0,6-2 0</inkml:trace>
  <inkml:trace contextRef="#ctx0" brushRef="#br0" timeOffset="2867">3004 871 11462,'-2'-15'0,"-4"3"0,4-3 0,-3 3 0,1 4 0,-2 2 0,-4 5 0,-7 1 0,-1 0 0,7 1 0,-1 5 0,-2 4 0,-1 0 0,-3 11 0,1-3 0,1 1 0,5 0 0,-3-1 0,8-1 0,3 1 0,1-1 0,2-5 0,0-1 0,2 1 0,3-2 0,7-2 0,9-6 0,5 1 0,1 3 0,-4 0 0,6-6 0,0-2 0,-2-4 0,6 4 0,-5-21 0,6 4 0</inkml:trace>
  <inkml:trace contextRef="#ctx0" brushRef="#br0" timeOffset="3149">3161 295 11462,'0'-27'0,"0"2"0,0 7 0,2 3 0,4 3 0,-4 4 0,6 10 0,-8 6 0,2 9 0,4 11 0,-4 12 0,3 5 0,-3 4 0,-2 3 0,2-4 0,2 13 0,2-3 0,-2 0 0,-2-2 0,-2-7 0,0-3 0,0 3 0,6-3 0,-1-3 0,-1-10 0,-2-6 0,-2-3 0,0-7 0,0 0 0,0-7 0,-8-10 0,-1-10 0</inkml:trace>
  <inkml:trace contextRef="#ctx0" brushRef="#br0" timeOffset="3296">3196 679 11462,'10'2'0,"-2"2"0,0 2 0,1 0 0,9-6 0,-1 0 0,3 0 0,3 0 0,4-2 0,0-4 0,6 4 0,-4-4 0,4-3 0,2-1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27.11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245 332 11754,'0'-11'0,"0"-1"0,2 8 0,2-4 0,2 1 0,-1 3 0,-5-8 1,0 6-1,0-5 1,-1-1-1,-5-6 0,2 1 0,-8 2 0,-1 3 0,-3 2 0,-1 6 0,-1-2 0,1 3 0,-7 3 0,1 5 0,2 7 0,1 4 0,3 1 0,1 0 0,5 1 0,1-1 0,6 3 0,-2 1 0,2 2 0,2 1 0,2-7 0,2-1 0,4-5 0,4 5 0,7-6 0,1-1 0,-1-1 0,1-8 0,-1 0 0,1 0 0,-1-8 0,1-3 0,-1-5 0,1 1 0,-3 1 0,-1 2 0,-3-1 0,-5 5 0,4 0 0,-2 1 0,5 5 0,-11-4 0,4 12 0,-4 5 0,-2 5 0,0 1 0,0 1 0,2-3 0,2-1 0,2-3 0,7-1 0,-1 2 0,3 3 0,3-5 0</inkml:trace>
  <inkml:trace contextRef="#ctx0" brushRef="#br0" timeOffset="471">577 175 11747,'-12'-6'0,"1"0"0,-1 1 0,-6 5 0,1 0 0,5 0 0,1 0 0,-3 0 0,-1 0 0,-3 0 0,8 0 0,3 7 0,7 5 0,5-2 0,3-1 0,0 1 0,0 0 0,5 0 0,-1 3 0,3-1 0,3-6 0,-1 5 0,1 3 0,-3-4 0,-1-1 0,-2 1 0,1 0 0,-5-5 0,0 5 0,-2 0 0,-1 0 0,1-5 0,-6 7 0,0 2 0,-8 1 0,-3 1 0,-5-5 0,-1 3 0,-1-8 0,1-2 0,-1-2 0,1-2 0,-1 0 0,1 0 0,0-8 0,7-2 0,2-7 0</inkml:trace>
  <inkml:trace contextRef="#ctx0" brushRef="#br0" timeOffset="768">821 140 11747,'-6'12'0,"1"-1"0,1 3 0,2 2 0,2 1 0,0 0 0,0 1 0,0-1 0,0 3 0,0 3 0,0-9 0,0 3 0,0-1 0,2-3 0,4-1 0,3 3 0,9-5 0</inkml:trace>
  <inkml:trace contextRef="#ctx0" brushRef="#br0" timeOffset="883">839 18 11747,'-10'0'0,"-5"-8"0,5-2 0</inkml:trace>
  <inkml:trace contextRef="#ctx0" brushRef="#br0" timeOffset="1433">1206 245 11747,'-16'-2'0,"4"-4"0,3 2 0,5-7 0,-2-3 0,-6 4 0,6-1 0,1-3 0,-3-1 0,4 3 0,-6 0 0,1 1 0,-1 1 0,4 0 0,-6 6 0,-1-1 0,-3 1 0,1 10 0,1 5 0,3 5 0,1 3 0,-4 2 0,5 5 0,1 1 0,2 0 0,6 2 0,0-6 0,0-3 0,2-3 0,6 1 0,9-1 0,1-7 0,5-4 0,-4-4 0,-1-2 0,5-8 0,0-4 0,-1-3 0,-3-3 0,-1 1 0,-3-1 0,-1 1 0,-3-1 0,-7 1 0,2-1 0,-4 1 0,-2 0 0,-2 7 0,-4 4 0,-2 6 0,-3 6 0,5 6 0,4 3 0,-4 2 0,0 3 0,3 1 0,1 3 0,2 7 0,0-4 0,0 2 0,0 0 0,0 6 0,0 6 0,0-3 0,0-1 0,0 4 0,0 2 0,-2-1 0,-4 1 0,-4-2 0,-7-8 0,-1-2 0,1-2 0,-7-2 0,1 2 0,0-7 0,-2-9 0,5 1 0,-3-8 0,6-4 0,5-6 0,-4-6 0,7-15 0,-9-2 0</inkml:trace>
  <inkml:trace contextRef="#ctx0" brushRef="#br0" timeOffset="1917">1363 140 11723,'-8'18'0,"6"-7"0,-4 1 0,4 2 0,2 1 0,0-3 0,0-1 0,0 3 0,0 1 0,0 3 0,0-1 0,0 1 0,0-1 0,0 1 0,0-1 0,0-5 0,2-2 0,4-3 0,-4-1 0,6-8 0,-8-4 0,0-5 0,0-5 0,0-1 0,0-1 0,0 1 0,0-1 0,2 1 0,2-1 0,3 1 0,3-1 0,-4 1 0,5 0 0,1-1 0,-2 1 0,5 5 0,-3 2 0,3 3 0,3 1 0,-1 6 0,1 0 0,-1 0 0,-5 2 0,0 3 0,-1 7 0,-1 4 0,4 7 0,-9 2 0,-1 2 0,-2 4 0,-2 0 0,0 0 0,0-3 0,0-3 0,0-2 0,0-5 0,0-1 0,0 1 0</inkml:trace>
  <inkml:trace contextRef="#ctx0" brushRef="#br0" timeOffset="2404">1939 140 11803,'-12'0'0,"1"0"0,-1 0 0,2-2 0,5-4 0,3 3 0,2-9 0,0-2 0,-2 7 0,-2-1 0,-2 0 0,-8 6 0,3-2 0,-5 8 0,5 0 0,-1 8 0,-2 1 0,-1 3 0,-1 3 0,3 2 0,3 3 0,2-3 0,1 4 0,3-1 0,-2-3 0,2-2 0,4-7 0,6-2 0,5-3 0,5-1 0,3-6 0,3-2 0,1-3 0,0-5 0,-5-8 0,-3 1 0,-3-1 0,3 1 0,-3-1 0,4 1 0,-5 0 0,1-1 0,-8 1 0,3 7 0,-7 10 0,0 12 0,-1 3 0,-5 3 0,4-1 0,-4 2 0,4 5 0,2-5 0,0 4 0,0-3 0,0-3 0,2-1 0,4-5 0,-4-3 0,21 0 0,-4 2 0</inkml:trace>
  <inkml:trace contextRef="#ctx0" brushRef="#br0" timeOffset="2904">2131 175 11803,'-15'2'0,"3"4"0,2-4 0,6 6 0,-1-1 0,-7 3 0,6 7 0,2 1 0,2-1 0,2 1 0,0-1 0,2-1 0,4-4 0,-2-3 0,8-5 0,1 2 0,3-2 0,1-2 0,1-4 0,-1-4 0,1-6 0,-1 3 0,0-3 0,1-2 0,-1-1 0,-5-1 0,0 3 0,-1 1 0,-1-1 0,4 3 0,-7-2 0,3-1 0,-4 3 0,6-2 0,-9 8 0,5 4 0,-8 12 0,0-2 0,0 1 0,2-7 0,4 2 0,4-4 0,7-2 0,1 0 0,-7-2 0,-1-4 0,0-3 0,-1-1 0,1-6 0,4 5 0,-3-5 0,-1-1 0,4 1 0,-5 3 0,-1 1 0,0 6 0,-2-6 0,-3 9 0,9-3 0,-8 12 0,2 5 0,-4 5 0,-2 1 0,0 1 0,0-1 0,0 1 0,0-1 0,0 1 0,0-1 0,8 0 0,1 1 0</inkml:trace>
  <inkml:trace contextRef="#ctx0" brushRef="#br0" timeOffset="3271">2900 158 11764,'-8'-10'0,"4"0"0,-8 4 0,1-1 0,-5-7 0,4 2 0,-3 7 0,3-5 0,-3 2 0,-3 2 0,1 6 0,-1 0 0,7 2 0,-1 4 0,0 6 0,3 3 0,-5 5 0,6 1 0,1 4 0,-1 2 0,2-5 0,6 1 0,0-4 0,0-1 0,2 3 0,4-1 0,5-7 0,5-3 0,1 2 0,1-7 0,1-1 0,5-2 0,-5-8 0,4-1 0,-3-3 0,-3-4 0,1-1 0,-3-3 0,-3 1 0,-6-1 0,-4 1 0,-2-1 0,0 1 0,0-8 0,0-2 0</inkml:trace>
  <inkml:trace contextRef="#ctx0" brushRef="#br0" timeOffset="3822">3127 70 11628,'-18'0'0,"1"0"0,-1-2 0,1-3 0,-1 3 0,1-4 0,-1 4 0,1 2 0,-1 0 0,3 2 0,1 2 0,5 3 0,1 3 0,2-4 0,6 6 0,0 1 0,0-3 0,2 0 0,4-3 0,5-3 0,7 6 0,3 0 0,3-1 0,-3-3 0,-2 4 0,1 0 0,1 1 0,2 1 0,1-1 0,-7 5 0,-1-2 0,-5-3 0,3 1 0,-8 5 0,-2 1 0,-3-7 0,-1 1 0,0 2 0,-7-1 0,-5 1 0,-3-4 0,-3-3 0,-1-1 0,-3-4 0,-1 2 0,2 2 0,1 0 0,3-6 0,-1 0 0,-7-8 0,-2-2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25.56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228 53 11874,'8'-9'0,"-6"-7"0,5 6 0,1 1 0,-6 1 0,6 8 0,-8 2 0,-2 4 0,-4 5 0,-6 5 0,3 1 0,-3 3 0,-1 3 0,-3 6 0,-1 4 0,-1 2 0,1 0 0,-1 0 0,1 2 0,-3 2 0,1 3 0,1 3 0,-3-6 0,11 1 0,1-3 0,3-2 0,4-8 0,2-3 0,2-5 0,4-1 0,3-9 0,11-3 0,1-4 0,2-2 0,8-8 0,-1-3 0,5-5 0,5-1 0,-3 5 0,4 0 0,-4-1 0,-2-3 0,0-1 0,0-1 0</inkml:trace>
  <inkml:trace contextRef="#ctx0" brushRef="#br0" timeOffset="581">525 333 12126,'-8'9'0,"6"1"0,-4-4 0,6-4 0,6 4 0,-2 2 0,8-3 0,1-1 0,-3-2 0,2-2 0,1 0 0,3 0 0,1-2 0,1-4 0,-7 3 0,1-9 0,-8 0 0,2-5 0,-4-1 0,-10 9 0,-4 3 0,-3 4 0,-3 2 0,1 0 0,-1 2 0,1 4 0,-1 5 0,7 5 0,-1 1 0,-2 1 0,-1-1 0,-1 3 0,5 1 0,3 2 0,0-1 0,6-3 0,-4-2 0,6 1 0,6-1 0,0-7 0,10-4 0,3-4 0,0-2 0,9 0 0,1-2 0,6-4 0,5-6 0,-3-3 0,6-3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13.05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53 227 11651,'-5'18'0,"-3"-1"0,0 0 0,0 1 0,1 1 0,3 3 0,-2 1 0,2-2 0,2-1 0,2-3 0,0 1 0,0-1 0,8-5 0,3-3 0,5-1 0,1-2 0,1-6 0,-1 0 0,1 0 0,-7-6 0,1-2 0,0-1 0,-3-5 0,5 4 0,-6-1 0,0-3 0,-1-1 0,1-3 0,-4-1 0,2-2 0,-2-3 0,-2 1 0,-2 5 0,0 1 0,0 0 0,7-1 0,3 1 0</inkml:trace>
  <inkml:trace contextRef="#ctx0" brushRef="#br0" timeOffset="399">420 279 11651,'-15'-11'0,"3"-1"0,2 6 0,4-3 0,-5 1 0,1-4 0,-2 6 0,1-5 0,-7 5 0,7 0 0,1 8 0,2 4 0,2-2 0,6 7 0,8 1 0,2 6 0,0-1 0,5-5 0,-3-3 0,3 1 0,3 0 0,-1-4 0,1 3 0,-1 1 0,1 0 0,-3-4 0,-1 3 0,-3 1 0,3 0 0,-4-5 0,-1 7 0,-1 2 0,-2 1 0,-6 3 0,-2-3 0,-4-3 0,-4 3 0,-7-5 0,0 2 0,-1-1 0,-5-7 0,-2 2 0,-1-4 0,1-2 0,0 0 0,4 0 0,-3 0 0,1-16 0,5-3 0</inkml:trace>
  <inkml:trace contextRef="#ctx0" brushRef="#br0" timeOffset="716">612 245 11651,'0'17'0,"0"0"0,0 1 0,2-1 0,2 1 0,2-1 0,7-1 0,-3-3 0,2-3 0,-1-2 0,-5 0 0,6-4 0,2 1 0,1-1 0,2-8 0,1-1 0,-8-9 0,-3 2 0,-1-3 0,0-3 0,0 1 0,-6-1 0,0 1 0,0-1 0,0 1 0,8 0 0,1-1 0</inkml:trace>
  <inkml:trace contextRef="#ctx0" brushRef="#br0" timeOffset="1132">1101 332 11651,'0'-18'0,"0"7"0,0-1 0,0-1 0,0-3 0,-2-1 0,-4-1 0,3 6 0,-9 1 0,-2-3 0,-1 6 0,-3 3 0,1 3 0,-1 2 0,1 0 0,0 2 0,-1 3 0,1 7 0,-1 6 0,3 3 0,1 2 0,2-1 0,3 3 0,-3-2 0,6-2 0,4-1 0,2-3 0,0 1 0,6-7 0,2-1 0,2-2 0,3-4 0,3-8 0,1-4 0,1 0 0,-1 1 0,1-7 0,-1 4 0,0 1 0,1 3 0,-1-2 0,1 0 0,-1-1 0,1 5 0,-1-2 0,1 4 0,-3 4 0,-3 4 0,-4-2 0,-6 5 0,1 1 0,3 0 0,0-5 0,-6 7 0,8 0 0,2 5 0</inkml:trace>
  <inkml:trace contextRef="#ctx0" brushRef="#br0" timeOffset="1498">1241 175 11496,'0'17'0,"2"1"0,4-1 0,-2 1 0,7-1 0,3 0 0,-4-5 0,1 0 0,3 1 0,1 3 0,3 1 0,-7-1 0,1-4 0,-8-5 0,-2-9 0,-10-2 0,0-3 0,1-3 0,-5-4 0,4-7 0,0-2 0,1 1 0,1-3 0,6 0 0,0 0 0,0 0 0,0-5 0,2 7 0,4 2 0,5 1 0,-1 3 0,2-1 0,3 3 0,6 3 0,-1 5 0,3 7 0,-3 0 0,-3 0 0,0 7 0,1 3 0</inkml:trace>
  <inkml:trace contextRef="#ctx0" brushRef="#br0" timeOffset="1729">1555 227 11532,'0'18'0,"0"-1"0,0 0 0,0-5 0,0 0 0,0 1 0,0 3 0,2 1 0,4 1 0,4-3 0,7-3 0,1 2 0,-1-9 0,1-1 0,-1-10 0,1-3 0</inkml:trace>
  <inkml:trace contextRef="#ctx0" brushRef="#br0" timeOffset="1845">1608 18 11532,'-18'0'0,"9"0"0,-7-8 0,6-2 0</inkml:trace>
  <inkml:trace contextRef="#ctx0" brushRef="#br0" timeOffset="2198">1974 297 11532,'0'-12'0,"0"1"0,0-3 0,-1 4 0,-3-1 0,-4-1 0,-2 2 0,-1-5 0,-7 5 0,1 0 0,-1 3 0,1 7 0,-1 0 0,1 0 0,-1 2 0,1 3 0,5 5 0,2 10 0,3 1 0,3 2 0,2 2 0,2-3 0,0 1 0,0-2 0,8-1 0,3-5 0,5-1 0,1-2 0,-3-7 0,1 5 0,5-2 0,1-4 0,-3-8 0,-1-4 0,1-2 0,-7-1 0,-1-9 0,-2-1 0,-4-2 0,5-8 0,1 3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11.36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368 435 11625,'11'0'0,"1"0"0,-8-2 0,2-4 0,-4 2 0,-2-7 0,1-1 0,3-5 0,2-1 0,0 1 0,-6-3 0,0-3 0,0 9 0,0-3 0,-2-1 0,-4-3 0,2 2 0,-7-5 0,-3 5 0,-1 2 0,-5-1 0,-1 1 0,-4-1 0,-3 1 0,5 1 0,-6 5 0,0 5 0,2 4 0,-4 2 0,6 2 0,-1 5 0,1 11 0,8 3 0,7 12 0,0 4 0,0 0 0,7 6 0,-3-1 0,4 1 0,2 0 0,8-1 0,3-5 0,5 0 0,1-4 0,8-10 0,5 1 0,3-5 0,1-1 0,-1-9 0,-1-3 0,-3-4 0,2-2 0,-4-2 0,0-4 0,-2-5 0,-3-5 0,-9-1 0,-3-3 0,-2-1 0,-4-2 0,-3-6 0,-1 3 0,0 1 0,0 0 0,-7-6 0,-3 4 0</inkml:trace>
  <inkml:trace contextRef="#ctx0" brushRef="#br0" timeOffset="435">577 16 11903,'0'-10'0,"0"4"0,0 12 0,0 6 0,6 11 0,2 6 0,0 6 0,-1 6 0,5-2 0,-4 5 0,1 1 0,5 0 0,0-5 0,-1 5 0,-1-2 0,1-5 0,1-8 0,0-7 0,-5-4 0,-1-1 0,6-1 0,-5-7 0,9-2 0</inkml:trace>
  <inkml:trace contextRef="#ctx0" brushRef="#br0" timeOffset="614">542 348 11903,'12'-6'0,"0"0"0,-1 0 0,7 4 0,-1-2 0,1-1 0,1-1 0,2 6 0,5 0-8,1 0 8,2 0 0,6 0 0,0 0 0</inkml:trace>
  <inkml:trace contextRef="#ctx0" brushRef="#br0" timeOffset="919">961 383 11891,'2'15'0,"2"-1"0,2-3 0,0 7 0,-6 5 0,0-2 0,0-1 0,2-3 0,2 1 0,1-1 0,-1 1 0,4-1 0,0-1 0,2-5 0,-7-1 0,3-4 0,-4-4 0,-2-2 0,-2-12 0,-4-3 0,3-3 0,-9 1 0,0-1 0,3 1 0,-1-7 0,6 1 0,-2 0 0,2-2 0,2 5 0,2-5 0,0 2 0,0-1 0,2 1 0,4 6 0,6 1 0,3 5 0,3-3 0,-1 6 0,1-2 0,7 7 0,2-5 0</inkml:trace>
  <inkml:trace contextRef="#ctx0" brushRef="#br0" timeOffset="1236">1311 417 11891,'0'10'0,"0"6"0,-2-14 0,-2 2 0,-2-8 0,0 0 0,4-6 0,-2 0 0,-1 1 0,-7 3 0,4-6 0,-2-1 0,5 5 0,-7 2 0,-2 4 0,-1 2 0,-1 2 0,5 4 0,-3 4 0,8 7 0,2 0 0,2 1 0,2-1 0,0 1 0,8-6 0,4-3 0,3-1 0,3-4 0,-1-2 0,1-2 0,-1 0 0,1 0 0,-1 0 0,1 0 0,-1-2 0,1-4 0,-9 2 0,-3-7 0,-4-3 0,-2 4 0,0-1 0,-8-1 0,-1-6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35.73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88 11553,'0'10'0,"0"-1"0,0-3 0,0-4 0,6 8 0,2-4 0,1 5 0,-3-3 0,6 0 0,1 0 0,-3-6 0,2 3 0,-1-3 0,7-2 0,-1 0 0,-5-7 0,-2-5 0,-2-4 0,3-1 0,-5-1 0,-2 1 0,4 0 0,-3-1 0,-1 1 0,-2 5 0,-4 2 0,-3 3 0,1 1 0,-8 6 0,-2 0 0,-1 0 0,3 2 0,1 3 0,-3 7 0,-2 4 0,1 1 0,1 1 0,3 1 0,-3 4 0,4-3 0,1 5 0,1-2 0,4 0 0,2 1 0,2-7 0,2 1 0,4-1 0,4-1 0,7-3 0,1-3 0,-1-2 0,6-2 0,3-6 0,1 0 0,4 0 0,0-2 0,-2-4 0,4-4 0,-6-7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36.23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36 693 11527,'0'10'0,"8"-2"0,1-16 0,7-4 0,-5-3 0,3-3 0,-6 1 0,2-3 0,3-3 0,-3 2 0,0-8 0,-1-2 0,1-2 0,-6-4 0,2-2 0,-4-2 0,-2 2 0,0 0 0,0 1 0,-2-5 0,-4-2 0,2 8 0,-8 1 0,-1 7 0,-3 3 0,5 9 0,-1 7 0,-2 2 0,1 16 0,-1 12 0,2 7 0,-1 10 0,5-1 0,0 11 0,3 2 0,-1 1 0,0 8 0,6 0 0,0 1 0,0 1 0,0-6 0,0 4 0,0-3 0,0-3 0,0-7 0,2-5 0,4-3 0,5-2 0,5-8 0,9 6 0,2-5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36.95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1 243 11524,'0'17'0,"2"-1"0,1-2 0,3-3 0,-2 3 0,-2-4 0,-2 1 0,0 3 0,0 1 0,0 3 0,0-1 0,0 1 0,0-1 0,0 1 0,0-9 0,0-3 0,0-12 0,-2-5 0,-2-11 0,-2-1 0,3 2 0,1-6 0,2-3 0,2-3 0,3-2 0,-1 6 0,8 0 0,1-2 0,3-2 0,1 6 0,1 4 0,-1 3 0,1 3 0,-1-1 0,1 3 0,-1 3 0,1 6 0,-1 6 0,1 4 0,-1 6 0,1 6 0,-1-3 0,1 12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37.32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245 140 11528,'-10'-11'0,"2"-1"0,0-1 0,1-3 0,-7-1 0,2-1 0,1 1 0,-7-1 0,1 9 0,-1 3 0,1 4 0,5 2 0,1 2 0,-1 4 0,2 5 0,-5 11 0,5 3 0,0 0 0,5 0 0,-3 6 0,2-4 0,2 3 0,2-1 0,2-8 0,2 2 0,4-3 0,4-5 0,7-3 0,1-6 0,-1-4 0,6-2 0,1-2 0,-1-2 0,2-2 0,-5-8 0,3 3 0,-6-5 0,-5-1 0,2-1 0,-7 1 0,1-1 0,0 1 0,-2-1 0,-6 1 0,0-8 0,0-2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37.88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35 924 11528,'12'10'0,"-1"-4"0,-5-4 0,6-2 0,-1 0 0,7 0 0,-7-2 0,1-4 0,-6-4 0,4-7 0,-1-1 0,1 1 0,-6-6 0,4-3 0,-3-1 0,1-4 0,6 4 0,-6-2 0,-2-4 0,-2-6 0,3 0 0,1-7 0,-2-3 0,-2-1 0,-4-1 0,-2 3 0,-4 1 0,-1-1 0,-1-1 0,-4 3 0,3 5 0,-3 4 0,5 8 0,-3 4 0,-2 5 0,-1 9 0,-3 18 0,1 11 0,5 7 0,3 12 0,-1 2 0,0 1 0,6 15 0,-4-1 0,3 4 0,-1 2 0,0 6 0,6-3 0,0 3 0,0 3 0,0-5 0,0 8 0,2-8 0,4-4 0,-2-1 0,7-9 0,3-3 0,1-5 0,3-7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38.72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228 123 11509,'-6'-12'0,"-2"0"0,-2-1 0,-1-3 0,-5-1 0,5-1 0,-5 7 0,4 1 0,-3 2 0,-3 2 0,1 8 0,-1 4 0,7 6 0,-1 9 0,1 4 0,1 3 0,-4-1 0,8 4 0,3-4 0,1-2 0,2 4 0,0-5 0,0-3 0,0-2 0,2-9 0,3-2 0,7 0 0,4-7 0,1 3 0,0-8 0,1-7 0,-1 1 0,1-2 0,-1-1 0,1-3 0,-7-1 0,-1-1 0,-2 1 0,-4-1 0,4 7 0,-3-1 0,1 1 0,2 1 0,-6 0 0,4 4 0,-4 6 0,-2 0 0,0 2 0,-2 10 0,-2 2 0,-2 1 0,0 2 0,6 1 0,0-1 0,0 1 0,0-6 0,0-1 0,0 3 0,0 1 0,6-3 0,2-2 0,0-1 0,-1 1 0,7-6 0,-4 11 0,7-5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39.13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16 777 11509,'-9'17'0,"3"-1"0,12-5 0,3-9 0,7-9 0,-3-1 0,-1 0 0,0-6 0,3 3 0,-1-5 0,-3-1 0,-1-6 0,4-3 0,-3 1 0,3 0 0,-4-6 0,-1 2 0,-1-4 0,-4-2 0,-2 0 0,-2-2 0,0-4 0,0-5 0,-2-5 0,-2 1 0,-4 1 0,-1 3 0,-3 7 0,-5-2 0,-1 4 0,1 12 0,-1 10 0,1 13 0,7 17 0,2 14 0,2 6 0,1 6 0,-3 9 0,4 11 0,-2 1 0,2 4 0,2-4 0,2 2 0,0 0 0,0-2 0,0 4 0,2-8 0,2-2 0,2-1 0,8-11 0,-5-1 0,9-8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39.85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10 11442,'9'8'20,"1"-4"-17,-4 7 0,-4 1 0,4 5 0,-3 1-3,3-1 1,-4 3 0,4 1-1,-4 2 0,-2-1 0,0 3 0,0-2 0,0-2 0,0-1 0,0-3 0,0 1 0,0-1 0,0-5 0,-2-2 0,-4-3 0,4-3 0,-4-10 0,5-5 0,1-5 0,0-1 0,0-3 0,0-3 0,0 2 0,0-6 0,1-1 0,5 1 0,-2 6 0,6-4 0,0 1 0,-1 1 0,1 0 0,4 7 0,-3 5 0,3 5 0,-4-2 0,1 4 0,3 6 0,-5 0 0,1 12 0,-2 3 0,-4 4 0,-2 5 0,0-5 0,2 2 0,1-1 0,1 3 0,-6-2 0,0-1 0,0-3 0,0-2 0,2 1 0,4-1 0,4 1 0,7-1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40.18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18 11476,'10'18'0,"-4"-1"0,2 0 0,-3 1 0,-1-1 0,-2 1 0,-2-1 0,0 3 0,0 1 0,0 2 0,0 1 0,2-7 0,2 1 0,2-1 0,2-5 0,-4-1 0,1 3 0,9-6 0,-2-3 0,3-3 0,-3-2 0,-1-2 0,3-3 0,-6-5 0,0-8 0,-3 1 0,1 0 0,0-1 0,-4-1 0,2-3 0,2-1 0,-1-2 0,-5 3 0,0-1 0,0 2 0,0 1 0,0 3 0,0 0 0,-7-1 0,-3 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40.58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106 157 11476,'2'10'0,"3"-4"0,-1-4 0,8-2 0,-6 0 0,5 0 0,3 0 0,-4-2 0,1-4 0,3-6 0,-4 3 0,-1-3 0,-1-1 0,4 3 0,-6-2 0,-3-1 0,-1-3 0,-2-1 0,0-1 0,-7 3 0,-5 3 0,-3 6 0,-3 4 0,1 2 0,-1 2 0,1 4 0,-1 4 0,1 7 0,-1 3 0,1 3 0,-1-2 0,3 8 0,1 0 0,3-1 0,7 5 0,-2-6 0,4 2 0,2 0 0,0-8 0,2 3 0,4-7 0,5-5 0,11 1 0,3-7 0,0-2 0,0-2 0,4-4 0,-5-4 0,7-4 0,-4-7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40.93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18 11476,'0'-7'0,"0"7"0,0 7 0,0 11 0,0-1 0,0 1 0,6 7 0,0 2 0,-2 2 0,-2 0 0,-2 0 0,0 6 0,0-2 0,0-4 0,0-3 0,0-9 0,0 1 0,0-1 0,7-7 0,-5-4 0,6-12 0,-2-6 0,0-3 0,5-11 0,-3-1 0,0-2 0,0 0 0,3 0 0,-3-6 0,2 2 0,3 4 0,3-2 0,1 7 0,1 3 0,-1-6 0,1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41.31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245 140 11476,'-6'-12'0,"0"1"0,0-1 0,6-6 0,0 1 0,-6 5 0,1 1 0,-1-1 0,-2 2 0,4-3 0,-7 7 0,-3 2 0,-2 2 0,-1 2 0,0 0 0,-1 0 0,1 8 0,-1 5 0,3 7 0,3 3 0,-4 6 0,7-3 0,-1-1 0,4 0 0,4-2 0,2-5 0,0-1 0,0 1 0,8-9 0,4-1 0,3-2 0,3 0 0,-1 0 0,1-6 0,-1-2 0,1-4 0,-3 2 0,-1-8 0,-3-1 0,-1-3 0,2-1 0,-7-1 0,-3 1 0,-2-3 0,0-3 0,0 4 0,0-7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41.85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1 11497,'0'17'0,"0"1"0,0-1 0,0 1 0,0-1 0,0 1 0,0 1 0,0 2 0,0 3 0,0-3 0,6-2 0,0-1 0,0-1 0,2 1 0,1-7 0,9-1 0,-1-2 0,1-2 0,-1-8 0,1-2 0,-1-2 0,-5-8 0,-1 1 0,1-7 0,-2-3 0,-3-2 0,-7 4 0,0-3 0,0 3 0,0-4 0,0 1 0,0 3 0,-7 2 0,-3 1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42.26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192 35 11497,'-11'-2'0,"-1"-3"0,6 3 0,-3-6 0,-1 2 0,0 0 0,4 0 0,-5 6 0,-3 0 0,4 0 0,-1 0 0,7 8 0,-2 4 0,4 3 0,2 3 0,0-1 0,2 1 0,4-1 0,2 1 0,5-1 0,-1-1 0,2-5 0,-1 5 0,1-5 0,-3 5 0,3 1 0,-4 1 0,-1-1 0,-1 1 0,-4-1 0,-2 1 0,-2-1 0,0 1 0,0-1 0,0 1 0,-2-3 0,-4-1 0,-6-3 0,-3-5 0,-2 4 0,-1-2 0,1-5 0,-1-1 0,1-2 0,-1-2 0,1-3 0,1 1 0,5-8 0,-5 0 0,6-5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42.63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53 18 11497,'-8'9'0,"6"7"0,-6-6 0,0-1 0,6 7 0,-3-4 0,3 3 0,0 3 0,-2-1 0,-2 0 0,2 1 0,2 1 0,2 3 0,0 1 0,2 0 0,2-5 0,4-1 0,1 1 0,-3-9 0,6-3 0,1-4 0,3-2 0,1 0 0,1 0 0,-1-8 0,-1-3 0,-2-5 0,-3-1 0,-5-3 0,4-1 0,-1-4 0,1-2 0,-6 3 0,2-3 0,-4 2 0,-2 4 0,6 1 0,-1 3 0,-1-1 0,-2 1 0,-2 7 0,0 2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43.05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263 122 11497,'-6'-17'0,"0"0"0,-6-1 0,5 3 0,-1 1 0,0 2 0,-5 6 0,1-3 0,-4 1 0,5 2 0,-1 6 0,-2 0 0,-1 0 0,-2 8 0,-1 4 0,3 5 0,3 6 0,-4-3 0,7 3 0,-3-2 0,0 3 0,8-5 0,-1 4 0,3-3 0,4-9 0,3-1 0,7-2 0,4-4 0,1-2 0,1-4 0,-1-2 0,1-2 0,-1-6 0,0 5 0,1-3 0,-1-4 0,-1 5 0,-3-1 0,-1 2 0,-6-3 0,6 5 0,-9 2 0,3 10 0,-4 5 0,-2-1 0,0 2 0,0 1 0,0 3 0,0-5 0,0 1 0,0 2 0,0-5 0,0 3 0,8 0 0,2 5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43.49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70 123 11497,'-8'17'0,"6"-5"0,-4-1 0,4 1 0,2 5 0,0 1 0,0-6 0,0-1 0,0 3 0,0 1 0,0 3 0,0-1 0,0-5 0,0 0 0,0-7 0,-2 5 0,-3-2 0,1-2 0,-6-8 0,2-4 0,-3-4 0,5-7 0,2-1 0,2 1 0,2-7 0,0-1 0,0 0 0,0 0 0,2-4 0,4 3 0,5 1 0,5 0 0,1 2 0,1 5 0,-1 3 0,1 3 0,5 4 0,0 8 0,1 0 0,1 0 0,-6 2 0,5 4 0,-5 4 0,-2 7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43.74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0 11497,'0'12'0,"0"-1"0,0-5 0,0 6 0,0 1 0,0-3 0,0 2 0,0 1 0,6 3 0,0 1 0,0 1 0,2-1 0,1 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43.87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1 11497,'-10'0'0,"2"0"0,8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08:44.31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245 192 11495,'10'-2'-7,"-5"-3"0,3 1 0,-2-8 4,-2-1 0,-2 3 0,-2-2 2,0-1 0,0-3 0,-2-1 0,-4 1 1,-6 4 0,3-3 0,-3 5 0,-1-1 0,-3-1 0,-1 8 0,-3-2 0,-1 4 0,-2 2 0,-1 0 0,7 2 0,-1 4 0,1 6 0,1 3 0,3 3 0,3-1 0,2 1 0,2 5 0,6 0 0,0-1 0,0-3 0,2-4 0,2-1 0,6-2 0,6 1 0,-3-5 0,10-2 0,-1-4 0,1-2 0,-4 0 0,5 0 0,-5 0 0,-1 0 0,-1-8 0,1-2 0,-3-1 0,-3-1 0,-5 0 0,-7-5 0,0-1 0,0 1 0,0 0 0,-15-9 0,-4-1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0:51.80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174 57 11857,'-9'1'0,"2"3"0,3 6 0,1 9 0,-2 8 0,-1 10 0,-2 10 0,-1 6 0,-1 6 0,0 5 0,0 2 0,-1-3 0,2-6 0,1-8 0,2-9 0,-1-7 0,0-6 0,1-3 0,2-5 0,-1-3 0,3-6 0,-3-1 0,0-2 0,2-2 0,-6-10 0,4 0 0</inkml:trace>
  <inkml:trace contextRef="#ctx0" brushRef="#br0" timeOffset="213">72 496 11857,'10'-6'0,"-3"-2"0,0 5 0,1 0 0,1-2 0,2 4 0,2-2 0,2 0 0,1 1 0,1-1 0,0 0 0,0 2 0,0 1 0,0 0 0,0 0 0,-5 5 0,3 0 0</inkml:trace>
  <inkml:trace contextRef="#ctx0" brushRef="#br0" timeOffset="430">328 629 11824,'-1'-9'0,"-2"1"0,0 1 0,-2 0 0,2-2 0,-4 2 0,1-1 0,0 5 0,-2 1 0,-1 1 0,-3 1 0,0 1 0,-2 3 0,2 7 0,-3 0 0,1 5 0,2 0 0,0 0 0,3 1 0,1 2 0,3-1 0,0-1 0,2-4 0,3 0 0,0-1 0,0-2 0,4 0 0,3-1 0,2-2 0,1-4 0,4-1 0,0-2 0,-1 0 0,2 0 0,-4-5 0,3-2 0,-1-2 0,0-1 0,-2-2 0,2 0 0,-4-2 0,-2 2 0,-1-3 0,0 1 0,-2 2 0,-3 1 0,-1 0 0,-1 6 0,-3 2 0,-2 6 0,0 4 0,0 5 0,1 2 0,-1-2 0,4 3 0,-2-1 0,3-2 0,1-1 0,0-4 0,0 0 0,0 1 0,1-2 0,3 0 0,1-3 0,5 1 0</inkml:trace>
  <inkml:trace contextRef="#ctx0" brushRef="#br0" timeOffset="897">553 87 11849,'-2'21'0,"0"1"0,-1 6 0,-1 7 0,1 7 0,-2 6 0,1 3 0,-2 3 0,2 3 0,-2-1 0,1-5 0,1-6 0,-3-4 0,3-3 0,-1-7 0,0-6 0,-1-2 0,2-9 0,1-2 0,-2 0 0,4-2 0,-3-6 0,4-4 0,0-5 0,0-4 0,0-5 0,1-2 0,2-2 0,4-4 0,-1 0 0,0 1 0,2 1 0,1-1 0,3 2 0,0 1 0,2 2 0,-2 1 0,0 5 0,-2 4 0,0 2 0,0 1 0,1 2 0,-1 1 0,0 1 0,0 3 0,1 5 0,-2 4 0,-1 1 0,-2 1 0,-3-4 0,0 4 0,-2-1 0,-1-1 0,-1 2 0,-2-3 0,-4 2 0,-2-1 0,-3-2 0,-1-1 0,-3 0 0,0 1 0,-3-5 0,3 0 0,-1 0 0,0-1 0,3-2 0,-3 0 0,5-2 0,-3-1 0</inkml:trace>
  <inkml:trace contextRef="#ctx0" brushRef="#br0" timeOffset="1332">829 557 12021,'-11'0'0,"6"0"0,0-1 0,5-2 0,3-3 0,2-4 0,1-1 0,2-3 0,0 1 0,0-4 0,0-1 0,3-1 0,-1-6 0,5-2 0,-2-4 0,1-3 0,0-2 0,-4-5 0,0 0 0,0 0 0,-3 1 0,-1 3 0,-2 4 0,-1 4 0,-3 10 0,-4 9 0,-3 14 0,-5 12 0,-3 8 0,-1 6 0,0-1 0,-2 9 0,1 0 0,-1 2 0,-1 4 0,-1 2 0,2-1 0,1 1 0,6 1 0,0-2 0,4-3 0,2-4 0,2-2 0,3-8 0,1-3 0,2-5 0,3-6 0,4 0 0,2-3 0,1-1 0,-1 0 0,2 1 0</inkml:trace>
  <inkml:trace contextRef="#ctx0" brushRef="#br0" timeOffset="1699">1023 588 11954,'-9'-4'0,"1"-2"0,1-1 0,-1 0 0,-1 4 0,-1-4 0,-1 0 0,1 2 0,0-3 0,0 4 0,-2 2 0,-1 1 0,0 2 0,-3 2 0,0 4 0,1 2 0,2 6 0,-1 2 0,3 1 0,1-1 0,4 1 0,3-3 0,2 0 0,1 0 0,1-3 0,2-4 0,5-2 0,5-2 0,1 0 0,5-4 0,-2 0 0,1 0 0,1-1 0,2-3 0,-1-3 0,0-2 0,-3-1 0,-1 0 0,-1 0 0,-2-1 0,-2 2 0,-1 1 0,0 2 0,1-2 0,-6 3 0,0 2 0,-5 6 0,0 4 0,0 2 0,-4 1 0,1 2 0,1 0 0,1 2 0,1-1 0,0-2 0,0-1 0,4 0 0,3 0 0,2 0 0,1 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0:50.86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1 633 11808,'1'-7'0,"2"2"0,4-1 0,2 0 0,1-2 0,4-2 0,1-3 0,1-4 0,2-3 0,1 0 0,2-2 0,-1-1 0,0 0 0,-2-6 0,-3 2 0,1-3 0,0 0 0,-3-1 0,-1 0 0,-3 0 0,-2-3 0,-5 1 0,2-4 0,-3 2 0,-1 2 0,-1 7 0,-1 6 0,-3 6 0,-1 6 0,3 5 0,-4 7 0,-1 6 0,-1 6 0,-5 9 0,0 6 0,-1 5 0,0 4 0,-2 2 0,2 2 0,1 4 0,-1 2 0,-2 1 0,4 0 0,3-1 0,3-1 0,2-2 0,0-3 0,0-4 0,4-6 0,4-7 0,3-7 0,5-4 0,2-1 0,0-8 0,4 0 0,0-1 0,3 0 0</inkml:trace>
  <inkml:trace contextRef="#ctx0" brushRef="#br0" timeOffset="574">410 613 11808,'-11'-4'0,"1"1"0,0 1 0,0-3 0,-1 2 0,1 0 0,0 2 0,0 1 0,0 0 0,-1 0 0,1 5 0,0 2 0,0 2 0,-1 1 0,2 1 0,1 2 0,3 0 0,0 0 0,2-2 0,3 0 0,0-1 0,0 0 0,1-1 0,2-1 0,5-2 0,5-2 0,-1 0 0,4-4 0,0-2 0,-1-1 0,1-3 0,-1 0 0,0-1 0,0-1 0,0-2 0,-1-3 0,-1-1 0,1 2 0,-2 1 0,-3 2 0,-5 3 0,-6 7 0,-4 7 0,-1 6 0,-1 0 0,0 2 0,1-1 0,3 1 0,-1 0 0,4-3 0,-1 3 0,4-1 0,8-1 0,6-4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0:49.67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293 654 11817,'0'-5'0,"0"-1"0,0 2 0,4 2 0,-1-5 0,-1-1 0,0-1 0,-2-1 0,0 0 0,0 0 0,-2-1 0,-1 2 0,-4 3 0,-2-4 0,-1 5 0,-1-1 0,-3 3 0,-2 2 0,-4 1 0,-2 2 0,-2 5 0,3 1 0,-3 10 0,2 2 0,2 3 0,-3 5 0,3 0 0,5 1 0,6 2 0,1-4 0,4-1 0,4-3 0,6-7 0,2-3 0,9-9 0,2-3 0,4-3 0,0-6 0,4-8 0,0-6 0,-1-3 0,4-2 0,-3-5 0,2-1 0,-2-1 0,-3-4 0,-6 0 0,-2-2 0,-2-1 0,-1-2 0,-6 1 0,-4 3 0,-2-1 0,-5-3 0,-3-3 0,-2 2 0,-1 2 0,1 1 0,1 10 0,1 6 0,-1 6 0,2 5 0,-1 8 0,-1 2 0,-1 3 0,-1 1 0</inkml:trace>
  <inkml:trace contextRef="#ctx0" brushRef="#br0" timeOffset="646">457 613 11841,'0'7'0,"0"0"0,0-5 0,1 6 0,2-4 0,3-1 0,4-3 0,1 0 0,-1-3 0,-1-2 0,-1 0 0,-1 1 0,-1-4 0,4 1 0,-4-2 0,-1-1 0,-5 0 0,-1 1 0,-3 2 0,-4 3 0,-4 3 0,1 1 0,-4 0 0,0 1 0,-2 3 0,1 5 0,0 6 0,0 0 0,0 4 0,4 1 0,-1 3 0,4 1 0,2-2 0,5-1 0,0-3 0,4-1 0,5 1 0,3-6 0,4-3 0,3-4 0,2-2 0,6-2 0,2-2 0,3-3 0,1-1 0,-1-6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0:56.31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1 430 12013,'0'10'0,"0"-3"0,0-1 0,0 1 0,0 3 0,0 1 0,0-1 0,0 0 0,0 0 0,0 2 0,0 1 0,0 0 0,0 3 0,0-2 0,0-1 0,0 2 0,0-2 0,0 0 0,0-2 0,0-1 0,0 1 0,0-1 0</inkml:trace>
  <inkml:trace contextRef="#ctx0" brushRef="#br0" timeOffset="182">52 286 12013,'-2'-5'0,"0"0"0,-1 1 0,-1 3 0,4-4 0,0 0 0,0 0 0</inkml:trace>
  <inkml:trace contextRef="#ctx0" brushRef="#br0" timeOffset="601">174 481 11922,'0'10'0,"0"0"0,0 1 0,0 3 0,0-6 0,0 2 0,0-1 0,0 0 0,0 2 0,0-1 0,0 0 0,0-4 0,0-3 0,0-6 0,0-4 0,0-2 0,0-1 0,0-2 0,1 0 0,3-2 0,-2-4 0,4 2 0,-1-1 0,1 0 0,1 3 0,3-2 0,0 2 0,1 1 0,-5 3 0,1 2 0,1 2 0,1 2 0,1 0 0,0 6 0,-4 1 0,2 7 0,-4 6 0,-1 1 0,2 0 0,-4 4 0,2 1 0,-2-1 0,-1-3 0,0-1 0,0 2 0,0-2 0,0-3 0,4-2 0,-1 1 0,-1 1 0,4-1 0,0-3 0</inkml:trace>
  <inkml:trace contextRef="#ctx0" brushRef="#br0" timeOffset="1052">634 378 11985,'-4'-10'0,"3"3"0,-4 2 0,2-1 0,-1 0 0,-4 4 0,1-1 0,-2 2 0,-1 1 0,-1 0 0,-2 0 0,0 0 0,-1 0 0,3 1 0,-2 2 0,0 4 0,0 2 0,5 1 0,2 0 0,2 1 0,-3-1 0,4 0 0,0 0 0,2 1 0,2-1 0,3 0 0,3 0 0,2-1 0,2-1 0,2-2 0,0-2 0,2 4 0,-1-2 0,1 1 0,1 0 0,-1-2 0,-4 3 0,2-1 0,1 1 0,-2-2 0,-4 1 0,-1 1 0,-5 1 0,2 1 0,-4 0 0,-4 0 0,-2-3 0,-5 0 0,-1 0 0,-2-2 0,-3 3 0,3-4 0,1-2 0,-2-1 0,4-1 0,-3 0 0,3-1 0,0-2 0,1-3 0,0-9 0,0-1 0</inkml:trace>
  <inkml:trace contextRef="#ctx0" brushRef="#br0" timeOffset="1366">798 31 11810,'-1'-7'0,"-3"0"0,3 6 0,-2 1 0,2 6 0,1 9 0,0 5 0,0 7 0,0 6 0,0-1 0,0 3 0,1-1 0,2 0 0,-2 4 0,4-4 0,-2-1 0,1-1 0,2-6 0,-2-2 0,-2-4 0,-1-3 0,3-2 0,-1-5 0,-1 0 0,-1-4 0,-1-1 0</inkml:trace>
  <inkml:trace contextRef="#ctx0" brushRef="#br0" timeOffset="1565">767 327 11810,'7'-3'0,"0"-1"0,-4 0 0,4 2 0,2-2 0,4 2 0,-1-3 0,5 1 0,1-1 0,2 1 0,3-1 0,1 3 0,-1-3 0,-1 0 0,-3 3 0,-2-2 0,2-2 0,-3 1 0</inkml:trace>
  <inkml:trace contextRef="#ctx0" brushRef="#br0" timeOffset="1884">1043 378 11810,'0'11'0,"5"-1"0,1 0 0,4 0 0,0 1 0,0-1 0,-3 0 0,-2 0 0,0 0 0,-3 1 0,3-1 0,-2 0 0,-1 0 0,0 1 0,-2-1 0,0 0 0,0 0 0,0 0 0,-4-3 0,0-1 0,-2-2 0,3-1 0,-3-7 0,1-3 0,2-2 0,2-2 0,-1-3 0,-2-3 0,1-3 0,3-3 0,0-1 0,0 2 0,3-1 0,2 0 0,0-1 0,3 2 0,1 1 0,2 4 0,-1 4 0,0 1 0,0 3 0,1 2 0,-1 5 0,0 4 0,0 1 0,0 3 0,5 6 0,1 4 0</inkml:trace>
  <inkml:trace contextRef="#ctx0" brushRef="#br0" timeOffset="2183">1309 348 11810,'-7'0'0,"0"0"0,-1 0 0,3 0 0,-1 1 0,1 2 0,3 4 0,-2 6 0,0 0 0,1 1 0,-2 1 0,4-4 0,-1 4 0,3-2 0,2 1 0,5-2 0,-1-4 0,3-1 0,4 1 0,-2-3 0,4-2 0,0-2 0,0-1 0,-2 0 0,3-1 0,0-2 0,-1-4 0,-2-2 0,-3-3 0,-1 0 0,0-2 0,-1 0 0,-2 1 0,-2-1 0,-1 2 0,-3 1 0,3 0 0,-3 1 0,-1-5 0,0 0 0</inkml:trace>
  <inkml:trace contextRef="#ctx0" brushRef="#br0" timeOffset="2552">1697 297 11825,'-4'-11'0,"3"5"0,-4 0 0,0 1 0,0 2 0,-5 3 0,-1 0 0,1 1 0,0 3 0,0 2 0,-1 3 0,-1 5 0,1 1 0,2 1 0,-1 2 0,6 1 0,1 0 0,1 0 0,2-2 0,0-5 0,2 2 0,1-3 0,4-1 0,5-1 0,3-2 0,1-3 0,2-3 0,1-1 0,2 0 0,-1 0 0,1 0 0,-1-5 0,1-5 0,-1-6 0</inkml:trace>
  <inkml:trace contextRef="#ctx0" brushRef="#br0" timeOffset="2799">1820 0 11825,'0'7'0,"-1"0"0,-2 1 0,0 1 0,1 7 0,4 4 0,3 6 0,0 4 0,2 2 0,4 1 0,2 1 0,1-1 0,-1 1 0,-3-3 0,0-2 0,-4-3 0,3-3 0,-3-5 0,1-2 0,0-1 0,-5-5 0,1-3 0,-1 1 0,-2-4 0,-5 1 0,-1-5 0</inkml:trace>
  <inkml:trace contextRef="#ctx0" brushRef="#br0" timeOffset="2965">1840 286 11825,'11'-1'0,"-1"-1"0,0-1 0,0 0 0,0 1 0,2 0 0,1-2 0,4 2 0,3 0 0,0 0 0,1-2 0,-1 2 0,4 1 0,-1 1 0,-4 0 0,1 0 0,-4 0 0</inkml:trace>
  <inkml:trace contextRef="#ctx0" brushRef="#br0" timeOffset="3318">2249 348 11825,'-1'-10'0,"-1"-1"0,-2 1 0,-2 3 0,1 0 0,-1 1 0,-2 0 0,-2 0 0,-2 4 0,-3-1 0,-1 0 0,-1 2 0,-3 2 0,-1 3 0,1 3 0,4 5 0,1 2 0,2-1 0,3 2 0,-1-4 0,8 3 0,0-3 0,2 0 0,6 1 0,1-1 0,5-1 0,2-1 0,3-4 0,5 1 0,-1-1 0,1-3 0,-1-1 0,0-1 0,0-1 0,-3-3 0,1 2 0,-4-5 0,-2-1 0,-1-1 0,-2 2 0,-1 1 0,-2-2 0,-1-1 0,-2-2 0,-3 1 0,0 0 0,0 0 0,-4 0 0,-2-1 0</inkml:trace>
  <inkml:trace contextRef="#ctx0" brushRef="#br0" timeOffset="3668">2331 348 11825,'7'7'0,"0"-2"0,-1 1 0,0 0 0,3-1 0,-3 3 0,1-1 0,-1 1 0,0-2 0,2-1 0,-1 0 0,0 3 0,-2-7 0,-3 2 0,-7-6 0,-1-3 0,-2 1 0,0-4 0,0 1 0,2-4 0,-2-1 0,3-2 0,1 2 0,0 0 0,1 0 0,-1-2 0,4 2 0,0 0 0,5 2 0,2 1 0,2 1 0,1 2 0,1-1 0,3 4 0,3 2 0,2 1 0,2 1 0,0 1 0,2 3 0,1 2 0,0 8 0,-4 2 0</inkml:trace>
  <inkml:trace contextRef="#ctx0" brushRef="#br0" timeOffset="3898">2658 450 11834,'-10'0'0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24.03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 54 12214,'-5'0'0,"1"0"0,5 0 0,2 0 0,3 0 0,2 0 0,2-1 0,1-1 0,2-1 0,1 1 0,1 1 0,4 1 0,-1-1 0,0-2 0,1 2 0,2-2 0,2 2 0,0 1 0,2-3 0,-4 0 0,0 0 0,1-1 0,1 3 0,1-3 0,-2 1 0,0 0 0,-2-1 0,4 2 0,0-1 0,-1 1 0,0 1 0,-3 1 0,2 0 0,-2 0 0,2 0 0,-2 0 0,-2 0 0,-2 0 0,-1 0 0,3 1 0,0 1 0,0 1 0,0 3 0,0-3 0,1 0 0,-1 1 0,0-2 0,0 3 0,0-1 0,0-2 0,0-1 0,1-1 0,1 0 0,1 0 0,0 0 0,-3 0 0,1 0 0,-1 0 0,0 0 0,0 0 0,0 0 0,0 0 0,-1 0 0,0 0 0,0 0 0,2 0 0,-2 0 0,-2 0 0,1 0 0,1 0 0,2 0 0,-1 0 0,0 1 0,0 2 0,0-2 0,1 2 0,1-2 0,1-1 0,1 0 0,-2 0 0,2 0 0,2 0 0,0 0 0,3 0 0,-1 0 0,-2 0 0,2 0 0,-2 0 0,1 0 0,-1 0 0,-1 0 0,-5 0 0,0 0 0,0 0 0,0 0 0,-1 0 0,-1 0 0,-1 0 0,-4 3 0,2 0 0,-1-1 0,0-1 0,3 0 0,-3 1 0,-1 1 0,-1-1 0,3-1 0,-1-1 0,0 0 0,1 0 0,-3 0 0,3 0 0,-1 0 0,0 0 0,0 0 0,-3 0 0,0 0 0,0 0 0,1 0 0,1 0 0,1 0 0,-1 0 0,-1 0 0,-1 0 0,0 0 0,0 0 0,0 0 0,1 0 0,2 0 0,0 0 0,0 0 0,-3 0 0,1 0 0,2 0 0,-2 0 0,2 0 0,-2 0 0,-1 0 0,0 0 0,0 0 0,0 0 0,0 0 0,3 0 0,0 0 0,-1 0 0,-1 0 0,-1 0 0,0 0 0,0 0 0,0 0 0,1 0 0,-1 0 0,1 0 0,2 0 0,-2 0 0,2 0 0,-1 0 0,1 0 0,-2 0 0,3 0 0,-1 0 0,0 0 0,3 0 0,-3 0 0,0 0-1,1 0 1,-2 0 0,3 0-1,-1 0 0,-2 0 0,1 0 0,-1 0 0,2 0-1,1 0 1,-3 0 0,1-1 0,-1-1 0,1-1 0,-2 0 0,2 3 0,-2 0-1,-1 0 1,0 0 0,0 0 0,0 0-1,0 0 1,0 0 0,0 0 0,-1-1 0,-2-2 0,2 2 0,-2-2 0,2 2-1,2 1 0,-4-3 1,0 0-2,1 1 1,1-3-2,1-1 4,-4 2 0,-5-4 0,-5 3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25.66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18 226 12390,'-1'-8'0,"-1"1"0,-2 1 0,-1-1 0,3 4 0,-1 3 0,2 5 0,1 3 0,0 2 0,0 1 0,1 2 0,1 1 0,1 2 0,0 1 0,0 1 0,0 1 0,1-1 0,-2 0 0,1 0 0,-1 0 0,0 0 0,0-1 0,1-1 0,-1-1 0,-1-4 0,-1 1 0,0-2 0,0-1 0,0-4 0,0-2 0,0-6 0,0-3 0,0-2 0,0-1 0,0-1 0,0-2 0,-1 1 0,-1-4 0,-1-1 0,1-1 0,0-1 0,0 0 0,-1-1 0,1-2 0,-2 1 0,1-2 0,0 0 0,-1-2 0,3 2 0,-2 1 0,2 2 0,1 1 0,0 3 0,0 1 0,0 1 0,0 2 0,1 2 0,2 3 0,3 2 0,2 3 0,2 2 0,1 3 0,1 2 0,-1 2 0,0 1 0,0 0 0,3 0 0,0 0 0,-3 3 0,1 0 0,-3 0 0,-3 1 0,2-3 0,-3 3 0,1-1 0,0 0 0,-4 0 0,1-3 0,-2 0 0,-1 0 0,0 0 0,-1-1 0,-1-1 0,-1-1 0,-4-3 0,1 2 0,-2 0 0,-1-3 0,0-1 0,0-1 0,0 0 0,3 0 0,0 0 0,4-4 0,-1-3 0,3 2 0,3 0 0,3 1 0,2 1 0,1 3 0,1 0 0,2 0 0,-1 0 0,3 0 0,0 1 0,0 2 0,1 2 0,2 4 0,-1 1 0,-1-1 0,0 0 0,2 0 0,-1 0 0,0 0 0,-5 0 0,1 0 0,-3 0 0,-3 0 0,-2 0 0,-4 0 0,0 0 0,0 0 0,-1 0 0,-3-1 0,-4-1 0,-3-1 0,-4 0 0,1 2 0,0-2 0,-2-3 0,0 1 0,-1-1 0,0 0 0,-1 0 0,1 0 0,1-1 0,0-1 0,-1-1 0,-1-1 0,1-1 0,2-2 0,2-1 0,4-2 0,2-1 0,2-1 0,1 0 0,1-4 0,3-1 0</inkml:trace>
  <inkml:trace contextRef="#ctx0" brushRef="#br0" timeOffset="1113">597 362 12221,'-5'-4'0,"1"-2"0,0-2 0,-2-1 0,1 1 0,-1 0 0,0 2 0,1-1 0,-4 2 0,3 0 0,-2 1 0,-1 2 0,0 1 0,0 1 0,0 0 0,0 1 0,1 3 0,1 4 0,1 3 0,3 6 0,-2-2 0,1 1 0,2-1 0,1 2 0,1-2 0,0 1 0,0-1 0,0 1 0,0-4 0,0-1 0,0-1 0,4-4 0,2-1 0,2-1 0,1-2 0,0-1 0,0-2 0,0-1 0,0-1 0,0-4 0,-1 1 0,-1-3 0,-1-3 0,-1 2 0,3-2 0,-3 2 0,-1 1 0,-1 0 0,-2 0 0,1 0 0,1 0 0,0 0 0,-3 0 0,0 0 0,-1 4 0,-2 2 0,1 2 0,-3 2 0,1 2 0,2 3 0,1 2 0,1 1 0,0 1 0,0 2 0,1-2 0,2 2 0,2-2 0,0-1 0,3-3 0,-2 0 0,3 0 0,3-1 0,-2-1 0,7 0 0,-3 1 0</inkml:trace>
  <inkml:trace contextRef="#ctx0" brushRef="#br0" timeOffset="1254">814 289 12221,'-9'-6'0,"0"1"0,1 0 0,0 1 0,2 0 0,-1 2 0,-1 1 0,-1 1 0,0 0 0,0 0 0,0 0 0,1 4 0,1 2 0,2 2 0,1 1 0,-2 0 0,3 0 0,1 0 0,1 1 0,2-1 0,1 0 0,2 0 0,1 0 0,1-3 0,4-1 0,1 0 0,1 0 0,4-2 0,-2 2 0,1-1 0,1-2 0,-4 2 0,2-1 0,-1 0 0,-2 1 0,-1-2 0,-1 3 0,-1 0 0,-2 0 0,1 1 0,-4 3 0,-1 0 0,-2-3 0,-3 0 0,-3 0 0,-2-1 0,-2 0 0,-1-3 0,-2 1 0,-1 0 0,-1 0 0,0 0 0,-1-1 0,0-1 0,-1-1 0,-1 0 0,1 0 0,2 0 0,-2 0 0,3 0 0,-4 0 0</inkml:trace>
  <inkml:trace contextRef="#ctx0" brushRef="#br0" timeOffset="2321">985 326 12208,'-5'1'0,"3"1"0,4 1 0,4-1 0,0 0 0,2 0 0,2 1 0,1-1 0,-1-1 0,0-1 0,1 0 0,1 0 0,0 0 0,-3 0 0,0 0 0,0 0 0,0-3 0,-1-1 0,-2-1 0,1-1 0,-4-4 0,-1 1 0,-5 3 0,-3 1 0,-2 0 0,-1 0 0,-1 3 0,-1-1 0,-2 2 0,-1 1 0,2 1 0,-2 2 0,0 3 0,0 2 0,1 2 0,2 1 0,1 3 0,1 0 0,1 1 0,2 0 0,3 0 0,2 1 0,2-3 0,2-1 0,4-2 0,4-1 0,1-4 0,5-2 0,3-2 0,-1-1 0,4 0 0,1-1 0,2-2 0,1-6 0,0-5 0</inkml:trace>
  <inkml:trace contextRef="#ctx0" brushRef="#br0" timeOffset="3310">1681 371 12312,'-6'-3'0,"1"-1"0,0-1 0,0-1 0,-2 0 0,-1 1 0,-1 1 0,0 1 0,0 3 0,-1 0 0,-2 0 0,2 0 0,-2 1 0,2 2 0,1 3 0,0 2 0,0 1 0,0 1 0,1 1 0,2 2 0,3 0 0,2 0 0,1-2 0,0 2 0,1-1 0,2-2 0,3-3 0,2 0 0,2-4 0,1-1 0,1-1 0,0-1 0,0-1 0,1-2 0,0-3 0,0-2 0,-1-1 0,0 0 0,0 0 0,0-3 0,-2-1 0,0-1 0,0-2 0,1-1 0,-6-2 0,1-1 0,-1-3 0,-1 0 0,-2-1 0,-2 0 0,-2 0 0,-3-1 0,-2-2 0,-3-1 0,1 0 0,0 3 0,4 4 0,0 5 0,1 2 0,-1 4 0,0 3 0,3 3 0,-2 4 0</inkml:trace>
  <inkml:trace contextRef="#ctx0" brushRef="#br0" timeOffset="4041">1826 362 12155,'-6'0'0,"1"1"0,1 2 0,1-2 0,3 4 0,1-3 0,2 1 0,2 3 0,4-3 0,0-1 0,0 0 0,0 0 0,1 1 0,2-1 0,-2-1 0,2-1 0,-2 0 0,-1-3 0,-1-1 0,-1-1 0,-3 2 0,-4-3 0,0-1 0,0 2 0,-1 0 0,-1 0 0,-3 1 0,0 0 0,-4 0 0,-3 2 0,0-1 0,0 1 0,-1 1 0,0 2 0,0 1 0,2 2 0,1 1 0,1 2 0,0 2 0,0 2 0,1 1 0,2 0 0,3 0 0,2 0 0,1-1 0,1-1 0,2-1 0,4 0 0,3 0 0,3-1 0,1-1 0,2-2 0,1-1 0,1-2 0,0-1 0,1-1 0,3 0 0,1-4 0,4-1 0</inkml:trace>
  <inkml:trace contextRef="#ctx0" brushRef="#br0" timeOffset="5252">2296 136 12183,'-6'4'0,"1"3"0,1 4 0,2 4 0,1 3 0,1 3 0,0 3 0,0 3 0,0 2 0,0 2 0,0-3 0,0-3 0,0-4 0,1-2 0,1-2 0,2-2 0,0-3 0,1-3 0,0-3 0,-2-2 0,3-4 0,-4-4 0,1-2 0,-2-2 0,-1-1 0,0-1 0,0-1 0,0-1 0,0 0 0,0-1 0,0-2 0,-1-2 0,-1-1 0,-2 0 0,0-2 0,0 0 0,1-2 0,0-1 0,-1-2 0,-1-1 0,3-2 0,-1 0 0,2 1 0,1 3 0,0 4 0,0 3 0,0 2 0,1 4 0,2 3 0,3 3 0,2 1 0,2 2 0,1 2 0,2 3 0,1 3 0,2 3 0,1 3 0,2 3 0,0 3 0,1 2 0,1 3 0,-1 0 0,-1 2 0,-1 1 0,0 1 0,-1 0 0,-2-1 0,-4-1 0,-3-2 0,-3-1 0,-1-4 0,-2-3 0,-2-2 0,-3-2 0,-3-1 0,-2-1 0,-2-3 0,-1 0 0,-2 0 0,-1-1 0,2-1 0,-2-3 0,0 1 0,0 1 0,-2-1 0,0-1 0,0-1 0,2-1 0,0-2 0,0-3 0,1-2 0,1-1 0,3 0 0</inkml:trace>
  <inkml:trace contextRef="#ctx0" brushRef="#br0" timeOffset="7076">2631 63 12160,'-4'-9'0,"2"0"0,-3 0 0,0 2 0,3 4 0,1 6 0,1 5 0,0 4 0,0 3 0,1 2 0,3 2 0,-2-1 0,3 0 0,0 0 0,0 0 0,0 1 0,2 1 0,-2 0 0,0-2 0,-1-2 0,1 0 0,0 0 0,1 0 0,-1-1 0,-1-3 0,-1-3 0,0-2 0,-1-2 0,-1-3 0,-1-5 0,0-4 0,0-2 0,0 0 0,0-1 0,-1-2 0,-1-1 0,-2 0 0,0-1 0,-1 0 0,0-3 0,-1-2 0,1-2 0,-2 0 0,3 3 0,0 0 0,0 0 0,-2 0 0,3-1 0,1 2 0,1 2 0,-2 2 0,0 3 0,1-2 0,2 5 0,3-1 0,3 3 0,-1 2 0,1 3 0,1 1 0,1 2 0,4 2 0,1 4 0,0 0 0,0 0 0,3 4 0,-1 2 0,2 2 0,1 2 0,0 0 0,0 1 0,0 2 0,1 1 0,-2-2 0,-1 2 0,-2 0 0,-1 0 0,-2-6 0,-5 1 0,-3 0 0,-2-1 0,-1-2 0,0-1 0,-1-1 0,-2-2 0,-2-1 0,-4-1 0,0-1 0,0-2 0,-3 1 0,0-4 0,1-1 0,1-1 0,0-1 0,0 0 0,-1 0 0,-1 0 0,0-1 0,3-1 0,-1-2 0,-2-1 0,2-5 0,-3-4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57.63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28 9 12875,'-9'0'0,"0"0"0,4 0 0,1 0 0,4 0 0,4 0 0,2 0 0,2 0 0,1 0 0,0 0 0,1 0 0,1 0 0,1 0 0,4 0 0,-2 0 0,1 0 0,0 0 0,0 0 0,3 0 0,1 0 0,2 0 0,-1 0 0,1 0 0,-2 0 0,-1 0 0,0 0 0,0 0 0,1 0 0,2 0 0,-5 0 0,2 0 0,-1 0 0,0 0 0,1 0 0,1 0 0,-1 0 0,0 0 0,0 0 0,0 0 0,1 0 0,2 0 0,-2 0 0,3 0 0,-1 0 0,0 0 0,2 0 0,-2 0 0,2 0 0,0 0 0,0 0 0,-2 0 0,3 0 0,2 0 0,-2 0 0,0 0 0,1 0 0,-2 0 0,3 0 0,-2 0 0,1 0 0,-1 0 0,1 0 0,-3 0 0,1 0 0,2 0 0,-2 0 0,-2 0 0,-2 0 0,-1 0 0,1 0 0,1 0 0,1 0-1,-1 0 0,-1 0 0,-1 0 0,1 0-2,3 0 1,-3 0 0,2 1-1,-2 1 0,-1 1 1,1 0 0,1-3 0,1 0-1,-1 0 1,-1 0 0,-1 0 0,1 0-1,3 0 1,-3 0 0,2 0 0,-2 0 0,-1 0 0,3 0 0,0 1 0,-1 1 0,-1 1 0,2 0 1,0-3-1,0 0 0,-2 0 0,-1 0 1,0 0-1,0 0 0,0 0 1,0 0-1,-1 0 1,-1 0-1,-1 0 0,-3 0 1,2 0-1,0 0 0,0 0 0,1 0 1,0 0-1,-2 0 0,0 0 1,-3 0-1,2 0 1,-2 0-1,-1 0 1,3 0-1,0 0 1,-1 0-1,-1 0 0,-1 0 1,0 0-1,0 0 1,0 0-1,0 0 1,0 0 0,-3 0 0,0 0 0,1 0 0,1 0 0,1 0 0,1 0 0,-1 0 0,0 0 0,0 0 0,0 0 0,0 0 0,0 0 0,0-3 0,0 0 0,0 1-1,0 1 0,0 0 0,0-1-1,0-1 1,-3 0 2,0 3 0,0-4 0,3-1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58.810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145 135 13031,'0'-14'0,"0"2"0,0 2 0,1 1 0,2 0 0,-1 1-5,4 2 0,-4 6 1,1 7-1,-2 3-2,-1 2 0,0 7 0,0 0 0,0 2 4,0 2 0,1 2 0,1-1 0,1 1 2,-1-1 1,0 1 0,0-3 0,2-1 0,1-2 0,1 1 0,2-4 0,-1 0 0,-1-1 0,-3-3 0,3-6 0,0 2 0,3-3 0</inkml:trace>
  <inkml:trace contextRef="#ctx0" brushRef="#br0" timeOffset="241">0 117 12746,'6'-5'0,"0"1"0,1 1 0,1 0 0,2 0 0,4 3 0,4 0 0,5 0 0,8 0 0,4 0 0,4-1 0,2-2 0,2 2 0,3-2 0,0 2 0,-1 1 0,2-4 0,-10 3 0,4-3 0</inkml:trace>
  <inkml:trace contextRef="#ctx0" brushRef="#br0" timeOffset="870">606 298 12928,'-8'-1'0,"2"-2"0,-2-1 0,2-3 0,-2 1 0,0 3 0,1-2 0,1 1 0,-1 1 0,-1 0 0,-1 0 0,-1 1 0,-2 1 0,0 1 0,1 0 0,1 1 0,1 2 0,-1 4 0,0 3 0,0 3 0,2 1 0,0 2 0,1 1 0,1 1 0,3-1 0,2-1 0,2 0 0,2-1 0,4-2 0,3-3 0,3-4 0,0-1 0,1-1 0,-1 0 0,1-2 0,-1-1 0,1-2 0,-2-2 0,0-3 0,0-1 0,-1 1 0,-1-5 0,-1 2 0,0-1 0,0 0 0,-1 0 0,-2-2 0,-3 0 0,-2 1 0,-1 1 0,0 1 0,0 0 0,-1 1 0,-2 2 0,1 2 0,-3 5 0,1 2 0,2 3 0,1 2 0,1 1 0,0 0 0,0 0 0,1 0 0,2 0 0,3 0 0,2 1 0,1-2 0,0-1 0,0-1 0,0-4 0,4 6 0,1-3 0</inkml:trace>
  <inkml:trace contextRef="#ctx0" brushRef="#br0" timeOffset="1654">769 126 12928,'0'-9'0,"0"0"0,0 4 0,0 2 0,1 6 0,2 3 0,-2 3 0,2 3 0,-2 3 0,-1 3 0,0 3 0,0 1 0,0 1 0,0 2 0,0-2 0,1 1 0,1 1 0,1 0 0,-1 0 0,0-2 0,0-3 0,1-4 0,0-2 0,0-3 0,1-2 0,1-3 0,-2-2 0,3-4 0,-4-4 0,1-2 0,-2-2 0,-1-1 0,0 0 0,0 0 0,0 0 0,0-1 0,0-1 0,0-2 0,0-2 0,0 1 0,0-1 0,0 3 0,0 2 0,0-2 0,1 0 0,2 2 0,3 3 0,2 0 0,1 3 0,0 0 0,0 0 0,1 1 0,1 3 0,2 1 0,1 2 0,-2 2 0,3 4 0,0 1 0,0 2 0,1-2 0,-4 3 0,-1-1 0,-1 0 0,-1 3 0,-1-3 0,-2 1 0,-3 0 0,-2-3 0,-1 3 0,0-1 0,0 0 0,-4-1 0,-2-4 0,-2-1 0,-1 1 0,0-3 0,-1 0 0,-1-1 0,-1 0 0,0 0 0,1-3 0,0 0 0,-1 0 0,1 0 0,1 0 0,1 0 0,0-1 0,1-2 0,2-3 0,-2-2 0,3-1 0</inkml:trace>
  <inkml:trace contextRef="#ctx0" brushRef="#br0" timeOffset="2677">1184 298 12813,'5'-4'0,"4"2"0,-3-3 0,2 1 0,-2-2 0,0 2 0,1-1 0,1-2 0,-2 1 0,0-2 0,1-2 0,1 0 0,1 0 0,-1 0 0,-1-2 0,-1-3 0,-3-1 0,2-1 0,-1 2 0,-2-1 0,-1-4 0,-1-1 0,0 1 0,0 1 0,-1 5 0,-2 3 0,-3 4 0,-2 4 0,-1 6 0,0 4 0,0 4 0,-1 4 0,-1 6 0,-2 3 0,0 2 0,0 1 0,2 2 0,0 0 0,2 1 0,1-1 0,2-2 0,3-3 0,2-2 0,1-1 0,1-1 0,3-2 0,5-1 0,1-6 0,5 2 0,-1-1 0,0 0 0,1 0 0,2-3 0,-1-1 0,-1-2 0,0 1 0,3-4 0,4 4 0,1-2 0</inkml:trace>
  <inkml:trace contextRef="#ctx0" brushRef="#br0" timeOffset="3092">1564 316 12813,'-9'-6'0,"0"1"0,0 0 0,0 1 0,0 0 0,0 1 0,0 3 0,0 0 0,-1 0 0,-1 0 0,-1 0 0,1 0 0,1 0 0,1 4 0,0 2 0,2 2 0,1 1 0,0 0 0,0 1 0,1 1 0,1 1 0,2 0 0,1 0 0,1 1 0,0-2 0,0-1 0,1-1 0,2 0 0,3 0 0,2-3 0,1-1 0,0-1 0,1-2 0,-1 2 0,1-1 0,1-1 0,1-2 0,-1-3 0,-1-2 0,-1-1 0,0 0 0,0-1 0,0-1 0,-1-1 0,-2 0 0,2 1 0,-3 1 0,1 1 0,0-1 0,-3-2 0,3 0 0,-4 5 0,1 4 0,-2 6 0,-1 4 0,0 4 0,0-1 0,1 1 0,1 0 0,1 2 0,1-2 0,-1 0 0,3-1 0,2 3 0,1-2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1:23.96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332 707 11443,'0'-18'0,"0"1"0,0 0 0,0-1 0,0 1 0,0-1 0,0 1 0,-2 1 0,-4 5 0,-3 3 0,-9 10 0,1 4 0,-1-1 0,1 11 0,1 3 0,5 1 0,-5-1 0,6 0 0,1 3 0,3 1 0,2 0 0,0-5 0,-2-1 0,2-1 0,10-3 0,6-1 0,3-8 0,3 2 0,-1-6 0,1-6 0,-3 2 0,-1-6 0,-3 1 0,3-1 0,0-2 0,-1-3 0,-3 1 0,-2 3 0,-1 1 0,-3-4 0,2 3 0,0-1 0,-6 4 0,0 8 0,-2 8 0,-4 9 0,4 1 0,-4-1 0,6 1 0,6-1 0,2-5 0,6-2 0,-3-3 0,1-1 0,5-6 0,1-2 0,-1-3 0,1-3 0,-1-8 0,-1 1 0,-5-5 0,5-1 0,-4 2 0,1-3 0,-1-1 0,1-8 0,-7 4 0,-2-2 0,-2-1 0,-2 3 0,0-4 0,-2 2 0,-4-2 0,-3 4 0,-9 0 0,1 2 0,-1 3 0,-5 5 0,-2 5 0,-3 6 0,-3 4 0,-2 2 0,-2 2 0,1 6 0,-1 10 0,0 7 0,0 10 0,0 0 0,0 0 0,8 7 0,2 3 0,1 1 0,1 1 0,7 0 0,1 5 0,5 0 0</inkml:trace>
  <inkml:trace contextRef="#ctx0" brushRef="#br0" timeOffset="1060">1066 620 11477,'-10'17'0,"2"-5"0,6-3 0,-4-1 0,4 6 0,-3-12 0,10 4 0,5-6 0,8-6 0,-1-6 0,-1-3 0,-3-3 0,-1 1 0,1-1 0,1 1 0,-1-1 0,-1-1 0,2-4 0,-5 1 0,1-5 0,0 0 0,0 0 0,-7 3 0,3-5 0,-4-2 0,-2-2 0,0 4 0,0 2 0,0 2 0,0 3 0,-2 5 0,-4 5 0,-5 6 0,-5 5 0,-1 2 0,-1 5 0,1 6 0,-1 11 0,1 6 0,-1 4 0,1 2 0,5 2 0,1 2 0,-1 4 0,2 1 0,-3-3 0,7 4 0,2-3 0,2-3 0,2 0 0,2-2 0,4-2 0,6-8 0,5-6 0,4-5 0,3-5 0,-3-5 0,6-4 0,0 6 0,8 2 0</inkml:trace>
  <inkml:trace contextRef="#ctx0" brushRef="#br0" timeOffset="1334">1380 724 11477,'0'-17'0,"0"-1"0,2 1 0,2 0 0,2-1 0,-1 1 0,-5-1 0,0 1 0,0-1 0,0 7 0,0-1 0,0-2 0,-2 1 0,-1-1 0,-5 4 0,-2 3 0,-2 1 0,-5 6 0,-1 0 0,1 8 0,0 3 0,1 5 0,4 1 0,-3 1 0,5-1 0,0 3 0,5 3 0,-3-4 0,2 5 0,2-5 0,2-2 0,4-1 0,2-2 0,4-5 0,2-1 0,1 4 0,7-6 0,-1-3 0,1-1 0,-1-4 0,0-3 0,-1-5 0,-2-8 0,-3 1 0,-7-8 0,12 5 0,-7-5 0</inkml:trace>
  <inkml:trace contextRef="#ctx0" brushRef="#br0" timeOffset="1684">1642 515 11477,'-18'0'0,"1"0"0,-1 0 0,1 0 0,5 0 0,1 0 0,-3 0 0,-1 0 0,3 6 0,2 1 0,1 3 0,-1 4 0,6 1 0,-2 3 0,4-1 0,2 1 0,0-1 0,2-1 0,2-3 0,2-1 0,7-2 0,1 3 0,5-3 0,5-2 0,-1-3 0,-4-3 0,3 2 0,1 2 0,0 0 0,3-6 0,1 0 0</inkml:trace>
  <inkml:trace contextRef="#ctx0" brushRef="#br0" timeOffset="2280">1956 532 11477,'-8'-9'0,"6"-1"0,-5 6 0,-1-2 0,0-2 0,-5 5 0,1-3 0,-2 2 0,5 2 0,-3 2 0,-2 0 0,-1 0 0,3 0 0,1 2 0,-3 4 0,-1 3 0,-1 9 0,4-1 0,-1 1 0,7-1 0,2 1 0,2-1 0,2 1 0,0-1 0,0 1 0,2-3 0,4-3 0,4-5 0,7-7 0,1 0 0,-1 0 0,-5 0 0,-1-1 0,3-5 0,1-6 0,3 2 0,-3-1 0,-1-1 0,-2 2 0,-7-5 0,7 3 0,2-3 0,-5 5 0,1 2 0,-2 0 0,-2 7 0,-6-5 0,0 12 0,0 5 0,0-1 0,0 2 0,0 1 0,2 3 0,3 1 0,-1-7 0,8-4 0,0-4 0,5-2 0,1 0 0,-1-2 0,0-4 0,1-6 0,-1-3 0,1-3 0,-1 1 0,1-3 0,-1-3 0,-5 2 0,0-8 0,-1-1 0,-1 3 0,3-6 0,-7 2 0,-2-6 0,-2-3 0,-2-7 0,0 4 0,0 1 0,0-1 0,0 8 0,-2 8 0,-4 2 0,-3 3 0,-7 13 0,4 9 0,-3 9 0,3 15 0,-1 5 0,1 4 0,-2 7 0,7 3 0,-1 0 0,0 0 0,2 3 0,6-5 0,0-2 0,0-2 0,0-3 0,0 1 0,2 0 0,4 0 0,-2-6 0,8-1 0,1-3 0,3-2 0,1-6 0</inkml:trace>
  <inkml:trace contextRef="#ctx0" brushRef="#br0" timeOffset="2804">2445 148 11454,'-2'10'0,"-2"-2"0,-1-1 0,-1-3 0,6 8 0,0 1 0,0 3 0,0 3 0,0 3 0,0 3 0,0 2 0,0 2 0,0 6 0,0-2 0,0-4 0,0 2 0,0-7 0,0-3 0,0-2 0,0-1 0,0-1 0,0-7 0,0-10 0,2-12 0,3-3 0,3-3 0,6-1 0,-3-2 0,3-3 0,-4 3 0,1 7 0,1 3 0,0-1 0,-1 2 0,3 5 0,-6 5 0,-2 5 0,-5 7 0,-1 4 0,0 3 0,2 2 0,4 3 0,-4 1 0,4-4 0,-4 2 0,-2-1 0,2-3 0,4-1 0,3-1 0,9 1 0</inkml:trace>
  <inkml:trace contextRef="#ctx0" brushRef="#br0" timeOffset="3130">2847 497 11454,'0'-17'0,"0"5"0,0 1 0,0-3 0,0-1 0,0-3 0,0 1 0,-2 1 0,-4 4 0,-4 5 0,-7 7 0,-1 0 0,1 13 0,1 5 0,3 3 0,1 4 0,3-5 0,-5 5 0,4-2 0,3 0 0,1 1 0,6-7 0,0 1 0,7-3 0,5-3 0,4-6 0,1-4 0,2-2 0,1-2 0,-3-4 0,5-4 0,-11-5 0,3 1 0,-2 2 0,-5 1 0,-7-7 0,0 1 0,0-1 0,0 1 0</inkml:trace>
  <inkml:trace contextRef="#ctx0" brushRef="#br0" timeOffset="3601">3126 428 11454,'-11'0'0,"-1"0"0,-2 0 0,5 0 0,-3 0 0,-1 0 0,-3 0 0,-1 0 0,-1 0 0,1 0 0,-1 0 0,6 0 0,3 1 0,1 5 0,2-2 0,6 8 0,0-6 0,0 5 0,2 1 0,4-2 0,-2 3 0,7-5 0,3 0 0,2-1 0,1 7 0,1-4 0,1-1 0,4-3 0,-3 2 0,3 0 0,-4 2 0,-1-1 0,-3 5 0,-3-3 0,-4 1 0,-8 6 0,-8-1 0,-6-1 0,-7-5 0,2 3 0,-5-8 0,5-3 0,1-1 0,1-2 0,0 0 0,-1 0 0,1-7 0,-1-3 0</inkml:trace>
  <inkml:trace contextRef="#ctx0" brushRef="#br0" timeOffset="3900">3301 113 11428,'0'18'0,"0"1"0,0 2 0,0 5 0,0 1 0,0 2 0,0 6 0,0 0 0,0 0 0,2 0 0,4 0 0,3-1 0,1 1 0,0-6 0,-6-1 0,3-1 0,3 0 0,-4-6 0,6 3 0,-8-13 0,3-3 0,-7-8 0</inkml:trace>
  <inkml:trace contextRef="#ctx0" brushRef="#br0" timeOffset="4064">3283 375 11428,'12'6'0,"0"0"0,1-2 0,3-2 0,1-2 0,1 0 0,-1 0 0,7 0 0,1-2 0,0-2 0,0-2 0,-1-8 0,-7 5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1:30.10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228 140 11525,'5'-12'0,"1"0"0,0 7 0,-6-7 0,0 0 0,0-5 0,0 7 0,-8 2 0,-3 8 0,-5 0 0,-1 2 0,-1 4 0,1 6 0,-1 3 0,1 3 0,-1-1 0,1 1 0,-1 5 0,3 2 0,1 1 0,3 1 0,-1 0 0,2 2 0,4-2 0,4-4 0,2-3 0,2-3 0,4-1 0,8-5 0,5-3 0,6-2 0,1 0 0,-1-2 0,6-4 0,-4-4 0,2-4 0,0-2 0,-5 5 0,3-5 0,-2 0 0,-4 0 0,-1 5 0,-3-5 0,1 2 0,-7-3 0,-1 3 0,-2-2 0,-2-2 0,-6-5 0,0 7 0,-2 2 0,-4 8 0,4 8 0,-4 4 0,-2 3 0,3 3 0,-1-6 0,6-1 0,0-5 0,0 6 0,-2-8 0,-4 1 0,4-10 0,-4-7 0,4-4 0,2-1 0,0-1 0,0 1 0,0-1 0,0-5 0,0 0 0,0 0 0,0-3 0,2 1 0,2-4 0,4 4 0,2 0 0,-1 5 0,5-1 0,-3 5 0,3 5 0,2 7 0,1-2 0,0 4 0,1 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1:30.55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121 35 11525,'-16'2'0,"4"4"0,3-2 0,3 8 0,4-9 0,2 5 0,12-8 0,3 0 0,3 0 0,-1 0 0,1 0 0,-1 0 0,-5-6 0,-1-1 0,3-3 0,-4 4 0,-1-6 0,-1-1 0,-4 5 0,-10 2 0,-4 4 0,-7 2 0,-1 0 0,1 0 0,0 0 0,-3 2 0,-1 4 0,-3 6 0,3 9 0,8 2 0,1-1 0,-2-3 0,5 4 0,-1 1 0,2-3 0,4-2 0,4-1 0,6-1 0,6-1 0,3-4 0,5-5 0,3-7 0,4 0 0,0 0 0,6 0 0,-4-2 0,4-3 0,2-7 0,0-4 0,0-9 0,0-2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1:30.86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175 53 11525,'-2'-11'0,"-3"-1"0,1 8 0,-6-4 0,2 1 0,0 5 0,3-4 0,-7 4 0,-4 2 0,-1 0 0,0 0 0,1 8 0,2 1 0,5 3 0,1 0 0,-4-1 0,7 7 0,1-1 0,2 1 0,2-7 0,0 1 0,0 1 0,2 1 0,3-2 0,7-6 0,-2-5 0,1-1 0,3 0 0,2 0 0,-5 0 0,1 0 0,-1-1 0,-1-5 0,4 2 0,-6-6 0,1 2 0,-3 3 0,6 5 0,-6 0 0,3 1 0,-1 5 0,0-2 0,-2 6 0,5-2 0,-1-3 0,2-3 0,1 4 0,10-4 0,5 6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1:31.64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71 53 11433,'0'17'0,"0"1"0,8-7 0,3 1 0,5-8 0,1 2 0,-1-6 0,-5-6 0,5 4 0,-5-6 0,5 2 0,1 0 0,-5-5 0,-2 3 0,0 0 0,-1 1 0,-5-7 0,2 2 0,-4 3 0,-4-1 0,-4 2 0,-6 4 0,3 2 0,-3 2 0,-1 0 0,-3 0 0,-7 8 0,-1 2 0,3 3 0,2 5 0,1-5 0,1 11 0,-1-5 0,1-1 0,5 1 0,2 2 0,3 3 0,3-3 0,2-2 0,4-3 0,4-4 0,3 1 0,9-7 0,-1-2 0,1-2 0,5-4 0,2-2 0,2-4 0,4-2 0,-3 1 0,1-3 0,0-11 0,6 3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1:32.01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35 812 11433,'-10'17'0,"5"1"0,-3-6 0,2-1 0,0-5 0,8 4 0,4-2 0,-2-3 0,8-7 0,-1-3 0,-1-7 0,5 2 0,-3-1 0,4-3 0,1-2 0,-5-1 0,-1 0 0,3-1 0,1 1 0,-3-1 0,0-1 0,-1-3 0,-1-1 0,4-8 0,-7 4 0,1-2 0,0 0 0,-2-6 0,-6-8 0,0-2 0,0-3 0,0-3 0,0-1 0,-2 0 0,-2-1 0,-4 3 0,0 5 0,-1 10 2,-1 10 0,4 8 0,-5 7 0,-3 10 1,0 13-1,1 15 1,1 3-2,-1 6 1,-1 15 0,0 0-1,5 5-1,1 3 1,2 0-1,4 8 1,-2-2-1,-2 0 0,1 6 0,7-10 0,3 0 0,7-4 0,-2 0 0,1-5 0,3-9 0,2-5 0,1-12 0,0-3 0,9 3 0,1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1:32.71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36 11422,'-10'-2'1,"5"-4"-1,3 4 0,-6-6 0,6 16 0,-4 4 0,4 3 0,2 3 0,0 1 0,0 2 0,0 3 0,0-3 0,0 4 0,0-1 0,0-3 0,6-2 0,2-3 0,2-5 0,-5-3 0,7-8 0,0-2 0,-3-4 0,7-3 0,-6-9 0,1 1 0,1-1 0,-6-5 0,3 0 0,-1-1 0,-4-1 0,-2 6 0,-2-4 0,0 3 0,0 3 0,0-1 0,0 1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1:33.08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210 70 11437,'0'-11'0,"0"-1"1,-2 2 0,-3-3 6,-7 1 1,2 8-4,-1-2 0,-1 4 0,-6 2-4,1 0 1,5 2 0,3 4 0,-1 4-1,0-1 0,4 5 0,-3-6 0,1 2 0,4 3 0,2-3 0,2 1 0,0 3 0,2-4 0,4 1 0,6 3 0,-3-4 0,3-1 0,1 1 0,3 0 0,-4-4 0,-1 3 0,1 1 0,-2 0 0,3-4 0,-7 5 0,-2 3 0,-4-6 0,-6-3 0,-6-3 0,-3-2 0,-3 0 0,1 0 0,0 0 0,-1 0 0,-1 0 0,-5 0 0,5-7 0,-6-3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1:33.46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69 0 11469,'-10'8'0,"0"-4"0,4 6 0,-5-3 0,3 7 0,2-2 0,4 3 0,-4 3 0,0-1 0,3 0 0,3 1 0,3-1 0,5-1 0,2-4 0,-4 1 0,5-7 0,3 0 0,2 2 0,1-6 0,0 3 0,1-3 0,-1-2 0,-1-2 0,-3-2 0,-1-1 0,-6-9 0,4 2 0,-1-3 0,1-3 0,-6-1 0,2-4 0,-4 3 0,-2-3 0,0 4 0,0 1 0,0 1 0,0-1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1:33.93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260 105 11469,'-8'-17'0,"1"-1"0,-7 3 0,2 1 0,-1 2 0,3 7 0,-2-5 0,-1 2 0,-3 4 0,-1 2 0,-1 4 0,1 4 0,-1 6 0,1 9 0,1 2 0,5-1 0,-3-1 0,8 0 0,1 3 0,-3-3 0,6-2 0,-4-1 0,12-3 0,6-3 0,3-6 0,3-4 0,-1-2 0,0 0 0,1 0 0,-1-6 0,-1-2 0,-2-1 0,-3-5 0,-1 4 0,3-1 0,-1-3 0,-6 6 0,4 0 0,-3 1 0,-1 5 0,-6-6 0,0 10 0,0 4 0,0-2 0,0 7 0,0 3 0,0-4 0,0 1 0,8-1 0,4 2 0,3 3 0,3-5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1:34.26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0 106 11469,'0'17'0,"0"1"0,0-1 0,0 1 0,0-7 0,0 1 0,0 1 0,2 3 0,4 1 0,6 1 0,-2-1 0,1 1 0,-1-1 0,2 1 0,-5-8 0,-7-3 0,-6-9 0,1-3 0,1-7 0,2-4 0,-4-1 0,0-1 0,2-1 0,2-4 0,2 3 0,0-3 0,0 2 0,0-3 0,6 5 0,2-4 0,0 3 0,-1 3 0,5 5 0,-4 1 0,2-3 0,1 6 0,7-7 0,-1 5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1:34.53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1 11469,'-2'17'0,"-2"1"0,-2-1 0,2 1 0,0-1 0,1 1 0,-3-1 0,0 0 0,6 1 0,0-1 0,8-1 0,3-2 0,5-3 0,-5-7 0,1 2 0,7-12 0,9-4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1:34.66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0 11469,'-9'8'0,"1"-6"0,0 13 0,-2-5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1:35.06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228 158 11469,'0'-11'0,"0"-1"0,0-2 0,0-1 0,0 3 0,0 0 0,0-1 0,0 3 0,0-1 0,0-3 0,-6 4 0,-2 1 0,-2 1 0,-1 2 0,-7 6 0,1 0 0,-1 2 0,1 4 0,-1 5 0,1 5 0,0 7 0,-1 2 0,1 1 0,-1-1 0,8 0 0,5-4 0,3 3 0,2-3 0,0-7 0,2-3 0,3 1 0,7-2 0,4-3 0,3-7 0,2 0 0,3 0 0,5-7 0,-6-5 0,-2-4 0,-1-1 0,-3 3 0,1 1 0,-3-3 0,-3 3 0,-4-1 0,-8-3 0,0-1 0,-8-7 0,-2-2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1:38.70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106 121 11513,'0'11'0,"0"1"0,0-6 0,0 5 0,0-7 0,0 12 0,7-14 0,5 4 0,-2-4 0,1-4 0,1-4 0,-2-6 0,3 2 0,-5 1 0,2-1 0,3 0 0,-5-1 0,0-5 0,-2 3 0,-1 1 0,1 6 0,-6-6 0,0-1 0,-2 5 0,-4 2 0,-3 4 0,-9 2 0,1 2 0,-1 4 0,1-2 0,-1 8 0,1 1 0,0 3 0,1 1 0,2 1 0,3-1 0,-3 1 0,1-1 0,-1 1 0,4-1 0,3 0 0,1 1 0,6-1 0,0 1 0,0-1 0,2-5 0,4-2 0,5-3 0,5-1 0,1-6 0,1 0 0,-1 0 0,2 0 0,3-2 0,1-2 0,-2-1 0,-1-7 0,-3 6 0,1-7 0,-1 3 0</inkml:trace>
  <inkml:trace contextRef="#ctx0" brushRef="#br0" timeOffset="548">385 16 11513,'2'10'0,"4"-5"0,-4-1 0,3 2 0,-3 4 0,-2 7 0,0-5 0,0 0 0,0 1 0,0 3 0,0 1 0,0 1 0,0-1 0,0 1 0,-2-3 0,-3-3 0,3 3 0,-4-3 0,-4-4 0,10-3 0,0-10 0,10-7 0,0-4 0,1-1 0,3-2 0,1-5 0,3 5 0,-1-4 0,1 3 0,-1 3 0,1-1 0,-1 3 0,1 1 0,-1 3 0,-1 5 0,-3-4 0,-1 2 0,1 4 0,-5 4 0,-2 6 0,-4 6 0,-2 5 0,0 5 0,0 1 0,0-2 0,0 5 0,0-3 0,0 0 0,0 2 0,0-5 0,0 3 0,0-4 0,0-1 0,8-1 0,1 1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1:40.53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70 765 11448,'0'11'0,"-2"-1"0,-4-2 0,4 0 0,-4-3 0,6-1 0,6 8 0,-2-8 0,8 2 0,1-4 0,-3-2 0,0-2 0,0-2 0,-1-2 0,1-2 0,3 4 0,-1-2 0,0-7 0,5 1 0,-7-3 0,-4-3 0,-4 1 0,-2-1 0,-2 9 0,-4 3 0,-4 4 0,-7 2 0,-1 0 0,1 2 0,-1 4 0,1 5 0,-1 5 0,3 1 0,1 1 0,5-1 0,1 1 0,-4-1 0,6 1 0,1-1 0,-3 0 0,6 1 0,-4-1 0,4 1 0,8-1 0,2-1 0,1-3 0,5-1 0,-4-8 0,1 2 0,3-4 0,1-2 0,3 0 0,-1 0 0,1 0 0,-1 0 0,1 0 0,-1-16 0,1-3 0</inkml:trace>
  <inkml:trace contextRef="#ctx0" brushRef="#br0" timeOffset="467">314 782 11448,'16'-2'0,"-2"-2"0,-3-3 0,1-3 0,0-2 0,-1 1 0,3-1 0,1-2 0,3-3 0,-1-6 0,-5 3 0,-1-5 0,3 2 0,2-1 0,-5-7 0,-1 2 0,0-4 0,-1-2 0,-5-2 0,2-1 0,-4-5 0,-2-2 0,0 1 0,0-5 0,0 7 0,0 5 0,0 0 0,-2 13 0,-2 3 0,-2 2 0,-7 9 0,3 6 0,0 8 0,-3 6 0,5 9 0,0 4 0,0 7 0,-3 4 0,3 7 0,0 6 0,1 3 0,-5 8 0,6 1 0,0-3 0,-1-2 0,3 4 0,-6 1 0,2-3 0,4-2 0,2-7 0,2-1 0,0 1 0,0-2 0,0-10 0,0-12 0,0-4 0,0 6 0,0 3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1:42.38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18 280 11490,'9'8'0,"-1"-4"0,-6 6 0,4-3 0,-4 7 0,6-10 0,-6 6 0,3-3 0,5-1 0,8-6 0,-7-6 0,1-1 0,1-3 0,-3 4 0,2-6 0,1-1 0,-5 3 0,0 0 0,0 3 0,-6-7 0,3 2 0,-3 3 0,-2-3 0,-2 2 0,-3-1 0,-7 5 0,-4 4 0,-1 2 0,0 0 0,5 2 0,0 2 0,1 3 0,1 3 0,-6 2 0,7 5 0,-3 3 0,0 3 0,7-4 0,-5 5 0,2-5 0,4-1 0,2-1 0,2 0 0,0 1 0,0-1 0,2-5 0,4-2 0,6-2 0,3 3 0,5-5 0,1-2 0,2-2 0,1-4 0,-5-2 0,2-4 0,3-1 0,7 5 0,-4-20 0,8 5 0</inkml:trace>
  <inkml:trace contextRef="#ctx0" brushRef="#br0" timeOffset="584">454 280 11490,'12'-8'0,"-2"-3"0,-3-5 0,-1 5 0,-6-1 0,0-2 0,0 5 0,-2-3 0,-3-1 0,1 3 0,-8 0 0,-2 2 0,-1 3 0,-3 5 0,1 0 0,1 1 0,3 5 0,1 6 0,-1 3 0,-1 3 0,0-1 0,5 3 0,1 3 0,2-4 0,6 5 0,0-5 0,0-1 0,0-1 0,0 1 0,2-3 0,4-3 0,-2-5 0,7-5 0,3 2 0,2 2 0,-5 0 0,1-6 0,1-2 0,3-4 0,-4 2 0,-1-7 0,3-3 0,-4-1 0,-1-3 0,-1 1 0,0-1 0,-4 1 0,1-1 0,1 7 0,-6-1 0,-2 8 0,-3-2 0,3 12 0,-4 6 0,4 3 0,2 3 0,-6 1 0,0 2 0,2 5 0,2 1 0,0 2 0,-1 4 0,-3-2 0,2-2 0,0 0 0,0 6 0,-2-2 0,2-4 0,-3-2 0,-1-5 0,0 1 0,0-2 0,-5-3 0,3-5 0,0-1 0,-5-8 0,3 2 0,-3-12 0,-3-4 0</inkml:trace>
  <inkml:trace contextRef="#ctx0" brushRef="#br0" timeOffset="833">210 542 11490,'11'0'0,"1"0"0,0 0 0,5 0 0,-5 0 0,0 0 0,1 0 0,-3 0 0,1 0 0,3 0 0,2 0 0,1 0 0</inkml:trace>
  <inkml:trace contextRef="#ctx0" brushRef="#br0" timeOffset="1217">542 210 11490,'0'18'0,"0"-7"0,0 1 0,0 2 0,0 1 0,0 3 0,0-1 0,0 1 0,0-1 0,2-1 0,3-5 0,-3 5 0,6-5 0,0 5 0,-4-6 0,5-3 0,-1 1 0,6-6 0,-3 4 0,-1-6 0,0-6 0,-2-6 0,-1-3 0,-3-3 0,2 1 0,-2 0 0,-2-1 0,-2 1 0,0-1 0,0 1 0,0-9 0,0-1 0</inkml:trace>
  <inkml:trace contextRef="#ctx0" brushRef="#br0" timeOffset="1511">786 193 11490,'0'12'0,"0"-1"0,0 3 0,0-5 0,0 3 0,0 2 0,0 1 0,0 3 0,2-1 0,2 1 0,2-1 0,0 1 0,-6-1 0,0 0 0,5 1 0,1-1 0,-2 1 0,-2-8 0,6-3 0,2-7 0</inkml:trace>
  <inkml:trace contextRef="#ctx0" brushRef="#br0" timeOffset="1652">804 1 11490,'0'10'0,"0"-3"0</inkml:trace>
  <inkml:trace contextRef="#ctx0" brushRef="#br0" timeOffset="2450">961 280 11490,'-10'2'0,"4"4"0,4 4 0,2 7 0,0-5 0,-2-1 0,-1 3 0,-3 2 0,0 1 0,6 2 0,0 3 0,0 1 0,0 2 0,0-1 0,0 3 0,0 0 0,6 0 0,0-6 0,-3 3 0,-1-3 0,4-2 0,0-1 0,-2-1 0,4-5 0,-3 0 0,1-10 0,-6-2 0,0-2 0,0-10 0,0-2 0,0-1 0,0-4 0,0-3 0,0-3 0,0-2 0,-6 3 0,1-5 0,-1-2 0,-2-2 0,6 4 0,-4 0 0,4-2 0,2-2 0,0 0 0,0 2 0,0 4 0,0 2 0,0 1 0,0 7 0,0-1 0,0 1 0,8 7 0,4 4 0,3 5 0,3 2 0,-1 5 0,-5 4 0,-2 7 0,-1 1 0,1-1 0,-6 3 0,2 1 0,-4 2 0,-2-1 0,0-3 0,0-1 0,0-1 0,0 1 0,0-1 0,0 0 0,0 1 0,-2-8 0,-4-3 0,-6 1 0,2-6 0,-1 4 0,-3-4 0,-1-2 0,-3-8 0,1-2 0</inkml:trace>
  <inkml:trace contextRef="#ctx0" brushRef="#br0" timeOffset="2916">1293 368 11490,'9'0'0,"5"-8"0,-8-4 0,-2-3 0,-2-3 0,-2 7 0,0-1 0,0-2 0,0-1 0,0-3 0,-2 3 0,-4 3 0,2-1 0,-8 5 0,-1 0 0,-3 0 0,5 2 0,-1 6 0,-2 0 0,-1 0 0,-3 2 0,3 4 0,1 6 0,3 3 0,1 5 0,-4 1 0,5 2 0,1-1 0,2-3 0,6-1 0,0-1 0,0 1 0,2-3 0,2-1 0,4-5 0,1-1 0,3 4 0,5-6 0,1-3 0,-1-1 0,5-4 0,-3-3 0,-3-5 0,-1 0 0,1-5 0,-1 3 0,-3-3 0,-6-3 0,-4 1 0,-2-1 0,0 1 0,0-1 0,-8-7 0,-2-2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2:19.81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227 140 11521,'-9'0'0,"1"-2"0,6-3 0,-2-7 0,-2-4 0,0 5 0,4-1 0,-1-1 0,-3-3 0,-6-1 0,4 1 0,-1 4 0,-3 5 0,-5 7 0,-1 0 0,1 0 0,1 2 0,3 3 0,1 7 0,2 4 0,-1 1 0,3 2 0,0 5 0,6-5 0,-4 4 0,4-3 0,2-3 0,2-1 0,4-3 0,6-1 0,3 2 0,3-5 0,-1 1 0,1-2 0,-1-2 0,1-6 0,-1 0 0,0-6 0,-1-2 0,-2 0 0,-3 1 0,-7-7 0,4 4 0,-2-1 0,0-1 0,-1 0 0,-5-5 0,0 7 0,0 4 0,0 12 0,0 6 0,0 5 0,0 5 0,0 3 0,0 2 0,0-4 0,0 6 0,0 2 0,0 2 0,0-2 0,0 1 0,0 0 0,0 0 0,0-1 0,0 2 0,0-2 0,0-2 0,0-2 0,0 2 0,0-6 0,0-3 0,-2-5 0,-1-1 0,-5-5 0,-2-1 0,-2-2 0,-5-6 0,-1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2:20.04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0 105 11521,'16'-2'0,"-3"-2"0,-1-2 0,-6 1 0,4 3 0,-1-2 0,1-2 0,-4-2 0,5 4 0,3-1 0,1-7 0,3 4 0,-1-2 0,9-1 0,1-7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2:20.36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71 11521,'-6'11'0,"0"1"0,0-1 0,4 7 0,-4-1 0,4 1 0,-3-1 0,3 1 0,2-7 0,2-1 0,1 0 0,3 0 0,8-5 0,-2 5 0,3-2 0,3-2 0,-1-6 0,0 0 0,1 0 0,-6 0 0,-1 0 0,1-2 0,-2-4 0,3-4 0,-5-7 0,2-1 0,-7 1 0,3-3 0,-4-1 0,-2-2 0,0-1 0,0 7 0,0 0 0,0-1 0,0 6 0,0 1 0,-8-1 0,-1-5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2:20.71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68 11521,'0'10'0,"8"-3"0,4-7 0,-3 0 0,3 0 0,1 0 0,-3-5 0,0-3 0,0 0 0,-1 0 0,-3-5 0,6 1 0,-8-3 0,-4 5 0,-12 4 0,-4 6 0,-1 6 0,-1 6 0,7 3 0,1 3 0,2-1 0,5 0 0,-5 1 0,2-1 0,2 1 0,10-1 0,7-1 0,9-5 0,-1-3 0,8-8 0,2 0 0,2 0 0,2 0 0,0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2:23.86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18 11444,'8'10'0,"-6"-1"0,5-5 0,1 2 0,-4 0 0,8-6 0,1 0 0,-3 0 0,2 0 0,1 0 0,3 0 0,1 0 0,1 0 0,-7 0 0,1-2 0,2-4 0,-7 2 0,-1-7 0,-4-1 0,-10 2 0,-3 4 0,-5 5 0,-1 2 0,-1 3 0,1 2 0,-1 8 0,3-3 0,1 5 0,3 1 0,5 1 0,-4-1 0,2 1 0,4-1 0,2-5 0,2 0 0,0 1 0,8 1 0,4-3 0,3-5 0,3-4 0,1-2 0,3 0 0,3 0 0,2 0 0,-6-8 0,12-1 0,-5-9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2:24.24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175 0 11456,'0'12'0,"0"-1"0,0 1 0,2 4 0,2-3 0,2-1 0,0 5 0,-6 8 0,0 3 0,0 3 0,0 2 0,0 2 0,-2-1 0,-4 1 0,2 2 0,-6 2 0,1 2 0,-1-2 0,4-2 0,-5-5 0,-1 0 0,2-3 0,-5-2 0,3 0 0,-2-8 0,3-5 0,-5-10 0,5 2 0,-5-4 0,6-4 0,5-4 0,3-6 0,2-3 0,0-3 0,0-1 0,0-4 0,0 3 0,2-5 0,1 2 0,3-1 0,6 1 0,-4 6 0,1-1 0,1 1 0,4 1 0,-5 3 0,-1 1 0,6 0 0,-5-5 0,9-1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2:24.47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70 18 11456,'-17'0'0,"5"0"0,0 0 0,1 0 0,1 0 0,2-8 0,8-2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2:24.83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35 11456,'8'10'0,"-4"-2"0,6-6 0,-1 1 0,1 3 0,-4 0 0,6-6 0,1 0 0,-3 0 0,1 0 0,3 0 0,-4-6 0,-1-2 0,-1-1 0,-2 3 0,-6-6 0,0 1 0,-8 1 0,-3 4 0,-5 4 0,-1 4 0,-1 4 0,1 6 0,-1 3 0,1 5 0,1 1 0,3 2 0,1-1 0,8-3 0,-2 0 0,4 5 0,2-5 0,2 2 0,4-7 0,10-6 0,7-8 0,-2 0 0,7-8 0,-1-2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2:25.29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123 88 11456,'-11'2'0,"-1"4"0,6-4 0,-4 5 0,1-1 0,-1 0 0,6 2 0,-4-3 0,1 7 0,-1 4 0,-4 1 0,4 1 0,1-1 0,5 1 0,-4-1 0,4 0 0,2 1 0,0-1 0,0 1 0,2-8 0,4-5 0,5-3 0,5-2 0,1 0 0,1 0 0,-1-7 0,1-5 0,-1-2 0,1 3 0,-3-5 0,-1 5 0,-3-5 0,-1-1 0,2-1 0,-6 1 0,3 7 0,-7 4 0,4 12 0,-10 4 0,-2 7 0,2 1 0,2-1 0,1 0 0,-3 1 0,-2-1 0,2 1 0,4-1 0,6 1 0,-2-3 0,7-3 0,3-6 0,-1-6 0,1-4 0,-2-4 0,1-2 0,-3-3 0,2-9 0,-1-3 0,-1-2 0,4 4 0,-7-4 0,1-1 0,0 1 0,-2 0 0,-6-4 0,0 4 0,0 2 0,0 1 0,0 7 0,0-1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2:25.61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71 0 11456,'-6'19'0,"0"5"0,2 5 0,2 4 0,-3 10 0,-1 3 0,0 5 0,-2 1 0,6 0 0,-4 1 0,4-3 0,2-3 0,-1-6 0,-3-10 0,-2-2 0,0-8 0,6-4 0,0-9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2:25.76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53 11456,'2'-9'0,"4"3"0,3 2 0,9 0 0,-1-2 0,1 0 0,-1 6 0,1-2 0,-1-3 0,1 3 0,-1-6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2:26.08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53 11456,'0'12'0,"2"-3"0,3-1 0,-3 0 0,6-4 0,0 2 0,2 0 0,5-8 0,-3-4 0,3 2 0,-3-8 0,3-1 0,-5 3 0,-4-2 0,-4-1 0,-2 3 0,0-2 0,-2 8 0,-4-1 0,-6 3 0,-3 2 0,-3 2 0,1 3 0,0 5 0,1 8 0,2-1 0,3 1 0,5-1 0,-4 1 0,3-1 0,3 0 0,2 1 0,2-1 0,0 1 0,7-8 0,5-5 0,4-3 0,1-2 0,6-2 0,3-3 0,1-7 0,2-4 0,6-1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2:29.68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158 594 11395,'-12'6'0,"1"0"0,-3-2 0,-1 3 0,-1 1 0,2 2 0,3 3 0,-1 3 0,-3 1 0,1 1 0,2-1 0,9 1 0,-3-1 0,4 1 0,2-1 0,0 1 0,0-1 0,8-1 0,3-5 0,7-5 0,5-4 0,-4-2 0,7 0 0,-3 0 0,2-2 0,2-2 0,2-3 0,-1-3 0,-5-4 0,4-1 0,0-3 0</inkml:trace>
  <inkml:trace contextRef="#ctx0" brushRef="#br0" timeOffset="222">402 629 11395,'-11'0'0,"-1"0"0,1-2 0,-7-4 0,6 4 0,1-3 0,5 1 0,-6-2 0,1 6 0,-7 0 0,7 2 0,-1 9 0,-2 3 0,7 2 0,1 1 0,2 0 0,-2 1 0,4-1 0,-2 1 0,8-1 0,6-7 0,7-4 0,1-4 0,-1-2 0,1 0 0,-1-2 0,1-4 0,-1-2 0,-1-5 0,-5 1 0,-5-2 0,2-1 0,-2-3 0,-1 1 0,-5 0 0</inkml:trace>
  <inkml:trace contextRef="#ctx0" brushRef="#br0" timeOffset="838">490 559 11395,'0'18'0,"0"-1"0,0-5 0,0-1 0,0 3 0,0-4 0,0 1 0,0 3 0,2-4 0,4 1 0,-3-1 0,9 2 0,0-5 0,5-7 0,1-2 0,-1-3 0,1-7 0,-3-4 0,-1 1 0,-3 1 0,3 3 0,-4-1 0,1-3 0,1 1 0,-2 2 0,-1 6 0,-3-5 0,-4 7 0,6-2 0,-8 12 0,0-2 0,2 7 0,4 3 0,-3-6 0,9-2 0,-6-4 0,6-2 0,1 0 0,-3 0 0,2 0 0,1 0 0,-5-2 0,0-2 0,-3-4 0,1-2 0,6 4 0,-4-5 0,1-3 0,-3 5 0,6-3 0,-8 8 0,3-2 0,-7 12 0,0 4 0,0 7 0,0 1 0,0-1 0,-5 1 0,-1-1 0,2 1 0,2-1 0,4-1 0,4-5 0,3 5 0,9-7 0</inkml:trace>
  <inkml:trace contextRef="#ctx0" brushRef="#br0" timeOffset="1239">1171 559 11395,'-10'-8'0,"1"6"0,3-3 0,-4-3 0,-7 2 0,-1 0 0,1 6 0,-1 0 0,1 0 0,5 6 0,0 2 0,-1 2 0,3 1 0,-2 7 0,-1-1 0,5 1 0,2-1 0,6-1 0,6-5 0,4-3 0,7-8 0,1-2 0,-1-4 0,1 2 0,-1-5 0,1-1 0,-1 0 0,-5 6 0,-1-3 0,3-1 0,0 4 0,-3-8 0,-3 8 0,-8-1 0,0 10 0,0 7 0,0-2 0,0 1 0,0 1 0,0 0 0,0-1 0,0-7 0,0 4 0,0-8 0</inkml:trace>
  <inkml:trace contextRef="#ctx0" brushRef="#br0" timeOffset="1606">1311 507 11395,'-10'8'0,"2"-5"0,6 9 0,-4 2 0,4 1 0,-3 3 0,3-1 0,2 1 0,-6-1 0,0 1 0,0-7 0,6 1 0,0 1 0,0 3 0,0 1 0,0-7 0,0-4 0,0-12 0,0-6 0,2-3 0,2-3 0,4 1 0,2 0 0,-1-3 0,5 1 0,-3-1 0,3 5 0,0 1 0,-1-1 0,-1 3 0,1 6 0,-3-2 0,2 3 0,-6 1 0,3 10 0,-1 5 0,-2 5 0,-4 1 0,4 1 0,-4-1 0,3 1 0,-3-1 0,4 1 0,0-1 0,-2 0 0,0-5 0,2 0 0,5 1 0,-1-5 0,2-2 0,-1-4 0,7-2 0</inkml:trace>
  <inkml:trace contextRef="#ctx0" brushRef="#br0" timeOffset="1942">1765 507 11395,'-18'-6'0,"1"0"0,-1-5 0,1 5 0,5 0 0,1 6 0,-1 0 0,-6 0 0,9 2 0,3 4 0,4 5 0,2 5 0,-6 1 0,0 1 0,2-1 0,3 1 0,1-1 0,1 1 0,5-1 0,-2-5 0,8-3 0,1-1 0,3-2 0,1-8 0,1-4 0,-1-5 0,1-7 0,-1-3 0,1-4 0,-1-3 0,-5-1 0,-2-6 0,-3 0 0,-3 0 0,-2-5 0,-2-3 0,0-2 0,0-3 0,-8 3 0,-3 1 0,-7 3 0,-5 8 0,4 2 0,-5 11 0,5 5 0,-6 9 0,-3-2 0</inkml:trace>
  <inkml:trace contextRef="#ctx0" brushRef="#br0" timeOffset="2391">2027 559 11318,'-16'-11'0,"4"-1"0,-3 2 0,3-1 0,3-3 0,-3 8 0,0 0 0,-5 6 0,-1 0 0,3 2 0,1 4 0,3 6 0,1 3 0,-2 3 0,5 1 0,-1 4 0,6-9 0,-4 3 0,4-1 0,2 0 0,6-5 0,2-1 0,1-2 0,5-4 0,1-3 0,5-1 0,1 0 0,3 0 0,-1-5 0,-6-3 0,-1-2 0,-5-3 0,3-3 0,-8-1 0,-2-1 0,-2 1 0,-2-1 0,0 1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2:28.58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36 628 11415,'0'11'0,"0"1"0,0-6 0,0 5 0,0-5 0,0 6 0,2-8 0,4 2 0,-2-5 0,7-1 0,3 0 0,1 0 0,1-1 0,-5-5 0,3 2 0,-8-8 0,-2-1 0,3 3 0,-1-2 0,-2-1 0,-4 5 0,-6 2 0,2 4 0,-7 2 0,-1 0 0,-3 2 0,1 2 0,2 2 0,7 7 0,-7-1 0,0 4 0,3 1 0,-5 0 0,8 1 0,0-1 0,-1 1 0,5 1 0,-4 3 0,4 1 0,2-2 0,2-1 0,4-3 0,3-1 0,9-5 0,1-7 0,5-8 0,-3-5 0,6-9 0,0-1 0,0-5 0,3-3 0,4-8 0</inkml:trace>
  <inkml:trace contextRef="#ctx0" brushRef="#br0" timeOffset="366">315 645 11415,'0'12'0,"0"-1"0,2-7 0,4 2 0,4-4 0,7-4 0,1-4 0,-3-3 0,-1-7 0,-4 2 0,-3 3 0,1-1 0,-4-5 0,4-3 0,1-3 0,-5 4 0,2-7 0,-2 3 0,2 0 0,-4-8 0,4 2 0,-5-4 0,-1-2 0,0-6 0,0 0 0,0 0 0,0-1 0,-1 5 0,-3-2 0,-2 8 0,2 8 0,-6 5 0,-1 7 0,1 5 0,-2 14 0,1 9 0,1 10 0,0 6 0,4 4 0,-3 4 0,-1 5 0,0 3 0,6-1 0,-1-1 0,1 1 0,2 3 0,2-1 0,0-1 0,0-3 0,0-7 0,0 2 0,2-6 0,4-6 0,-5-4 0,15-7 0,-6-1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6:26.60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263 312 11595,'7'-17'0,"-5"5"0,4 1 0,-2 7 0,2-2 0,-6 4 0,0 2 0,-2 2 0,-10 4 0,1 5 0,1 5 0,-6 1 0,5 3 0,-5 1 0,-1 2 0,-7 7 0,1-5 0,2 2 0,1 4 0,3 2 0,-1 0 0,1-2 0,0-2 0,5-2 0,2 4 0,2-3 0,5-3 0,1-2 0,2-6 0,9-7 0,7-4 0,5-4 0,1-2 0,3 0 0,0 0 0,0-2 0,0-4 0,5 2 0,-7-5 0,-2 1 0,6-6 0,1 5 0</inkml:trace>
  <inkml:trace contextRef="#ctx0" brushRef="#br0" timeOffset="247">70 574 11600,'8'-9'0,"-6"-1"0,6 6 0,0-2 0,-4 0 0,5 5 0,1-3 0,0-2 0,1-2 0,7 4 0,-1-2 0,1-7 0,-1 3 0</inkml:trace>
  <inkml:trace contextRef="#ctx0" brushRef="#br0" timeOffset="448">245 260 11600,'12'-6'0,"-1"0"0,-5-1 0,6 3 0,1-4 0,3-2 0,3 4 0,3-3 0,3-1 0,2 0 0,2 5 0,4-5 0,-4 2 0,12-6 0,-4 5 0</inkml:trace>
  <inkml:trace contextRef="#ctx0" brushRef="#br0" timeOffset="932">647 574 11554,'-10'-2'0,"4"-3"0,-1 1 0,-1-6 0,-2 2 0,4 2 0,-3 5 0,1-5 0,-6 4 0,3-4 0,-5 4 0,-1 2 0,-1 0 0,3 2 0,1 2 0,4 4 0,3 1 0,-5 3 0,6 5 0,2 1 0,2-7 0,2 1 0,2 0 0,4-3 0,4 5 0,7-6 0,1 0 0,-1-1 0,1 5 0,1-4 0,2 0 0,3-1 0,-7 1 0,-5-4 0,1 2 0,3 7 0,-8-5 0,-8 4 0,-12-6 0,-9-5 0,-1 1 0,-9 2 0,-4 2 0,-4-2 0,-1-2 0,5-2 0,0 0 0,0 0 0,0 0 0,2 0 0,4 0 0,6 0 0,3-8 0,3-2 0</inkml:trace>
  <inkml:trace contextRef="#ctx0" brushRef="#br0" timeOffset="1266">787 243 11573,'0'-18'0,"-6"6"3,0 1 0,0 9 1,6 2-1,0 10 0,0 7 1,0 6-1,0 6-2,0 4 0,0 4 0,0 2 0,0 4-1,0 1 0,0 1 0,0 4 0,2-5 0,4-1 0,-4-2 0,4-6 0,-3-2 0,3-4 0,-4-4 0,4-8 0,4-7 0,-1-2 0</inkml:trace>
  <inkml:trace contextRef="#ctx0" brushRef="#br0" timeOffset="1447">734 557 11533,'10'-8'0,"3"4"0,-5-7 0,2-3 0,2 4 0,5 1 0,2-1 0,5 0 0,-3 6 0,6-3 0,-2 1 0,-3 0 0,3 0 0,0 6 0,0 0 0,1 0 0,-3 8 0,-6 2 0</inkml:trace>
  <inkml:trace contextRef="#ctx0" brushRef="#br0" timeOffset="1784">1031 679 11533,'12'2'0,"-1"4"0,-5-4 0,6 4 0,-1-4 0,7-2 0,-1 0 0,1 0 0,-1-2 0,1-2 0,-1-2 0,1-8 0,-1 5 0,1-1 0,-3-6 0,-3 5 0,-6-5 0,-4 5 0,-4 1 0,-4 2 0,-4 2 0,-7 6 0,-3 0 0,-3 0 0,2 2 0,-7 4 0,1 6 0,0 3 0,6 3 0,-3-3 0,7-1 0,5-2 0,-1-1 0,7 7 0,2-1 0,2 1 0,2-1 0,4-1 0,6-3 0,7-1 0,12-8 0,0 1 0,4-3 0,2-2 0,8 0 0,4 0 0,11-7 0,4-3 0</inkml:trace>
  <inkml:trace contextRef="#ctx0" brushRef="#br0" timeOffset="2347">2219 644 11614,'11'0'0,"1"0"0,-8 8 0,2 4 0,-4 3 0,-2 3 0,0-1 0,0 1 0,0-1 0,0 0 0,0 1 0,-2-3 0,-4-3 0,2 2 0,-8-8 0,1-3 0,-7-8 0,8-1 0,5-10 0,3-3 0,2-1 0,2-7 0,3 0 0,7-2 0,4 0 0,1 2 0,1-4 0,-1 4 0,0 1 0,7 3 0,-1 7 0,-2 3 0,-1 1 0,5 8 0,2 12 0,8 12 0</inkml:trace>
  <inkml:trace contextRef="#ctx0" brushRef="#br0" timeOffset="2777">2550 766 11614,'10'-7'0,"-2"3"0,-6-6 0,4 2 0,-4-5 0,3 1 0,-3-3 0,-2-3 0,0 1 0,-2 1 0,-1 3 0,-3 1 0,-8 8 0,2-2 0,-3 4 0,-3 2 0,1 0 0,0 2 0,-1 4 0,3-2 0,1 8 0,2 1 0,1 3 0,1 1 0,4 1 0,4-1 0,2 1 0,2-3 0,4-1 0,6-5 0,3-1 0,3 4 0,-1-6 0,1-3 0,-1-1 0,0-2 0,1 0 0,-1 0 0,-1-2 0,-4-3 0,-5-5 0,-7-8 0,0 7 0,0-1 0,-7 1 0,-3-7 0</inkml:trace>
  <inkml:trace contextRef="#ctx0" brushRef="#br0" timeOffset="3255">2585 732 11614,'18'0'0,"-7"0"0,1 0 0,-8 0 0,11 0 0,-11 0 0,8 0 0,-8 0 0,9-2 0,-5-2 0,2-2 0,-4-8 0,3 3 0,-1-5 0,4-1 0,-4-1 0,-1 1 0,1-1 0,4-5 0,-4-2 0,-1-2 0,1-4 0,4-2 0,-5-2 0,1 0 0,0 0 0,-2-6 0,-6-2 0,0 1 0,0-1 0,0-4 0,0 9 0,0 5 0,0 7 0,0 7 0,-2 3 0,-4 5 0,2 5 0,-7 14 0,-1 7 0,2 7 0,-3 15 0,7-1 0,0 5 0,-2 2 0,6 11 0,-4 0 0,5 5 0,1 1 0,0 0 0,0-4 0,0 2 0,0-1 0,0 1 0,1-6 0,5-7 0,6-6 0,-4-4 0,7-8 0,-5-2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6:42.05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1 629 11577,'0'18'0,"0"-7"0,0 1 0,0 2 0,0-5 0,0 3 0,0 2 0,0 1 0,0-3 0,0-1 0,0 3 0,0 1 0,0 3 0,0-8 0,0-5 0,0-10 0,0-5 0,0-8 0,0-1 0,0-4 0,5 1 0,1-9 0,-2-4 0,-2-3 0,0-5 0,2 2 0,4-5 0,1-5 0,3-3 0,5-2 0,1-3 0,-1 3 0,9 4 0,1 5 0,2 8 0,0 8 0,-6 8 0,4 11 0,-1 6 0,-5 5 0,-2 10 0,-1 9 0,-1 9 0,1 6 0,-3 4 0,-1 3 0,-2 5 0,1 0 0,-5 3 0,0-7 0,-2 0 0,-1 1 0,1-5 0,-6 4 0,0-4 0,0-2 0,0-2 0,0-4 0,0-6 0,0-3 0,-8-11 0,-1-1 0,-9-8 0</inkml:trace>
  <inkml:trace contextRef="#ctx0" brushRef="#br0" timeOffset="281">53 542 11441,'0'-10'0,"2"2"0,4 8 0,5 0 0,5 0 0,1 0 0,3 0 0,1 0 0,2 0 0,3 0 0,-3 0 0,4 0 0,8 0 0</inkml:trace>
  <inkml:trace contextRef="#ctx0" brushRef="#br0" timeOffset="831">769 490 11441,'0'-18'0,"0"6"0,0 1 0,0 5 0,0-6 0,-8 8 0,-3-1 0,1 3 0,-2 2 0,1 0 0,-7 0 0,1 0 0,5 7 0,0 5 0,-1 4 0,5 1 0,2 1 0,4-1 0,2 0 0,8-1 0,4-4 0,3-7 0,3 3 0,-1-2 0,1-2 0,-1-2 0,6-2 0,1 2 0,-3 4 0,-2-4 0,-3 5 0,-2-1 0,-3 0 0,-7 2 0,2-2 0,-6-3 0,-6 7 0,-6-2 0,-3-4 0,-3 0 0,-1 0 0,-2 1 0,-3-1 0,1 0 0,6 0 0,-3 2 0,-3-2 0,4-4 0,-5-6 0,5-4 0,1-7 0</inkml:trace>
  <inkml:trace contextRef="#ctx0" brushRef="#br0" timeOffset="1238">961 385 11441,'-2'17'0,"-2"1"0,-1-1 0,1 1 0,2-1 0,2 1 0,0-1 0,0 0 0,2-1 0,3-4 0,3 3 0,6-5 0,-3 1 0,3-1 0,2 0 0,1 0 0,0-7 0,1 5 0,-1-8 0</inkml:trace>
  <inkml:trace contextRef="#ctx0" brushRef="#br0" timeOffset="1285">944 280 11441,'-18'0'0,"1"0"0,7 0 0,10 0 0,10 0 0</inkml:trace>
  <inkml:trace contextRef="#ctx0" brushRef="#br0" timeOffset="1734">1345 490 11441,'0'-18'0,"0"1"0,0-1 0,0 6 0,0 1 0,-2-3 0,-3-1 0,1 3 0,-8 2 0,-1 3 0,-3 3 0,-1 2 0,-1 2 0,1 2 0,-1 4 0,1 3 0,-1 11 0,1 1 0,-1 2 0,3 8 0,3-3 0,6 1 0,4 0 0,2-8 0,2 0 0,4-7 0,6-8 0,3 2 0,5-3 0,1-3 0,2-6 0,3 1 0,-5-9 0,2-2 0,-1-1 0,-3-3 0,-4 1 0,-1-1 0,-2 1 0,-8 0 0,1-1 0,-3 1 0,-2-1 0,0 1 0,-2 1 0,-3 5 0,-7 5 0,-2 6 0,3 6 0,5 5 0,4 5 0,2 1 0,0 3 0,0 1 0,2 4 0,2 0 0,3 3 0,3-1 0,-4-4 0,4 6 0,-1 2 0,-1 2 0,0 2 0,-4 2 0,-2 2 0,-2 1 0,0-1 0,-2-2 0,-4-2 0,-4 0 0,-1-2 0,-1-2 0,-4-4 0,-3-2 0,-4-5 0,1-5 0,3-5 0,2-2 0,-1-4 0,1-4 0,1-6 0,4-6 0,-3-11 0,5-4 0</inkml:trace>
  <inkml:trace contextRef="#ctx0" brushRef="#br0" timeOffset="2200">1503 280 11388,'0'17'0,"0"1"0,0-1 0,0 1 0,0-1 0,0-5 0,0 0 0,0 1 0,0 3 0,1 1 0,3 1 0,2-1 0,-2 1 0,0-1 0,0 0 0,2 1 0,-1-1 0,-5 1 0,0-1 0,0-7 0,0-4 0,0-12 0,0-4 0,0-7 0,0-1 0,0 1 0,0-8 0,0-2 0,2-3 0,4 1 0,-2 6 0,6-4 0,0 2 0,-1 3 0,-3 3 0,6 1 0,1 1 0,3 1 0,1 5 0,1 5 0,-1 4 0,-5 4 0,-1 4 0,3 5 0,2 5 0,-7 3 0,-1 3 0,-2 3 0,0 2 0,0-6 0,-6 3 0,0-5 0,0-1 0,0-1 0,0 1 0,0-1 0,0 0 0,7-7 0,3-2 0</inkml:trace>
  <inkml:trace contextRef="#ctx0" brushRef="#br0" timeOffset="2716">2114 385 11377,'10'-12'0,"-5"0"0,-3 7 0,-2-7 0,-2 8 0,-3-4 0,-7 1 0,-4 5 0,-1-4 0,-1 4 0,1 2 0,-1 0 0,1 0 0,0 0 0,-1 0 0,6 8 0,1 3 0,-3 5 0,-1 1 0,3 1 0,2 1 0,3 2 0,3 3 0,2 1 0,2-4 0,0 3 0,0-3 0,2-7 0,4-5 0,5-1 0,5-4 0,1-2 0,1-2 0,-1-2 0,1-4 0,-1 2 0,0-7 0,1-3 0,-1-2 0,-1-1 0,-2 0 0,-3-1 0,-1 1 0,2-1 0,-7 1 0,-3 7 0,-2 4 0,0 12 0,0 4 0,2 7 0,2 1 0,2-1 0,0 1 0,-4-1 0,2 0 0,1 1 0,7-1 0,-4 1 0,1-3 0,5-3 0,-6 4 0,7-7 0,-5 9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6:52.43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298 210 11902,'0'-17'0,"0"-1"0,0 1 0,0 5 0,0 0 0,-2 1 0,-4-7 0,2 1 0,-8-1 0,3 1 0,-5 1 0,2 5 0,1-3 0,-7 8 0,1 2 0,-1 2 0,1 2 0,0 0 0,-1 2 0,1 4 0,-1 4 0,1 9 0,-1 3 0,1 1 0,5 8 0,2-2 0,3 4 0,3 2 0,2 0 0,2-2 0,0-4 0,0-6 0,8-3 0,3-3 0,5-1 0,1-5 0,1-3 0,1-8 0,2 0 0,3 0 0,1-8 0,-6-3 0,1-5 0,-5-1 0,-1-1 0,1 1 0,-1-1 0,-2 1 0,-9-6 0,3-1 0,-4 3 0,-2 2 0,0 1 0,0 1 0,0-1 0,0 6 0,0 1 0,0 9 0,0 2 0,0 10 0,0 5 0,0 3 0,0-1 0,0 1 0,0 5 0,0 0 0,2-2 0,4-1 0,-2 3 0,6 0 0,-1-1 0,1-3 0,2-3 0,5-5 0,1 5 0,-1-6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6:57.37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1 540 11845,'0'-10'0,"0"2"0,0 10 0,0 4 0,0 5 0,0 5 0,0 7 0,0 3 0,0 1 0,0 4 0,0 2 0,1 0 0,3-4 0,2-6 0,6 2 0,-4-3 0,1-5 0,5-3 0,1-5 0,3 3 0,-1-6 0,1-12 0,-1-6 0,1-3 0,-1-3 0,-5-5 0,-2-2 0,-1-2 0,1-4 0,-6 5 0,2 1 0,-4 2 0,-2 0 0,0-1 0,0 7 0,0-1 0,0 1 0,0 0 0</inkml:trace>
  <inkml:trace contextRef="#ctx0" brushRef="#br0" timeOffset="449">542 609 11845,'0'-17'0,"0"-1"0,0 7 0,-2-1 0,-4-1 0,2 3 0,-7-2 0,5 8 0,-6-1 0,1 5 0,-7 3 0,1 3 0,7 8 0,4-3 0,4 5 0,2 1 0,0 1 0,0-1 0,2-1 0,4-3 0,6-1 0,3-6 0,3 4 0,-1-1 0,0 1 0,1-4 0,-1 4 0,1-1 0,-1 1 0,-5-4 0,0 5 0,1 3 0,-5-4 0,-2 1 0,-4 3 0,-2-4 0,-2-1 0,-2 1 0,-2 0 0,-7-6 0,1 1 0,-4-3 0,-1-2 0,-3 0 0,-1 0 0,-2 0 0,1 0 0,3-5 0,2-3 0,-1 0 0,1 0 0,1-5 0,5 1 0,-5-3 0,6-3 0</inkml:trace>
  <inkml:trace contextRef="#ctx0" brushRef="#br0" timeOffset="682">786 522 11827,'-7'-15'0,"-5"5"0,-3 10 0,5 8 0,4 9 0,4 2 0,2 5 0,0-5 0,0 6 0,0-1 0,0-1 0,8 0 0,2-5 0,1-1 0,1 1 0,-1-3 0,9-3 0,1-6 0,2-4 0,3-2 0,-5 0 0,4-2 0,2-4 0,-5-6 0,1-9 0,-4-4 0,-1-3 0,-6 7 0,-3-4 0,-1 2 0,-4-1 0,-2 1 0,-2 6 0,-2-1 0,-4 1 0,-2 5 0,-5 2 0,1 2 0,-7 3 0,-8 5 0</inkml:trace>
  <inkml:trace contextRef="#ctx0" brushRef="#br0" timeOffset="1135">1345 662 11827,'0'-18'0,"0"1"0,0 5 0,0 1 0,0-3 0,-2-2 0,-2-1 0,-1 0 0,-9 7 0,2 2 0,-3 0 0,-3 6 0,1-3 0,0 5 0,-1 5 0,3 5 0,1 8 0,2 1 0,-1 4 0,3-3 0,0 3 0,3-2 0,3 3 0,0-5 0,0 4 0,-2-3 0,2-9 0,10-1 0,6-2 0,3-2 0,3-6 0,-1-2 0,1-4 0,-1 2 0,1-8 0,-1-1 0,0-3 0,-1 5 0,-2-1 0,-3 0 0,3 3 0,-5-5 0,3 8 0,0 0 0,-3 8 0,-3 4 0,-4 6 0,0-3 0,2 3 0,2 2 0,2 1 0,-4 3 0,1-1 0,1-7 0,2-2 0,2-8 0</inkml:trace>
  <inkml:trace contextRef="#ctx0" brushRef="#br0" timeOffset="1501">1485 470 11827,'0'17'0,"0"1"0,0-1 0,0 1 0,0-1 0,8 8 0,1 2 0,1 1 0,6-9 0,-7-7 0,3 1 0,0 3 0,-6-1 0,3-1 0,1-4 0,0-3 0,-6 1 0,1-2 0,-3-6 0,-2 0 0,0-8 0,0-9 0,-2-3 0,-3-3 0,3 2 0,-4-9 0,4-1 0,2-2 0,0 4 0,0 0 0,2 0 0,4 2 0,-3-4 0,9 8 0,2 1 0,1 3 0,-3 9 0,-1 4 0,3 4 0,2 2 0,1 2 0,1 4 0,-1 6 0,0 3 0,1 18 0,-1 4 0</inkml:trace>
  <inkml:trace contextRef="#ctx0" brushRef="#br0" timeOffset="1935">1887 470 11682,'0'17'0,"0"-5"0,0-1 0,0 3 0,0 2 0,6 1 0,-1 0 0,-1 1 0,0-1 0,0 1 0,2-1 0,-2 1 0,5-1 0,3 1 0,-2-9 0,1-3 0,1 4 0,5 0 0</inkml:trace>
  <inkml:trace contextRef="#ctx0" brushRef="#br0" timeOffset="2081">1904 330 11682,'-17'0'0,"-1"0"0,1 0 0</inkml:trace>
  <inkml:trace contextRef="#ctx0" brushRef="#br0" timeOffset="2468">2271 627 11682,'10'-2'0,"-3"-2"0,-1-4 0,0-1 0,0 3 0,-6-6 0,0-1 0,0-3 0,0-1 0,0-3 0,0-1 0,0-3 0,-2 1 0,-4 6 0,-4-1 0,1 1 0,-7-1 0,5 1 0,-7 1 0,-5 5 0,9 3 0,-3 8 0,1 0 0,1 0 0,-3 10 0,3 5 0,1 8 0,2 5 0,9-1 0,-3 4 0,4-2 0,2 2 0,0-6 0,2-1 0,4-5 0,5-2 0,5-7 0,1-2 0,3-2 0,3-1 0,-4-1 0,7-9 0,-3-7 0,0-4 0,-2-1 0,-7-2 0,-4-3 0,-3-1 0,5 0 0,-6 5 0,-2 1 0,-2-1 0,-10 1 0,-4-1 0,-11-7 0,-4-2 0</inkml:trace>
  <inkml:trace contextRef="#ctx0" brushRef="#br0" timeOffset="3322">2638 33 11801,'-8'10'0,"6"-1"0,-6-5 0,0 2 0,5 8 0,-9-3 0,8-1 0,-4 2 0,1 1 0,5 3 0,-4 1 0,2-1 0,0-3 0,-2-1 0,0-8 0,6 11 0,0-5 0</inkml:trace>
  <inkml:trace contextRef="#ctx0" brushRef="#br0" timeOffset="3471">2742 16 11801,'0'-10'0,"0"4"0,0 12 0,0 6 0,0 3 0,0 3 0,-1-1 0,-5 0 0,2 7 0,-6-1 0,2-2 0,4-1 0,-5-3 0,-1 1 0</inkml:trace>
  <inkml:trace contextRef="#ctx0" brushRef="#br0" timeOffset="4008">3004 732 11819,'-9'0'0,"-7"7"0,6 3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6:56.27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71 12037,'10'8'0,"-2"-5"0,-6 7 0,1 0 0,3 0 0,2-1 0,-4 5 0,2-3 0,-2 3 0,3 2 0,1 1 0,0 0 0,0 1 0,3-1 0,-3-1 0,0-2 0,0-3 0,-1-7 0,-1 2 0,4 4 0,7-1 0</inkml:trace>
  <inkml:trace contextRef="#ctx0" brushRef="#br0" timeOffset="196">140 1 12037,'0'12'0,"0"-1"0,0 3 0,0-5 0,0 3 0,2 0 0,4 5 0,1 1 0,7-3 0,-2-1 0,1-3 0,-3-1 0,2 2 0,-1 3 0,7-5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7:10.93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140 1 11839,'0'17'0,"0"0"0,0 3 0,0 1 0,0 3 0,0 7 0,0-2 0,0 6 0,0 5 0,0-3 0,0 2 0,0-6 0,0-6 0,0-2 0,0-3 0,0-3 0,0-1 0,0-9 0,8-1 0,1-8 0</inkml:trace>
  <inkml:trace contextRef="#ctx0" brushRef="#br0" timeOffset="385">0 437 11874,'12'10'0,"-1"-4"0,-5-4 0,6-2 0,1 0 0,3 0 0,1 0 0,1 0 0,-1 0 0,1 0 0,1-2 0,3-2 0,1-2 0,-2 2 0,-1 2 0,-3 2 0,1 0 0,-1-8 0,0-1 0</inkml:trace>
  <inkml:trace contextRef="#ctx0" brushRef="#br0" timeOffset="604">53 455 12064,'1'9'-1,"3"-1"0,4-2 0,0 2 1,2-1-1,-3 3 0,3 0-1,0 3 0,-4 3 2,5 1 0,-5 1 0,6-1 0,-8-5 0,1 0 0,-3-9 0,-2 3 0,0-12 0,0-5 0,0 1 0,0-2 0,0-1 0,0-3 0,8-1 0,2-8 0,7-2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7:09.28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70 10 11871,'0'-10'0,"6"16"0,0 12 0,0 5 0,-6-2 0,0 5 0,0 1 0,0 0 0,0 4 0,0-4 0,0-2 0,0-1 0,0-7 0,0 1 0,0-1 0,0 1 0,0-1 0</inkml:trace>
  <inkml:trace contextRef="#ctx0" brushRef="#br0" timeOffset="298">1 324 11881,'1'12'0,"5"0"0,-2-6 0,8 5 0,-6-7 0,5 2 0,1-4 0,5-2 0,1 0 0,-6 0 0,-1 0 0,3 0 0,1 0 0,3-8 0,-1-2 0</inkml:trace>
  <inkml:trace contextRef="#ctx0" brushRef="#br0" timeOffset="684">18 394 11881,'0'12'0,"2"0"0,4 1 0,-2-3 0,5 2 0,-1 1 0,-4 3 0,0-5 0,0 1 0,2 2 0,5 1 0,-5 3 0,2-9 0,-2-3 0,-4-6 0,5-6 0,1-5 0,-6-5 0,4-1 0,-2-3 0,2-3 0,-4 4 0,3-5 0,-3 5 0,-2 1 0,8 1 0,2-1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7:14.51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105 0 11706,'0'17'0,"0"1"0,0-1 0,0 1 0,0 1 0,0 3 0,0 1 0,0 8 0,0-4 0,0 2 0,0 0 0,0 0 0,0-1 0,0-5 0,0-4 0,8-1 0,-6-1 0,5 1 0</inkml:trace>
  <inkml:trace contextRef="#ctx0" brushRef="#br0" timeOffset="254">18 367 11706,'9'0'0,"1"2"0,-4 4 0,-2-5 0,7 5 0,3-4 0,1-2 0,3 0 0,-1 0 0,1 0 0,-1 0 0,1 0 0,-1 0 0</inkml:trace>
  <inkml:trace contextRef="#ctx0" brushRef="#br0" timeOffset="706">0 419 11749,'2'-10'0,"4"5"0,-2 3 0,5 4 0,-1 3 0,4-1 0,-4 6 0,-1 0 0,1-1 0,6 3 0,-3 6 0,3-1 0,0-1 0,-3-5 0,-5 3 0,4-6 0,-3 1 0,1-5 0,-2 2 0,4-4 0,-1-4 0,-3-4 0,-4-6 0,-2-3 0,0-3 0,0 1 0,0 0 0,8-1 0,2 1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7:12.88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123 18 11839,'0'-9'0,"0"1"0,0 21 0,0 5 0,0 1 0,0 1 0,0-3 0,0 3 0,0 3 0,0-4 0,0 5 0,0-3 0,0 0 0,0 3 0,0-3 0,0-2 0,0-1 0</inkml:trace>
  <inkml:trace contextRef="#ctx0" brushRef="#br0" timeOffset="206">1 333 11839,'17'-8'0,"1"6"0,-1-4 0,1 4 0,-1 2 0,1 0 0,-1 0 0,1 0 0,-1 0 0,0 8 0,1 2 0</inkml:trace>
  <inkml:trace contextRef="#ctx0" brushRef="#br0" timeOffset="660">1 368 11986,'10'7'0,"-1"-3"0,-5 8 0,2 1 0,6-3 0,-5 2 0,3 1 0,-6-3 0,2 2 0,3-8 0,-5 3 0,8-7 0,-8-2 0,4-3 0,-1-7 0,-5-4 0,6-1 0,0 0 0,-6 5 0,4 0 0,3 1 0,1-7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3:19.35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18 105 13453,'0'-11'-22,"0"-1"0,0 6-11,0-6 24,0 9 1,0-7 4,0 4 4,0 4 0,0-6 0,0 16 0,0 4 0,0 3 0,0 3 0,0-1 0,0-5 0,0-1 0,0 3 0,0 2 0,0 1 0,0 0 0,0 1 0,0-1 0,0 1 0,0-1 0,0 1 0,0-1 0,0-5 0,0 0 0,-2-1 0,-4-1 0,4 5 0,-4-3 0,4 4 0,2-5 0,0 1 0,0 1 0,0-3 0,0 2 0,0-8 0,2 3 0,4-7 0,4 0 0,7 0 0,1 0 0,-1 0 0,0 0 0,1 0 0,1 0 0,5 0 0,-3 0 0,6 0 0,-2 0 0,-1-5 0,-5-1 0,2 2 0,3 2 0,1 2 0,-4 0 0,4 0 0,3 0 0,-7 0 0,4 0 0,-1 0 0,-1 0 0,6-6 0,-4 0 0,0 2 0,1 3 0,3-1 0,-6-2 0,0-2 0,2 2 0,-5 2 0,3 2 0,-1-2 0,1-4 0,-4 4 0,4-3 0,-3 3 0,-3 2 0,1 0 0,-1 0 0,3 0 0,3 0 0,-4 0 0,5 0 0,-3 0 0,2 0 0,-3 0 0,3 0 0,-2 0 0,3 0 0,-5 0 0,4 0 0,-1-2 0,1-4 0,-2 4 0,6-4 0,-1 4 0,-5 2 0,4 0 0,-1 0 0,-1 0 0,2 0 0,-6 0 0,7-2 0,-3-2 0,0-2 0,2 1 0,-3 5 0,1 0 0,-2 0 0,1 0 0,-1 0 0,4 0 0,3 0 0,-7 0 0,4 0 0,-2 0 0,1 0 0,5 0 0,-6 0 0,0 0 0,3 0 0,-5 0 0,6 0 0,-2 0 0,-3 0 0,-3 2 0,-1 1 0,1 3 0,4-2 0,-3-2 0,3-2 0,-4 0 0,-1 0 0,-1 0 0,1 0 0,-1 0 0,1 0 0,-1 2 0,1 2 0,-1 2 0,1 0 0,-1-6 0,0 0 0,1 0 0,-1 0 0,1 0 0,-1 0 0,-5 0 0,0 0 0,1 0 0,3 0 0,1 0 0,1 0 0,-1 0 0,1 0 0,-1 0 0,0 0 0,1 0 0,-1 0 0,-5 0 0,0 0 0,1 0 0,3 0 0,1 0 0,1 0 0,-1 0 0,-5 2 0,-1 1 0,3 3 0,-4 0 0,-1-4 0,1 2 0,0 2 0,-4 1 0,5-1 0,-7-2 0,4 6 0,0-2 0,-4 3 0,5-3 0,-1 2 0,-2-4 0,-6 5 0,2-5 0,2 6 0,2 1 0,-1-3 0,-5 2 0,6-7 0,0 7 0,0-6 0,-6 6 0,8-1 0,-5 5 0,9-5 0,-8 5 0,6-8 0,-6 5 0,1-1 0,1-8 0,-4 9 0,4-7 0,-4 2 0,4-2 0,-4-4 0,-2 5-1,0-7 1,0-2-1,0-3 1,0-5-1,0-8 1,0 1 0,-6 5 0,0 1 0,2-3 0,0-1 0,-2-3 0,5 1 0,-5-1 0,4 1 0,2-1 0,0 1 0,0 5 0,0 1 0,0-1 0,0-6 0,0 1 0,8 7 0,3 4 0,-1 5 0,2 1 0,1 0 0,-3 0 0,1 0 0,3 0 0,2 0 0,1 0 0,0 0 0,1 0 0,-1 0 0,1 0 0,-1 0 0,1 0 0,-1 0 0,3 0 0,3 0 0,-2 0 0,6 0 0,-1 0 0,-3 0 0,-6 0 0,1 0 0,-1 0 0,1 0 0,-1 0 0,1 0 0,-1 0 0,1 0 0,-1 0 0,1 0 0,-1 0 0,1-2 0,-1-4 0,0 4 0,1-4 0,-1 4 0,1 0 0,-1-2 0,1-2 0,-1 3 0,1 1 0,-1 2 0,1 0 0,-1 0 0,1 0 0,-1 0 0,1 0 0,-1 0 0,0 0 0,1 0 0,-1 0 0,1 0 0,-1 0 0,3 0 0,1 0 0,2 0 0,3 0 0,-5 0 0,2 2 0,-1 3 0,3-3 0,0 4 0,0-4 0,0-2 0,5 0 0,-5 0 0,2 0 0,4 0 0,-4-6 0,0 0 0,0 3 0,1 1 0,-5 2 0,6 0 0,0 0 0,-2 0 0,0 0 0,-5 0 0,3 0-1,2 0 0,0 0 0,2 0 0,-3 0-3,-1 0 0,0-2 0,6-2 1,-2-2-1,2 2 0,-3 2 1,-1 2-1,0 0 0,0 0 1,2 0 0,4 0 0,-2 0-1,-2 0 1,0-2 0,4-2 0,-2-2-1,-1 3 1,-3 1 0,4 2-1,-2 0 0,2 0 1,2 0 0,0 0-1,-2 0 0,-2 0 1,-6 0-1,6 0 1,2 0-1,2 0 1,-3 0-1,-1 0 1,0 0-1,-2 0 0,4 0 1,-6 0-1,0 0 0,1 0 1,-1 0 0,-4 0 0,3 0 0,-3 0 0,4 0 0,-2 0 0,1 0 0,1 0 0,-6 0 1,5 0-1,-5 0 0,-2 0 1,3 0 0,1 0-1,2 0 1,-1 0 0,-3 0 0,-1 0 0,1 0-1,4 0 1,-3 0 0,3 0 0,-4 0 0,-1 0 0,1 0 0,3 0 0,1 0-1,-2 0 1,-1 0 0,-3 0 0,1 0-1,-1 0 1,1 0 0,-1 0 0,1 0-2,-1 0 1,-3 0 0,1 0 0,5 0 1,1 0-1,-4 0 1,1 0-1,-1 0 0,1-2 0,-1-2 0,1-2 0,-1 0 0,1 6 0,-1 0 0,0-6 0,1 1 0,-1 1 0,-5 2 0,0 2 0,1 0 0,-3-2 1,2-2-1,1-2 0,-3 0 0,2 6-2,1 0 0,-3-6 2,1 1 0,-5-7 0,4 4-1,-2-1 0,-2 3 2,-6-6 0,0 0 0,0-5 0,0-1 1,0 7 0,0-1 0,0-1 0,0-3 0,0 4 1,0 1-1,-2-3 0,-4-1 1,4 3 0,-4 0 0,4-1 0,2-3 0,-8-1 0,-1-1 0</inkml:trace>
  <inkml:trace contextRef="#ctx0" brushRef="#br0" timeOffset="1533">-5489 1259 13338,'0'-12'0,"0"1"0,0 7 0,0-4 0,0 10 0,0 4 0,0 5 0,6 5 0,0 1 0,-2 1 0,0 1 0,-1 3 0,5 1 0,0 0 0,0 2 0,-1-5 0,-3 5 0,2-2 0,-2 1 0,4-1 0,0-6 0,1 1 0,-5-1 0,4-1 0,0-4 0,-6-5 0,5-7 0,-9-7 0,-1-5 0,-3-4 0,-2 5 0,4-1 0,-4-2 0,-1-1 0,-1-3 0,-4 1 0,5 0 0,1-1 0,-4-1 0,4-3 0,1-1 0,-1 2 0,-4-5 0,7 3 0,-1 0 0,-2-2 0,6 5 0,-4-3 0,4 4 0,2 1 0,0 1 0,0-1 0,8 9 0,4 3 0,3 4 0,3 2 0,-1 0 0,2 0 0,5 0 0,-5 6 0,6 1 0,1 3 0,3 4 0,4-5 0,2 3 0,0 2 0,0 1 0,-3 3 0,0-1 0,-3 0 0,2 1 0,-6-1 0,-2 1 0,-3-1 0,-3 1 0,-1 1 0,-5 3 0,-5 1 0,-4-2 0,-4 1 0,-4-1 0,-5 2 0,-5-2 0,-1-1 0,-1-3 0,1-1 0,-1-4 0,1 3 0,-1-5 0,1-1 0,-1-3 0,1-4 0,-1-2 0,1 0 0,0 0 0,5 0 0,0 0 0,1-2 0,1-4 0,-4 3 0,7-9 0,-3-2 0,-2-1 0,-5-3 0</inkml:trace>
  <inkml:trace contextRef="#ctx0" brushRef="#br0" timeOffset="2080">-4808 1434 13103,'8'9'0,"-4"1"0,8-6 0,1 2 0,-3 0 0,1-6 0,3 0 0,-4 0 0,-1-2 0,1-2 0,0-2 0,-4 0 0,3 4 0,-1-4 0,0 4 0,-4-5 0,2-1 0,-3 6 0,-8-4 0,1 4 0,-8 2 0,-1 0 0,-3 0 0,-1 0 0,-1 0 0,1 0 0,-1 8 0,1 4 0,-1 3 0,3 3 0,3-1 0,6 0 0,-1 1 0,1-1 0,4-1 0,6-4 0,0 1 0,7-7 0,5-2 0,5-2 0,0-2 0,7 0 0,-1 0 0,0 0 0,2-16 0,6-3 0</inkml:trace>
  <inkml:trace contextRef="#ctx0" brushRef="#br0" timeOffset="2496">-4476 1434 13103,'-17'0'0,"7"0"0,2 0 0,10 0 0,4-2 0,6-4 0,1 2 0,1-6 0,-5 1 0,-1-1 0,6 4 0,-5-6 0,1-1 0,6-3 0,-7-1 0,1-1 0,-2 1 0,-8-2 0,0-5 0,0 5 0,0-4 0,0 1 0,0-1 0,-8 4 0,-2-5 0,-1 5 0,-1 1 0,6 3 0,-5 3 0,-1 8 0,2 8 0,4 8 0,5 9 0,1 4 0,0 5 0,0 6 0,0-1 0,1 6 0,3-4 0,2-2 0,6 0 0,-4 0 0,1 0 0,5 0 0,-4-1 0,-1 1 0,-1 0 0,-4 0 0,4 0 0,-2 0 0,-3-2 0,-1-4 0,-2 2 0,0-5 0,-2-1 0,-3 0 0,3-2 0,-6-5 0,0-1 0,-2-1 0,-7-5 0,7-3 0,-5-16 0,5-1 0</inkml:trace>
  <inkml:trace contextRef="#ctx0" brushRef="#br0" timeOffset="2729">-4249 1434 13103,'0'17'0,"0"1"0,0-1 0,0 0 0,0-5 0,0 0 0,2-8 0,4 1 0,-4-3 0,6-2 0</inkml:trace>
  <inkml:trace contextRef="#ctx0" brushRef="#br0" timeOffset="2879">-4249 1294 13103,'-10'0'0,"3"0"0,7-8 0,0-2 0</inkml:trace>
  <inkml:trace contextRef="#ctx0" brushRef="#br0" timeOffset="3217">-4074 1416 13103,'0'18'0,"0"-1"0,0 1 0,0-1 0,0 0 0,0 1 0,0-6 0,2-3 0,2 1 0,1 0 0,1-6 0,-6 11 0,0-15 0,0 0 0,0-8 0,0-9 0,0-1 0,0 1 0,0-1 0,0 1 0,0 0 0,0-1 0,0 1 0,2-1 0,2 1 0,2-1 0,2 1 0,-4-1 0,3 1 0,3-1 0,-4 7 0,5 1 0,3 2 0,2 2 0,-1 8 0,-3 4 0,-3 4 0,-5 7 0,2 1 0,-2-1 0,-2 7 0,-2-1 0,0-2 0,0-1 0,0-3 0,0 1 0,0-1 0,0 0 0,2-1 0,4-4 0,3 3 0,9-5 0</inkml:trace>
  <inkml:trace contextRef="#ctx0" brushRef="#br0" timeOffset="3398">-3760 1346 13103,'-10'12'0,"5"0"0,-3-1 0,2 7 0,0-1 0,6 1 0,2-1 0,4 1 0,-2-3 0,7-3 0,-7 3 0,4-5 0</inkml:trace>
  <inkml:trace contextRef="#ctx0" brushRef="#br0" timeOffset="3546">-3795 1242 13103,'-8'-10'0,"-1"2"0,7 8 0,4 0 0</inkml:trace>
  <inkml:trace contextRef="#ctx0" brushRef="#br0" timeOffset="4098">-3638 1381 13103,'0'12'0,"0"0"0,0-7 0,0 7 0,0-6 0,0 5 0,0 3 0,0-4 0,0 1 0,0 3 0,6-4 0,2-1 0,2-1 0,-5-2 0,7-6 0,0 0 0,5 0 0,-1-2 0,-3-4 0,-1-5 0,2-5 0,-5 4 0,1 1 0,0-3 0,-1-1 0,-5 3 0,2 0 0,-2 1 0,2 1 0,-4-6 0,5 15 0,-7-5 0,0 12 0,6-3 0,0 9 0,-2 2 0,0-7 0,0 1 0,2 0 0,7-6 0,-1 4 0,-2-4 0,1-2 0,1 0 0,5 0 0,-5-2 0,0-4 0,-7-2 0,5-5 0,-2 1 0,0 6 0,-3-6 0,-3 9 0,6 3 0,-8 11 0,0 5 0,0 1 0,0 1 0,6-1 0,2-1 0,1-5 0,3 5 0,6-7 0,-1 1 0,8-2 0,2-8 0</inkml:trace>
  <inkml:trace contextRef="#ctx0" brushRef="#br0" timeOffset="4412">-2869 1346 13103,'-18'0'0,"1"0"0,-1 0 0,1 0 0,-1 0 0,1 0 0,0 0 0,-1 0 0,1 0 0,-1 0 0,1 0 0,-1 8 0,1 4 0,-1 3 0,7 1 0,1-3 0,2-1 0,4 2 0,2 1 0,2 3 0,0-1 0,2 0 0,4-1 0,6-2 0,3-3 0,3-7 0,1 2 0,3-4 0,1-2 0,2-2 0,-4-4 0,3-6 0,-3-3 0,-4 3 0,-3 1 0,-4-3 0,-2-1 0,-3 3 0,-5 0 0,0-1 0,0-3 0,0 5 0,-2-1 0,-3 0 0,-7 3 0,-4 1 0,-3 8 0,-2 0 0,-3 0 0,1 0 0,6 0 0</inkml:trace>
  <inkml:trace contextRef="#ctx0" brushRef="#br0" timeOffset="4829">-2677 1381 13103,'10'-8'0,"-5"-3"0,3 1 0,-2-2 0,-2-1 0,-2-3-1,-2-1 1,-8 1 0,-4 5 0,-3 5-4,-3 4 0,-1 2 0,-2 0 0,-5 2 1,-1 4 1,6 2-1,-2 5 1,3-1 1,3 1 1,1-3 0,5 2 0,3 1 0,0 3 0,6-5 0,-2 1 0,8 2 0,6-7 0,7 1 0,3-2 0,3 0 0,-2 0 0,8-6 0,1 0 0,-3 0 0,6 2 0,-6 1 0,0 3 0,-2-2 0,-1-2 0,-1 0 0,-2 4 0,-7-2 0,-5 7 0,-1 3 0,-4 0 0,-10-1 0,-5-3 0,-5-2 0,-1-1 0,-1-3 0,1 2 0,-1-2 0,-1-2 0,-2-2 0,-3 0 0,3 0 0,-4 0 0,1 0 0,3 0 0,2 0 0,-7-8 0,-1-2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3:37.42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175 610 12863,'0'-11'0,"0"-1"0,-6 6 0,0-6 0,-2 1 0,3-7 0,3 7 0,-6 1 0,0 2 0,6 1 0,-6 3 0,1-2 0,-3 0 0,-8 6 0,3 2 0,1 4 0,5 5 0,1 5 0,-4 1 0,5 1 0,-1-1 0,0 1 0,2-1 0,6 1 0,0-1 0,0 1 0,0-1 0,2-7 0,2-2 0,4-3 0,1 1 0,3 0 0,4-8 0,-5-4 0,3 2 0,-6-5 0,1-1 0,5 0 0,-4 4 0,-1-5 0,1-1 0,0 2 0,-4-5 0,5 3 0,-5-1 0,4-1 0,-3 2 0,-1 9 0,-6-3 0,0 12 0,0 5 0,0-1 0,0 2 0,0 1 0,0-3 0,0 2 0,2-3 0,4 3 0,-4-4 0,13-1 0,-5 3 0</inkml:trace>
  <inkml:trace contextRef="#ctx0" brushRef="#br0" timeOffset="401">437 505 12863,'0'-17'0,"0"0"0,0 5 0,-2 2 0,-4 2 0,2 3 0,-8 5 0,1 2 0,-7 3 0,1 7 0,5-2 0,3 1 0,-1 3 0,0 1 0,4 3 0,-3-1 0,1 1 0,4-1 0,2 1 0,2-1 0,0 1 0,0-1 0,2-1 0,4-5 0,4-3 0,7-8 0,0 0 0,1 0 0,7 0 0,2 0 0</inkml:trace>
  <inkml:trace contextRef="#ctx0" brushRef="#br0" timeOffset="682">751 401 12863,'-6'-12'0,"-1"2"0,-3 3 0,-2 1 0,-5 6 0,-1 0 0,1 0 0,-1 0 0,1 2 0,1 3 0,3 7 0,1 4 0,-1 1 0,-3 1 0,-1-1 0,1 1 0,4-1 0,-1 0 0,7 1 0,2-1 0,2 1 0,2-1 0,2-1 0,4-5 0,4-3 0,7-8 0,2 0 0,5 0 0,-3 0 0,6-2 0,-1-4 0,5-3 0,-4-9 0</inkml:trace>
  <inkml:trace contextRef="#ctx0" brushRef="#br0" timeOffset="1265">856 453 12863,'0'10'0,"0"-1"0,0-3 0,0-4 0,0 8 0,2-6 0,4 2 0,-2-1 0,7-5 0,3 0 0,1 0 0,3 0 0,-1 0 0,-7-1 0,-2-3 0,-1-2 0,-5-2 0,4 2 0,-4 4 0,-10-5 0,-3 7 0,-5 0 0,-1 0 0,-1 1 0,1 3 0,-1 2 0,1 8 0,-1-3 0,1 5 0,0 1 0,1-5 0,4 0 0,7 1 0,3 3 0,2 1 0,0 1 0,0-1 0,7-7 0,7-4 0,5-4 0,5-2 0,7 0 0,-2-2 0,4-4 0,2-4 0,0-7 0</inkml:trace>
  <inkml:trace contextRef="#ctx0" brushRef="#br0" timeOffset="1631">1293 436 12863,'-12'-10'0,"2"2"0,0 2 0,1 0 0,3 1 0,-4 3 0,1-2 0,-1-2 0,-4 2 0,-1 2 0,-3 2 0,1 0 0,1 2 0,3 4 0,1 6 0,8-3 0,-2 3 0,4 2 0,2 1 0,0 3 0,0-1 0,0-5 0,2-3 0,2 1 0,2 0 0,8-6 0,-5 3 0,3-1 0,0 0 0,-7 2 0,7-2 0,2 5 0,-7-1 0,-1 2 0,-4-7 0,-4 5 0,-4-2 0,-3-2 0,-9-6 0,1 2 0,-1 3 0,-5-3 0,-2 4 0,0-4 0,-1-2 0,-3 0 0,4 0 0,0 0 0,0 0 0,1 8 0,7 2 0</inkml:trace>
  <inkml:trace contextRef="#ctx0" brushRef="#br0" timeOffset="2100">1554 505 12575,'6'-11'0,"0"-1"0,-2-1 0,4-3 0,-2-1 0,-1 5 0,-5 0 0,-2 8 0,-3-1 0,-7 3 0,-4 2 0,-1 0 0,0 0 0,-1 0 0,-1 2 0,-3 3 0,-1 7 0,0 0 0,3 1 0,1 5 0,1 1 0,-3-3 0,11 7 0,-1-4 0,-1-1 0,8-7 0,-2 1 0,5 2 0,8-1 0,5-1 0,3-6 0,3-4 0,5-2 0,2-2 0,1-2 0,-1-2 0,4-8 0,-6 3 0,-1-5 0,-3-1 0,-3-1 0,-5 1 0,-3-1 0,-8 1 0,-8 1 0,-3 5 0,-13-5 0,-3 7 0</inkml:trace>
  <inkml:trace contextRef="#ctx0" brushRef="#br0" timeOffset="2652">1869 453 12575,'0'-10'0,"2"3"0,4 7 0,3 0 0,9 0 0,-1 0 0,-5 0 0,0 0 0,1-2 0,3-4 0,-5 4 0,1-6 0,1 0 0,-3 6 0,0-5 0,-2-1 0,-3 6 0,-12-6 0,-5 8 0,-3 0 0,-3 2 0,1 2 0,-1 4 0,1 1 0,-1 3 0,3 6 0,1-3 0,2-3 0,9 3 0,-5-3 0,0 3 0,6 3 0,-2-3 0,8-3 0,6-4 0,7-8 0,3 0 0,3 0 0,-4 0 0,7 0 0,-1 0 0,-6-8 0,6-2 0</inkml:trace>
  <inkml:trace contextRef="#ctx0" brushRef="#br0" timeOffset="3031">2166 453 12575,'-10'0'0,"2"0"0,10 0 0,4 0 0,-2 0 0,8 0 0,1 0 0,3-8 0,1-3 0,1-5 0,-1-1 0,1-1 0,-7 1 0,-1-1 0,0-1 0,-1-4 0,-5 3 0,2-5 0,-4 2 0,-2-1 0,0-7 0,0 4 0,-2-2 0,-4 0 0,2 8 0,-5-3 0,-1 5 0,0 1 0,4 9 0,-5 3 0,1 6 0,-2 8 0,5 11 0,-1 14 0,6 6 0,-4 11 0,4 7 0,2 3 0,0-4 0,0 4 0,0-2 0,0 1 0,0-7 0,0-7 0,2-3 0,4-3 0,4-12 0,7-9 0,8-1 0,2-7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3:34.77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88 1 12714,'-2'19'0,"-4"5"0,4-3 0,-6 8 0,2 4 0,1 6 0,-1 0 0,6 7 0,0 3 0,0 1 0,0-5 0,2-4 0,2-5 0,1-1 0,1-8 0,-6-3 0,2-7 0,4-5 0,-4 3 0,6-13 0,-1-2 0,3-9 0</inkml:trace>
  <inkml:trace contextRef="#ctx0" brushRef="#br0" timeOffset="297">0 385 12714,'2'10'0,"4"-4"0,4-4 0,7-2 0,1 0 0,-1 0 0,1 0 0,1 0 0,2 0 0,3 0 0,-1 0 0,-6 0 0,1 0 0,-1 0 0,1 1 0,-1 5 0,1 6 0,-9-2 0,-3 1 0,-4 3 0,-2 1 0,0 3 0,0-1 0,0 1 0,-6-1 0,-1 1 0,-3-1 0,6-5 0,-2-1 0,4 3 0,2-6 0,0 0 0,0-8 0,0 0 0</inkml:trace>
  <inkml:trace contextRef="#ctx0" brushRef="#br0" timeOffset="448">280 228 12714,'-10'0'0,"2"0"0,8 0 0</inkml:trace>
  <inkml:trace contextRef="#ctx0" brushRef="#br0" timeOffset="833">419 455 12714,'0'12'0,"0"-1"0,2 1 0,4-1 0,6-1 0,3-2 0,3-4 0,-1-2 0,1-2 0,-1 0 0,1-8 0,-1-4 0,1-3 0,-7-3 0,1 1 0,-8-1 0,0 1 0,-8 0 0,-6 1 0,-9 4 0,-5 7 0,5 3 0,-4 2 0,3 2 0,3 3 0,-1 7 0,1 9 0,-1 3 0,3-1 0,3-6 0,6 3 0,5 3 0,1-4 0,0 5 0,0-5 0,0-1 0,1-3 0,5-3 0,6-4 0,3-1 0,5-5 0,1 4 0,4-4 0,3-2 0,-5-2 0,6-4 0,0-11 0,6-10 0</inkml:trace>
  <inkml:trace contextRef="#ctx0" brushRef="#br0" timeOffset="1283">734 350 12714,'0'18'0,"0"-1"0,0 1 0,0-1 0,0 0 0,0 1 0,0-1 0,0 1 0,0-1 0,0 1 0,0-1 0,0 1 0,0-1 0,0 1 0,0-1 0,0-5 0,0-1 0,0-9 0,0-2 0,0-9 0,0-7 0,0-1 0,0-3 0,2-1 0,4-2 0,-3-7 0,9 5 0,0 0 0,-3 0 0,7-4 0,-4 5 0,3 3 0,3 2 0,-7 3 0,1 4 0,1 7 0,1 5 0,0 5 0,-3 7 0,-7 6 0,2 3 0,-4 4 0,-2 2 0,0-3 0,0 3 0,0-2 0,0-4 0,0-1 0,0-3 0,0 1 0,0-7 0,0 1 0,8-8 0,1 4 0</inkml:trace>
  <inkml:trace contextRef="#ctx0" brushRef="#br0" timeOffset="1651">1066 420 12714,'-8'10'0,"8"-3"0,0-7 0,8 0 0,9 0 0,1 0 0,5-5 0,0-3 0,-1 0 0,-3 0 0,-2-3 0,1 3 0,-1-2 0,1-3 0,-3 3 0,-1 0 0,-4 1 0,-3-1 0,-1 4 0,-6-6 0,-10 8 0,-5-1 0,-6 3 0,-1 2 0,-3 7 0,0 5 0,0 4 0,-1 1 0,3 3 0,6 1 0,-1 2 0,1-1 0,7 3 0,4-2 0,4-2 0,2-1 0,2-3 0,4 1 0,8-3 0,7-3 0,0-4 0,8-8 0,2 0 0,2 0 0,2 0 0,8-8 0,2-2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3:31.30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263 557 12674,'-2'-15'0,"-2"1"0,-2 3 0,-2 5 0,2-4 0,-5 2 0,-5 2 0,-1 6 0,-1 0 0,1 0 0,-3 2 0,-1 4 0,-2 6 0,1 3 0,9 3 0,1-1 0,-1 1 0,5-1 0,0 1 0,2-1 0,0 1 0,1-1 0,5 1 0,0-1 0,7-1 0,5-5 0,3-5 0,3-4 0,-1-2 0,1-2 0,-1-4 0,1 2 0,-1-7 0,1-1 0,-1 2 0,1-5 0,-3 3 0,-1-3 0,-3-3 0,-5 7 0,4-1 0,0 0 0,-1 3 0,-5-1 0,2 4 0,-4 6 0,-2 0 0,0 2 0,-2 8 0,-2-1 0,-2 1 0,1 2 0,5 5 0,1-1 0,3-3 0,2-1 0,8-8 0,3 4 0,10-8 0</inkml:trace>
  <inkml:trace contextRef="#ctx0" brushRef="#br0" timeOffset="402">699 540 12601,'12'0'0,"-1"0"0,1-2 0,6-2 0,-1-4 0,0-1 0,1-3 0,1-6 0,3 1 0,1 0 0,6-3 0,-4-3 0,1-4 0,-1-1 0,-2-4 0,-6 2 0,1-3 0,-1-2 0,-7 2 0,-4 2 0,-4 2 0,-2-2 0,-2 6 0,-4 2 0,-6 3 0,-3 3 0,-3 7 0,1 4 0,2 6 0,3 6 0,-4 4 0,5 9 0,-5 5 0,-1 5 0,5 10 0,0 1 0,1 1 0,1 2 0,-4-4 0,9 5 0,1-1 0,2-4 0,2-2 0,2-3 0,4-1 0,5-3 0,7-7 0,3-6 0,2-3 0,1-4 0,1-3 0,4-3 0,4-2 0,2-2 0</inkml:trace>
  <inkml:trace contextRef="#ctx0" brushRef="#br0" timeOffset="666">1328 487 12601,'-6'-11'0,"0"-1"0,2-1 0,-3 3 0,-1-2 0,-2-1 0,4 3 0,-5 0 0,-3 2 0,-1 5 0,-3 1 0,1 2 0,-1 0 0,1 0 0,-1 2 0,1 3 0,-1 7 0,1 4 0,-5 7 0,3 0 0,5-1 0,5-3 0,1-2 0,4 1 0,-2-1 0,2 1 0,4-7 0,6-1 0,6-2 0,3-4 0,5-2 0,1-2 0,2 0 0,-1 0 0,3-2 0,0-4 0,0-6 0,1-3 0,-5 3 0,-7 0 0,-3 1 0,3 1 0,-6-5 0,-3 3 0,-3-4 0,-2 7 0,0-7 0,0 7 0</inkml:trace>
  <inkml:trace contextRef="#ctx0" brushRef="#br0" timeOffset="1094">1485 383 12601,'-8'-18'0,"4"8"0,-7 3 0,-3-1 0,4 6 0,-1-4 0,-3 4 0,-1 2 0,-3 0 0,1 2 0,-1 4 0,7-2 0,1 8 0,0-1 0,1-1 0,5 5 0,-2-3 0,12 2 0,5-1 0,5-3 0,1-2 0,3-2 0,1-5 0,4 3 0,2 2 0,1 6 0,3-6 0,-4-1 0,-2 3 0,0-6 0,-3 6 0,1 0 0,-2 1 0,-9 9 0,-6-1 0,-4-5 0,-4-2 0,-6-1 0,-9 1 0,-3-4 0,-7 4 0,0-3 0,0-3 0,3-2 0,-3-2 0,2 0 0,4 0 0,1 0 0,3 0 0,-9-8 0,-1-1 0</inkml:trace>
  <inkml:trace contextRef="#ctx0" brushRef="#br0" timeOffset="1979">2253 557 12608,'6'-17'0,"0"-1"0,0 7 0,-6-1 0,0-1 0,0 3 0,0-2 0,0-1 0,-2-1 0,-2 0 0,-4 5 0,-1 1 0,3 0 0,-6 4 0,-1-2 0,-3 3 0,4 3 0,1 3 0,-3 5 0,-1 2 0,-1 2 0,3 7 0,1 2 0,-2 3 0,5 1 0,-1-4 0,2 2 0,4-1 0,2-3 0,2-1 0,0-1 0,8-5 0,4-2 0,3-3 0,3-1 0,-1-8 0,1-2 0,-1-2 0,1-7 0,-1 3 0,1-1 0,-1-1 0,-1 0 0,-3-5 0,-1 1 0,1 5 0,-3-5 0,2 4 0,1-3 0,-5 3 0,-2 1 0,-4 7 0,-2 4 0,0 11 0,0 5 0,0 3 0,0 3 0,0 3 0,0 2 0,-6-4 0,0 5 0,2-1 0,2 0 0,2 2 0,0 6 0,-2-2 0,-3-4 0,3 4 0,-6-6 0,2 2 0,0 0 0,-7-1 0,3 3 0,-2-4 0,1-2 0,-1-2 0,-5-5 0,-1-1 0,1-1 0,-1-5 0,6-3 0,1-8 0,7-8 0,-4-1 0</inkml:trace>
  <inkml:trace contextRef="#ctx0" brushRef="#br0" timeOffset="2274">2079 854 12680,'17'0'0,"1"0"0,-7 0 0,1 0 0,2 0 0,1 0 0,3 0 0,-1-2 0,1-2 0,-1-1 0,0-9 0,1 4 0</inkml:trace>
  <inkml:trace contextRef="#ctx0" brushRef="#br0" timeOffset="2546">2463 418 12680,'-2'11'0,"-2"1"0,-2 1 0,1 3 0,5 1 0,0 1 0,0-1 0,0 1 0,0-1 0,0 1 0,2-3 0,1-1 0,5-2 0,2 1 0,-4-5 0,5-2 0,3-4 0,-4-2 0,1 0 0,3 0 0,-1-2 0,1-4 0,-4-6 0,-3-3 0,1 3 0,-4 0 0,2-1 0,-2-3 0,-2-1 0,-2-1 0,0 1 0,0-1 0,0 1 0,0 0 0,0-1 0</inkml:trace>
  <inkml:trace contextRef="#ctx0" brushRef="#br0" timeOffset="2916">2742 505 12680,'0'10'0,"0"-3"0,0-7 0,2 0 0,4 0 0,4-2 0,7-1 0,1-3 0,-3-8 0,-1 3 0,-2-5 0,1-1 0,1 5 0,-1 0 0,-1-1 0,-8-3 0,2-1 0,-6 7 0,-6 4 0,-6 6 0,-3 6 0,-5 4 0,-3 9 0,-4 2 0,0 3 0,0 1 0,5-4 0,-1 4 0,2 3 0,7-7 0,4 2 0,2-3 0,5-3 0,1 1 0,4-3 0,5-3 0,11-6 0,1-4 0,10-2 0,4 0 0,6 0 0,-2 0 0,13-16 0,-5-3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3:25.05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0 577 13400,'2'-10'0,"4"5"0,4-5 0,7 0 0,1 1 0,-7-7 0,1 4 0,2-3 0,1-3 0,3 1 0,-1-2 0,-1-3 0,-5-1 0,5-8 0,-5 4 0,5-2 0,1-1 0,-7 3 0,-2-4 0,-2 4 0,0 2 0,-1-4 0,-7 4 0,-1-1 0,-3 1 0,-8 8 0,2 7 0,-3 2 0,-3 4 0,7 2 0,-1 4 0,1 4 0,1 6 0,-6 5 0,7 6 0,-3 7 0,0 3 0,7 1 0,-5 3 0,2 2 0,4 2 0,2 2 0,2-5 0,0 3 0,0-2 0,2 4 0,4-5 0,6-3 0,3-4 0,3-9 0,1 1 0,2-5 0,3-7 0,-1-3 0,2 0 0,2 1 0</inkml:trace>
  <inkml:trace contextRef="#ctx0" brushRef="#br0" timeOffset="316">489 542 13322,'-9'-8'-24,"-5"5"0,6-7 11,-1 2 0,5 0 0,-4 4 0,2-3 2,0-3 1,-1 6 0,3-4-1,-4 3 3,-2-1 0,4 0 0,-5 6 5,-3 0 1,-1 0 0,-3 2 2,1 4 0,5 3 0,0 9 0,1-1 0,1 1 0,2-1 0,8 1 0,0-1 0,0 1 0,0-1 0,2-1 0,4-5 0,4-3 0,7-8 0,1 0 0,-1 0 0,6 0 0,1-2 0,-3-2 0,-1-2 0,-3-7 0,0 3 0,-1-2 0,-4 1 0,-5 5 0,-7-6 0,0-1 0,0-3 0,0-1 0</inkml:trace>
  <inkml:trace contextRef="#ctx0" brushRef="#br0" timeOffset="719">629 472 13149,'0'-11'0,"0"-1"0,0 0 0,0-5 0,-2 7 0,-4 4 0,-3 5 0,-9 1 0,1 0 0,-1 1 0,1 5 0,-1 4 0,1 0 0,5 3 0,2-5 0,3 2 0,3 3 0,2 3 0,2 1 0,10 1 0,5-3 0,6-3 0,5-2 0,-5-6 0,4 1 0,2-1 0,-3-2 0,3 0 0,-2 2 0,-4 2 0,-1 0 0,-3-6 0,1 0 0,-9 7 0,-3 5 0,-8-2 0,-7-1 0,-9 1 0,-1 0 0,-6-4 0,-1 3 0,1 1 0,0 0 0,-4-6 0,4 1 0,-1-3 0,1-2 0,2 0 0,5 0 0,1 0 0,-1-7 0,1-3 0</inkml:trace>
  <inkml:trace contextRef="#ctx0" brushRef="#br0" timeOffset="1222">1275 560 12786,'-6'-12'0,"1"0"0,-7 7 0,6-7 0,0 0 0,-1 3 0,-1-7 0,-6 4 0,3-3 0,-1-1 0,-4 3 0,3 3 0,1 2 0,1 3 0,-7 5 0,1 0 0,1 7 0,3 5 0,3 3 0,2 3 0,-4-1 0,7 1 0,-1-1 0,-2 1 0,6-1 0,-4 1 0,6-3 0,6-3 0,-2 1 0,8-5 0,1 0 0,3 0 0,1-2 0,1-6 0,-1 0 0,1 0 0,-1-2 0,0-2 0,1-4 0,-1-2 0,1 6 0,-1-3 0,1-1 0,-7 0 0,1-4 0,-8 5 0,4 7 0,-8 2 0,0 3 0,0 5 0,0 8 0,7-9 0,3-1 0,8-8 0</inkml:trace>
  <inkml:trace contextRef="#ctx0" brushRef="#br0" timeOffset="1470">1363 18 12786,'0'18'0,"0"1"0,0 4 0,0 7 0,0 3 0,0 3 0,2 3 0,1 4 0,3 2 0,8 1 0,-5 5 0,3-5 0,0-5 0,-6-4 0,5-2 0,1-2 0,-2-4 0,-3-4 0,-7-8 0,0 1 0,0-8 0,0-3 0</inkml:trace>
  <inkml:trace contextRef="#ctx0" brushRef="#br0" timeOffset="1634">1328 403 12786,'0'-12'0,"2"2"0,3 2 0,5-3 0,8 3 0,-1-2 0,-5 6 0,-1-1 0,5 3 0,5 2 0,-1 0 0,5 0 0,-2 0 0,0 0 0,3 0 0,-5 0 0,2 0 0,1 0 0,-7 0 0</inkml:trace>
  <inkml:trace contextRef="#ctx0" brushRef="#br0" timeOffset="1953">1590 490 12786,'7'10'0,"-3"5"0,8-3 0,-8-3 0,4 1 0,-1-2 0,-3 4 0,6-5 0,-2 3 0,-3-4 0,-5 5 0,0-5 0,0 6 0,0-8 0,-1 2 0,-3-12 0,-2-6 0,0-3 0,6-3 0,0 1 0,0-1 0,0 1 0,0-1 0,0 1 0,0-1 0,8 1 0,3-1 0,5 1 0,-4 5 0,-1 3 0,3 1 0,1 4 0,3 2 0,-1-6 0,1-1 0</inkml:trace>
  <inkml:trace contextRef="#ctx0" brushRef="#br0" timeOffset="2168">1834 490 12786,'12'15'0,"-3"-1"0,-1-2 0,-2-7 0,-4 5 0,2 0 0,2 0 0,1-5 0,-1 7 0,-4 0 0,6 5 0</inkml:trace>
  <inkml:trace contextRef="#ctx0" brushRef="#br0" timeOffset="2652">1747 333 12786,'-8'9'0,"-2"-1"0</inkml:trace>
  <inkml:trace contextRef="#ctx0" brushRef="#br0" timeOffset="3426">1782 228 12786,'0'10'0,"0"-3"0</inkml:trace>
  <inkml:trace contextRef="#ctx0" brushRef="#br0" timeOffset="3983">1921 106 12786,'0'-18'0,"-5"1"0,-3 1 0,-2 5 0,6-5 0,-2 4 0,4 5 0,2-1 0,0 10 0,2 6 0,4 9 0,-2 2 0,6 9 0,0-1 0,-1 0 0,1 2 0,4 6 0,-5 0 0,-1 0 0,0-2 0,-4-2 0,1-2 0,-1 2 0,4 2 0,-2 0 0,-2-2 0,-2-2 0,-2-8 0,0 3 0,0-5 0,0-9 0,0-4 0,0-12 0,0-6 0,0-3 0,0-3 0,0 1 0,0-1 0,2 1 0,2-1 0,1 1 0,1-1 0,-4 1 0,2 0 0,4 1 0,1 4 0,5 7 0,2 3 0,1 2 0,-5 2 0,-1 1 0,3 5 0,1 2 0,3 2 0,-1 5 0,1 0 0,-3 1 0,-1-3 0,-4-1 0,-1-2 0,1 1 0,-6 3 0,2 1 0,-4 1 0,-4-1 0,-4-1 0,-6-5 0,3-1 0,-3-6 0,-2 2 0,-1-2 0,3-2 0,1-2 0,-3 0 0,-2 0 0,5-6 0,-1 0 0,1-8 0,-7 5 0</inkml:trace>
  <inkml:trace contextRef="#ctx0" brushRef="#br0" timeOffset="4316">2288 420 12786,'0'17'0,"0"1"0,0-1 0,0 1 0,6-1 0,2-1 0,1-3 0,5-1 0,2-8 0,3 2 0,4-4 0,-9-2 0,3 0 0,-1 0 0,-1 0 0,1-2 0,-3-2 0,-3-4 0,-2-2 0,0-1 0,-4-7 0,1 1 0,-1-1 0,-2 1 0,-2-1 0,-2 3 0,-4 3 0,3-3 0,-9 3 0,0-3 0,-5-3 0</inkml:trace>
  <inkml:trace contextRef="#ctx0" brushRef="#br0" timeOffset="4649">2585 36 12786,'-15'-14'0,"3"8"0,6 14 0,4 12 0,4 9 0,4 4 0,-2 3 0,7 3 0,1 2 0,-2-2 0,5-2 0,-3-2 0,3 0 0,3 0 0,-1-2 0,1-2 0,-3-4 0,-3-2 0,4-4 0,-7-7 0,1-2 0,-2-9 0,-1-3 0,3-9 0</inkml:trace>
  <inkml:trace contextRef="#ctx0" brushRef="#br0" timeOffset="4783">2637 280 12786,'-5'-11'0,"-1"-1"0,2-2 0,2 5 0,4-1 0,4 2 0,-2 2 0,7 6 0,3 0 0,1 0 0,9 0 0,-1 0 0,0 0 0,2 0 0,-5 8 0,13 2 0,-6 7 0</inkml:trace>
  <inkml:trace contextRef="#ctx0" brushRef="#br0" timeOffset="5086">2969 437 12786,'0'-17'0,"-6"5"0,1 1 0,1-3 0,0 6 0,-2 1 0,-6-1 0,-3 6 0,-3-4 0,1 4 0,-1 2 0,1 2 0,0 4 0,1 4 0,4 7 0,7 1 0,3-1 0,2-5 0,0-1 0,0 3 0,7-6 0,7-3 0,7-3 0,-1-2 0,3 0 0,-4 0 0,-1 0 0,-1-5 0,-1-3 0,-3 0 0,-1 0 0,-8 1 0,2 1 0,-4-6 0,-2 4 0,-8-7 0,-2 5 0</inkml:trace>
  <inkml:trace contextRef="#ctx0" brushRef="#br0" timeOffset="5470">3179 298 12786,'0'-18'0,"0"1"0,-8 5 0,-4 2 0,-3 3 0,-3 1 0,1 6 0,1 2 0,5 4 0,-5-2 0,5 5 0,-3 1 0,2 0 0,3-5 0,5 7 0,-2 2 0,0 1 0,6 3 0,0-1 0,8-5 0,4-3 0,3-1 0,8 4 0,1-4 0,-3-1 0,-2 1 0,-1-2 0,1-4 0,3 2 0,1 2 0,0-1 0,-5-3 0,-1 4 0,-5-4 0,-1 4 0,-9 2 0,-2-2 0,-9-1 0,-7 3 0,-1-6 0,-3 4 0,-1-4 0,-2-2 0,-6 6 0,5-1 0,3-1 0,-6-2 0,0-2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3:41.29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88 12458,'0'11'0,"2"1"0,4 1 0,-4-3 0,4 2 0,-4 1 0,4 3 0,-1 1 0,-1 1 0,-2-1 0,4-5 0,0 0 0,-2 1 0,0-3 0,1 1 0,-3-7 0,6 2 0,-8-12 0,0-5 0,0-5 0,0-1 0,0-3 0,0-3 0,0 4 0,0-5 0,0 5 0,0 1 0,0 1 0,0 0 0,0-1 0,0 1 0,8 1 0,2 2 0,1 5 0,1 1 0,0 2 0,5 6 0,1 0 0,-1 0 0,8 0 0,2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3:45.28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210 567 11497,'0'-17'0,"0"7"0,-2-3 0,-4 7 0,-4 0 0,-7 6 0,0 0 0,1 2 0,4 4 0,-3-4 0,5 5 0,0 1 0,-3-4 0,5 8 0,0 1 0,1 3 0,-5-5 0,4 1 0,0 4 0,1 5 0,-5-2 0,6 5 0,2-5 0,2-1 0,2-1 0,0 0 0,0 1 0,2-8 0,4-3 0,6 1 0,3-6 0,3 4 0,-1-6 0,1-6 0,-3 2 0,-1-7 0,-3-1 0,3 2 0,-4-5 0,-1 3 0,-1-3 0,-2-3 0,-6 1 0,0-1 0,0 7 0,0-1 0,0-2 0,-6-1 0,0-3 0,-7 1 0,3-1 0</inkml:trace>
  <inkml:trace contextRef="#ctx0" brushRef="#br0" timeOffset="802">297 585 11515,'10'8'0,"0"-6"0,-5 3 0,-1-3 0,8-2 0,-6-2 0,5-3 0,-5 1 0,4-8 0,0-2 0,-1-1 0,1-3 0,4 1 0,-5-2 0,-1-5 0,4 3 0,-4-8 0,-1-2 0,1-2 0,4-4 0,-6-2 0,-3-2 0,-1 3 0,-2-5 0,0 2 0,0 4 0,0 6 0,0 6 0,0 8 0,-5 9 0,-3 10 0,0 11 0,0 9 0,-5 11 0,1 2 0,-3 7 0,-3 3 0,6 5 0,3-1 0,-1 5 0,0 4 0,4-5 0,-3-7 0,1 1 0,4-2 0,2 3 0,2-9 0,2-6 0,4-8 0,4-6 0,7-1 0,1-1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4:25.88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53 769 12506,'0'-18'0,"0"1"0,0-1 0,0 1 0,-2 5 0,-2 1 0,-2-5 0,2-5 0,2 1 0,2-3 0,-2 4 0,-4 1 0,4 1 0,-3-1 0,3 1 0,2 5 0,-2 3 0,-4 1 0,4 0 0,-4 2 0,4 4 0,4-6 0,4 8 0,-2 0 0,7 0 0,-5 0 0,6 0 0,-6 0 0,5 0 0,3 0 0,-4 0 0,1 0 0,3 0 0,-4 0 0,1 0 0,3 0 0,1-1 0,3-3 0,-1-2 0,1 0 0,-1 6 0,1 0 0,-1 0 0,1-2 0,-1-2 0,0-2 0,1 2 0,5 3 0,1 1 0,-1 0 0,2 0 0,-6-2 0,5-2 0,-3-2 0,2 2 0,-1 2 0,5 0 0,-2-2 0,-4-2 0,5 1 0,-1 3 0,0-2 0,0-2 0,-1 0 0,-5 6 0,2-2 0,3-4 0,5 4 0,-6-3 0,-2 1 0,-1-2 0,-3 4 0,3-4 0,1 4 0,2 2 0,1 0 0,-7 0 0,1 0 0,-1 0 0,6 0 0,3 0 0,1 0 0,-6 0 0,2 0 0,-3 0 0,-3 0 0,1 0 0,-1 0 0,1 0 0,-1 0 0,0 0 0,1 0 0,-1 0 0,1 0 0,-1 0 0,1 0 0,-1 0 0,1 0 0,-1 0 0,1 0 0,-1 0 0,-5 0 0,-1 0 0,3 0 0,2 0 0,1 0 0,0 0 0,1 0 0,-1 0 0,1 0 0,-1 0 0,1 0 0,5 0 0,0 0 0,-1 0 0,-3 0 0,-1 0 0,-1 0 0,0 0 0,1-6 0,-1 1 0,1 1 0,-1 2 0,1 2 0,-1 0 0,1 0 0,-1 0 0,1 0 0,-1 0 0,1 0 0,-7 0 0,1 0 0,1 2 0,3 4 0,1-5 0,1 5 0,-1-4 0,1-2 0,-1 0 0,1 0 0,-1 0 0,1 0 0,-1 0 0,1 0 0,-1 0 0,1 0 0,-1 0 0,0 0 0,1 0 0,-1 0 0,1 0 0,-1 0 0,1 0 0,-1 0 0,1 0 0,-1 0 0,1 0 0,-1 0 0,1 0 0,-1 0 0,1 0 0,-1 0 0,0 0 0,1 0 0,-1 0 0,1 0 0,-1 0 0,1 0 0,-1 0 0,1 0 0,-1 0 0,1 0 0,-1 0 0,1 0 0,-1 0 0,0 0 0,1 0 0,-1 0 0,1 0 0,-1 0 0,1 0 0,-1 0 0,1 0 0,5 0 0,0 0 0,-1 0 0,-3 0 0,-1 0 0,-1 0 0,0 0 0,1 0 0,-1 0 0,1 0 0,-1 0 0,1 0 0,-1 0 0,1 0 0,-1 0 0,1 0 0,-1 0 0,1 0 0,-1 0 0,0 0 0,1 0 0,-1 0 0,-5 0 0,0 0 0,1 0 0,-3 0 0,2 0 0,-1 0 0,7 0 0,-1 0 0,1 0 0,-1 0 0,1 0 0,-1 0 0,1 0 0,-7 0 0,1 0 0,1 0 0,-3 0 0,2 0 0,-1 0 0,7 0 0,-7 0 0,1 0 0,0 0 0,5 0 0,-5 0 0,0 0 0,-7 0 0,7 0 0,0 0 0,5 0 0,1 0 0,-7 0 0,1 0 0,-6 0 0,5 0 0,1 0 0,5 0 0,-1-2 0,-4-4 0,-5 5 0,-1-9 0,0 4 0,0 2 0,-6-8 0,0 7 0,0-7 0,6 6 0,-1-5 0,1 5 0,-6-6 0,0 6 0,0-5 0,0-1 0,0-5 0,0 5 0,0 0 0,0 1 0,0-7 0,0 1 0,0 5 0,0 0 0,0-1 0,0 3 0,0-2 0,0-1 0,0 3 0,-2 0 0,-3 3 0,3-1 0,-4 2 0,4 4 0,2-6 0,0 10 0,0 4 0,0-4 0,0 14 0,0-12 0,2 5 0,4-1 0,-4 0 0,3-2 0,-1-3 0,2 9 0,-4-6 0,6 4 0,-1-3 0,-5 1 0,4-2 0,-4-2 0,0 6 0,2-1 0,2 1 0,0-4 0,-6 5 0,0 1 0,0 6 0,0-1 0,0 0 0,0-5 0,0 0 0,0-1 0,0 7 0,0-7 0,0 1 0,0-8 0,0 12 0,0-15 0,0 7 0,0-8 0,2 0 0,3 0 0,-1 0 0,8 0 0,-8-2 0,4-2 0,-1-1 0,3-1 0,6 4 0,-5-4 0,5 4 0,-5-4 0,5 4 0,-4 2 0,-1 0 0,3 0 0,1 0 0,3 0 0,-1 0 0,1 0 0,-1 0 0,1 0 0,-7 0 0,1 0 0,1 0 0,3 0 0,1 0 0,1 0 0,-1 0 0,1 0 0,-1 0 0,1 0 0,-1 0 0,1 0 0,-7 0 0,1 0 0,2 0 0,1 0 0,3 0 0,-1 0 0,-5 0 0,-1 0 0,3 0 0,1 0 0,3 0 0,-1 0 0,-5 0 0,0 0 0,1 0 0,3 0 0,1 0 0,1 0 0,-1 0 0,1 0 0,-7 2 0,1 2 0,1 2 0,3 0 0,1-6 0,1 0 0,-6 0 0,-1 0 0,3 0 0,1 2 0,3 2 0,-1 1 0,1 1 0,-1-6 0,1 0 0,-1 0 0,1 0 0,-1 0 0,-1 2 0,-3 2 0,-1 2 0,1-2 0,3-2 0,1-2 0,1 0 0,-1 0 0,1 0 0,-1 0 0,1 0 0,-1 0 0,3 0 0,1 0 0,2 0 0,0 0 0,-5 0 0,-1 0 0,1 0 0,1 0 0,3 0 0,1 0 0,-2 0 0,-1 0 0,-3 2 0,3 2 0,3 1 0,-4 1 0,5-6 0,-5 0 0,-2 0 0,1 0 0,-1 0 0,1 0 0,-1 0 0,1 6 0,-1 0 0,1-2 0,-1-2 0,2-2 0,3 0 0,1 0 0,-2 0 0,-1 0 0,-3 0 0,1 0 0,-1 0 0,3 0 0,1 0 0,2 0 0,-1 0 0,-3 0 0,-1 0 0,-1 0 0,0 0 0,7 0 0,-1 0 0,-2 0 0,-1 0 0,-3 0 0,1 0 0,1 0 0,4 0 0,-3 0 0,3 0 0,-4 0 0,-1 0 0,5 0 0,1 0 0,-3 0 0,-2 0 0,5 0 0,-1 2 0,0 1 0,2 3 0,-3 0 0,5-6 0,-2 0 0,-4 0 0,5 0 0,-3 0 0,0 0 0,2 0 0,-5 0 0,5 0 0,-2 0 0,1 0 0,1 0 0,-4 0 0,3 0-1,-3 0 1,0 0 0,1 0 0,1 0-2,-2 0 1,4 0-1,-1 0 1,-1 0-1,2 0 0,-5 0 0,3 0 0,-4 0 0,-1 0 1,1 0-1,3 0 1,1 0-1,-2 0 0,-1 0 0,-3 0 1,0 0-1,1 0 0,-1 0 1,1 0-1,-1 0 0,1 0 1,5 0 0,0 0-1,-1 0 0,-3 0 1,-1 0-1,-1 0 1,1 2-1,-1 4 0,0-4 1,1 4-1,-1-4 0,1-2 1,-1 0-1,1 0 1,-1 0-1,1 0 0,-1 0 0,1 0 1,-1 0-1,1 0 0,-1 5 0,0 1 0,1-2 0,-1-2 0,3-2 1,1 0-1,2 0 0,-1 0 0,-3 0 1,-1 0-1,-1 0 0,1 0 0,-1 0 0,1 0 1,-1 0-2,0 0 1,1 0 0,-1 0-1,1 0 1,-1 0 0,1 0-1,-1 0 1,-5 0 0,0 0 0,1 0 0,-3 0 0,1 0-2,3 0 1,-4 0 0,1 0 1,-1 2-1,2 4 0,3-4-2,-3 4 0,-4-5 2,7-1 1,-13 2 0,4 4 0,-4-2 0,-2 8 1,0-6-1,0 5 0,0 1 0,0 5 1,0 1 0,0-1-1,0 1 0,0-7 1,0 1-2,0 2 0,-2 1-1,-4 3 1,4-1-1,-4 1 0,4-7-3,2 1 7,8-8 0,2-4 0,7-10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4:39.08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210 1 11552,'-10'0'0,"3"0"0,5 0 0,-4 0 0,4 2 0,-6 2 0,0 1 0,6 3 0,-5-2 0,1 6 0,0 3 0,-8 5 0,3 3 0,-5 4 0,-1 0 0,-1 12 0,1-4 0,1 2 0,5 0 0,-3-4 0,8-2 0,2-4 0,2-2 0,2-2 0,2-7 0,4-4 0,6-7 0,3 3 0,5-2 0,3-2 0,6-2 0,-4-4 0,1-2 0,-3-2 0,0 2 0,8-5 0,-4-1 0</inkml:trace>
  <inkml:trace contextRef="#ctx0" brushRef="#br0" timeOffset="334">105 315 11560,'18'-8'0,"-1"-1"0</inkml:trace>
  <inkml:trace contextRef="#ctx0" brushRef="#br0" timeOffset="602">158 36 11560,'11'9'0,"1"-3"0,1-4 0,3-2 0,1 0 0,1 0 0,-1 0 0,3-2 0,1-2 0,4-1 0,3 1 0,-1-4 0,2 2 0,4-8 0,-6 5 0</inkml:trace>
  <inkml:trace contextRef="#ctx0" brushRef="#br0" timeOffset="1052">472 263 11560,'0'17'0,"-2"1"0,-2-1 0,-2 1 0,2-1 0,2-5 0,1-1 0,-3 3 0,-2 1 0,0-3 0,6 0 0,-2-1 0,-4-1 0,4 0 0,-3-4 0,1-4 0,-2 3 0,4-5 0,-4-5 0,4 1 0,2-8 0,0-2 0,0-1 0,6-3 0,2 3 0,-1 1 0,1 3 0,4-1 0,-4-5 0,-1-1 0,1 1 0,4 5 0,-4 2 0,-1 1 0,1-1 0,6 6 0,-3-2 0,-1 4 0,2 2 0,-8 8 0,3 4 0,-1 3 0,0 3 0,0-1 0,-6 1 0,0-1 0,0 1 0,0-1 0,0 0 0,0 1 0,0-1 0,0 1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4:41.37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123 728 11512,'0'-12'0,"0"0"0,0 7 0,0-7 0,-8 8 0,-4-2 0,2 4 0,1 4 0,-1 2 0,0 2 0,5 8 0,-5-1 0,0 7 0,0 3 0,7 0 0,-5-5 0,2-1 0,0 1 0,0-1 0,6 0 0,0 1 0,2-3 0,4-3 0,6-6 0,-3 2 0,3-3 0,2-1 0,1-2 0,-3-4 0,-1-2 0,3-3 0,2-3 0,-5 4 0,1-5 0,1-3 0,-3 4 0,0-1 0,-2-3 0,-1 6 0,-1 2 0,-4 5 0,6 2 0,-10 3 0,-2 4 0,-2 2 0,0-4 0,6 5 0,0 3 0,0 1 0,0 3 0,2-7 0,4 1 0,4-8 0,7 2 0,1-6 0,-1-6 0,1-4 0,-3-7 0,-3-1 0,1 1 0,-7-1 0,0 3 0,0 1 0,0 3 0,-2-3 0,-2-1 0,5-3 0,3 1 0</inkml:trace>
  <inkml:trace contextRef="#ctx0" brushRef="#br0" timeOffset="486">629 815 11512,'0'-17'0,"0"-1"0,0 1 0,0-1 0,-6 1 0,0-1 0,1 3 0,-1 1 0,-2 4 0,-2 3 0,-3 3 0,-1 10 0,2 5 0,5 5 0,-1 1 0,6 3 0,-4 1 0,2 2 0,-2-1 0,5-3 0,-5-1 0,4-1 0,2-5 0,2-3 0,4-1 0,-3 4 0,9-6 0,0-1 0,5-5 0,-1-2 0,-3-1 0,-1-3 0,-6-6 0,5 4 0,3-1 0,-4 3 0,1-6 0,-7 8 0,12-3 0,-14 7 0,5 1 0,-7 5 0,0-2 0,0 8 0,2-2 0,2 3 0,2-1 0,0-8 0,2 11 0,1-5 0</inkml:trace>
  <inkml:trace contextRef="#ctx0" brushRef="#br0" timeOffset="1040">804 763 11520,'0'9'0,"2"5"0,3-8 0,-1 0 0,8-6 0,-6 0 0,5 0 0,-1-2 0,4-2 0,-5-4 0,-1-2 0,6-1 0,-5-7 0,3 1 0,0-1 0,-6-5 0,3 0 0,1-1 0,0-1 0,-1-2 0,3-6 0,-6 0 0,-4-2 0,-2 4 0,0-12 0,0 1 0,0-5 0,0-1 0,0 1 0,-2 4 0,-4 1 0,2 11 0,-6-2 0,1 5 0,-1 7 0,4 8 0,-5 3 0,-3 2 0,4 10 0,1 10 0,-1 5 0,0 6 0,4 6 0,-3 10 0,-1 4 0,0 2 0,6 1 0,-1 7 0,3-1 0,2 0 0,-6-1 0,0-3 0,2-1 0,2 1 0,4 1 0,2-1 0,4-3 0,1-2 0,3-2 0,6-7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4:46.62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210 524 11476,'-1'-15'0,"-3"1"3,-2 2 0,0 7 1,4-5 1,-4 2 0,4 0 0,-5 4 0,-1-1 0,4-1-4,-8 6 1,1 0 0,-7 2-2,1 4 0,5 3 0,0 9 1,-1-1-1,-3 1 0,5 1 0,-1 2 0,0 3 0,3-3 0,1 4 0,8-1 0,0-3 0,2-2 0,4-3 0,5-5 0,1-3 0,3-8 0,5 0 0,-1 0 0,1-8 0,-3-3 0,3-5 0,3-1 0,-4-3 0,5-1 0,-5-4 0,-2-2 0,1-2 0,-3-6 0,-3 0 0,-6 0 0,2 0 0,-3-2 0,-1-2 0,-2-2 0,-10-7 0,-3 3 0,-5 1 0,-1-7 0,-1 7 0</inkml:trace>
  <inkml:trace contextRef="#ctx0" brushRef="#br0" timeOffset="553">490 646 11517,'12'0'0,"-1"0"0,-7-2 0,2-3 0,-4 1 0,-2-8 0,0-1 0,0 3 0,0-2 0,0-1 0,-2-1 0,-4 2 0,-4-1 0,-7 7 0,-1 2 0,7 2 0,-1 2 0,0 2 0,3 4 0,-7 4 0,7 7 0,-1 1 0,0-7 0,6 1 0,-2 1 0,1 3 0,5 1 0,2-1 0,3-4 0,7-7 0,4 3 0,1-2 0,0-2 0,-5-2 0,0-4 0,1-4 0,3 2 0,1-8 0,-5 9 0,0-3 0,-1 4 0,7 2 0,-9 2 0,-3 4 0,2-3 0,0 9 0,1 2 0,-5-5 0,2 3 0,4-8 0,0 4 0</inkml:trace>
  <inkml:trace contextRef="#ctx0" brushRef="#br0" timeOffset="886">752 0 11517,'0'12'0,"0"-1"0,0 3 0,0 2 0,0 3 0,0 2 0,0 5 0,0 1 0,0 2 0,0 8 0,0 2 0,0 1 0,6 3 0,-1-4 0,1 0 0,2-6 0,-4 1 0,6-6 0,-3 1 0,-3 0 0,0-8 0,0 3 0,2-5 0,0-9 0,-6-3 0,0-7 0</inkml:trace>
  <inkml:trace contextRef="#ctx0" brushRef="#br0" timeOffset="1183">699 437 11517,'18'0'0,"-1"0"0,1 0 0,-1 0 0,1 0 0,-1 0 0,1 0 0,-1 0 0,3 0 0,3 0 0,-2 0 0,8 0 0,-7 0 0,3 0 0</inkml:trace>
  <inkml:trace contextRef="#ctx0" brushRef="#br0" timeOffset="1473">1119 542 11517,'9'0'0,"-1"0"0,-8-8 0,0-4 0,-8 4 0,-1 1 0,-3 1 0,0 0 0,1 0 0,-7 6 0,3 2 0,3 4 0,-3-2 0,3 7 0,-4 3 0,1 2 0,1 1 0,5 1 0,1-1 0,2 0 0,6 1 0,0-1 0,8-1 0,1-3 0,3-3 0,0-2 0,-1-2 0,7-6 0,-1 0 0,1 0 0,-1 0 0,1 0 0,-3-2 0,-3-4 0,1 2 0,-5-8 0,0-1 0,0-3 0,-2 5 0,-6-1 0,0-1 0,0-3 0,0-1 0,0-1 0,-8-7 0,-2-2 0</inkml:trace>
  <inkml:trace contextRef="#ctx0" brushRef="#br0" timeOffset="1956">1415 454 11517,'-17'-6'0,"0"1"0,-1 1 0,6-4 0,1 2 0,-3 2 0,-1 2 0,-3 2 0,1 0 0,-1 0 0,1 6 0,1 2 0,5 2 0,5 3 0,-2-3 0,2 2 0,2 1 0,4 3 0,6-1 0,6-3 0,3 1 0,3-7 0,-1 0 0,1 2 0,5-6 0,2 6 0,1-3 0,-1 1 0,4 2 0,-6-4 0,-2 4 0,-1 1 0,-3-5 0,-1 4 0,-3-2 0,-1 0 0,-8 7 0,2-1 0,-6-4 0,-4-1 0,-6-1 0,-5 0 0,-1 0 0,-11-4 0,0 2 0,0 1 0,3 1 0,-5-6 0,-2-2 0,-2-4 0,6 5 0,-6-15 0,6 6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4:43.46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35 176 11547,'-7'-18'0,"5"6"0,-4 1 0,4 9 0,2 2 0,0 10 0,0 7 0,0 4 0,0 3 0,0 7 0,0 0 0,0 6 0,0 3 0,0 1 0,0-6 0,0 2 0,0 4 0,0-6 0,0 1 0,0-6 0,0-5 0,0 4 0,0-6 0,-2-3 0,-2-5 0,-2-3 0,1-10 0,5-2 0,1-8 0,3-10 0,2 1 0,-2 0 0,4-7 0,0-1 0,1 0 0,5 0 0,-4-5 0,1 7 0,1 2 0,-2 1 0,5 3 0,-3-1 0,3 1 0,-3 7 0,0 4 0,1 5 0,-3 2 0,0 5 0,-3 6 0,-3 3 0,-2 3 0,-2-1 0,0 3 0,0 3 0,0-3 0,0 3 0,0-4 0,0-1 0,0-7 0,-2 1 0,-4 2 0,-3 1 0,-9 1 0,1-5 0,5-3 0,0-8 0,-1 0 0,-3 0 0,-1 0 0,-1 0 0,1 0 0</inkml:trace>
  <inkml:trace contextRef="#ctx0" brushRef="#br0" timeOffset="436">437 595 11547,'0'-18'0,"0"1"0,0-1 0,0 1 0,0-1 0,-2 3 0,-4 3 0,3 4 0,-9 8 0,0 0 0,-5 0 0,-1 0 0,3 8 0,1 4 0,4 5 0,3 7 0,-1-5 0,4 4 0,-2-3 0,2-3 0,2 1 0,2-1 0,0 1 0,6-7 0,2-1 0,2-2 0,3-4 0,3-3 0,1-2 0,1-5 0,-1-4 0,-1-2 0,-3 3 0,-3-1 0,0 2 0,-2-2 0,-1 5 0,-3 3 0,-2 9 0,-2 7 0,0 4 0,0-9 0,8 7 0,2-7 0</inkml:trace>
  <inkml:trace contextRef="#ctx0" brushRef="#br0" timeOffset="824">629 507 11547,'-7'10'0,"3"-2"0,-8-8 0,0 0 0,-5 0 0,7 0 0,2 2 0,8 4 0,6-3 0,2 9 0,2 2 0,-4-1 0,5 1 0,3-3 0,1 1 0,3 6 0,-1-1 0,1-5 0,-1-3 0,1-1 0,-7 0 0,1-2 0,-8-2 0,2 7 0,-6-7 0,-6 2 0,-6-4 0,2-2 0,-1 0 0,-3 0 0,-1 0 0,-9 0 0,1 0 0,2 0 0,1-2 0,3-4 0,-1-4 0,1-7 0</inkml:trace>
  <inkml:trace contextRef="#ctx0" brushRef="#br0" timeOffset="1369">996 577 11496,'-8'10'0,"4"0"0,-7-5 0,7-1 0,-2 8 0,4-8 0,4 4 0,4-8 0,5 0 0,-1 0 0,2-2 0,1-4 0,1 2 0,0-6 0,-3 2 0,-7-5 0,2 1 0,-4 3 0,-2-3 0,-8 8 0,-4-2 0,-3 4 0,3 2 0,1 2 0,-3 4 0,-1 6 0,-1-3 0,2 3 0,3 2 0,-3 1 0,5 8 0,-1 1 0,2-3 0,2-2 0,8-1 0,4-3 0,6-3 0,3-2 0,5-6 0,1 1 0,2-1 0,8-2 0,-2-2 0,4 0 0,2-7 0,0-3 0</inkml:trace>
  <inkml:trace contextRef="#ctx0" brushRef="#br0" timeOffset="1836">1555 542 11496,'-12'0'0,"1"0"0,5 0 0,-6 0 0,6 0 0,-3 2 0,-1 4 0,0 6 0,6-3 0,-3 3 0,1 2 0,0 1 0,0 3 0,4-3 0,-2-1 0,-2-3 0,1 1 0,5 5 0,7-7 0,5-4 0,4-4 0,1-4 0,0-4 0,-1-5 0,-4-5 0,3-3 0,-3-5 0,3-3 0,3 0 0,-3-6 0,-1 4 0,-4-4 0,-3-2 0,-1-6 0,-6-1 0,0-1 0,0 0 0,0-5 0,-2 3 0,-2 0 0,-1 5 0,-7 5 0,6 6 0,-7 3 0,3 9 0</inkml:trace>
  <inkml:trace contextRef="#ctx0" brushRef="#br0" timeOffset="2324">1764 612 11546,'-9'8'0,"1"-6"0,10 6 0,4-8 0,3 0 0,9 0 0,-1 0 0,-5-2 0,0-4 0,1-6 0,-3-1 0,0-1 0,-3 2 0,5 1 0,-6-7 0,-2 3 0,-10 3 0,-6 6 0,-5 4 0,-5 4 0,-1 4 0,0 4 0,5 7 0,1 1 0,0-1 0,1 3 0,2 1 0,5 2 0,1-1 0,2-3 0,6-2 0,0 1 0,0-1 0,2-7 0,6-4 0,7-2 0,7 2 0,9-4 0,-2 3 0,2-5 0,-2-5 0,4 3 0,2-14 0,10 6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01.99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36 12415,'0'-10'0,"0"2"0,0 8 0,0-7 0,0 5 0,0-6 0,0 10 0,0 4 0,0 3 0,0 9 0,0-1 0,-2 5 0,-1-1 0,-3-2 0,2 3 0,2-1 0,2-3 0,0-1 0,0 0 0,0 1 0,-2-1 0,-4 1 0,4-1 0,-4 1 0,5-7 0,2-1 0,5-2 0,-2-2 0,8-6 0,-1 0 0,7-2 0,-1-4 0,1 2 0,-1-6 0,1 3 0,-1 3 0,1-4 0,-1 2 0,1 2 0,-1-3 0,1 1 0,-1 2 0,0 2 0,1 2 0,-1 0 0,1 0 0,-1 0 0,1 0 0,-1 0 0,1 0 0,-1 0 0,1 0 0,-1 0 0,1 0 0,-5 0 0,3 0 0,3 0 0,0 0 0,1 0 0,-3 0 0,3 0 0,3 0 0,-4 0 0,7 0 0,-3 0 0,0 0 0,2 0 0,-3 0 0,3 0 0,2 0 0,-3-6 0,3 0 0,0 2 0,0 2 0,-6 2 0,5 0 0,-3 0 0,0 0 0,0 0 0,-3 0 0,1 0 0,2 0 0,3 2 0,-5 2 0,2 2 0,-1-2 0,-3-2 0,-1-2 0,-1 0 0,0 0 0,1 0 0,-1 2 0,3 2 0,3 2 0,-4-1 0,5-5 0,-5 0 0,-1 0 0,1 0 0,2 0 0,3 0 0,-3 0 0,6 0 0,0 0 0,2 0 0,1 0 0,-1 0 0,6 0 0,0 0 0,-1 0 0,3 0 0,4 0 0,6-2 0,3-3 0,4 3 0,5-4 0,5 4 0,4 2 0,7-6 0,1 0 0,0 0 0,1-1 0,-5 5 0,6-6 0,-3 2 0,1 0 0,-6 0 0,-8 6 0,-2 0 0,-4 0 0,-1 0 0,-5 0 0,-3 0 0,-6 0 0,-10 0 0,-2 0 0,2 0 0,2 0 0,-4 0 0,-2 0 0,-2 0 0,-3 0 0,3 6 0,-2 0 0,-2-2 0,-1-2 0,-3-2 0,3 0 0,1 2 0,2 4 0,1-4 0,-7 3 0,1-3 0,-1-2 0,0 0 0,1 0 0,-1 0 0,1 0 0,5 0 0,0 2 0,1 2 0,1 2 0,-6 0 0,7-6 0,-3 0 0,0 0 0,6 0 0,-4 0 0,1 0 0,-1 0 0,0 0 0,-4 0 0,5 0 0,1 0 0,-4 0 0,4 0 0,1 0 0,-1 0 0,0 2 0,4 2 0,-4 2 0,-2-3 0,1-1 0,-3-2 0,4 0 0,0 0 0,0 6 0,-5 0 0,1-2 0,-2-2 0,4-2 0,1 0 0,-1 0 0,0 0 0,-2 0 0,-3 0 0,1 0 0,2 0 0,1 0 0,-7 2 0,1 2 0,-1 1 0,6 1 0,1-6 0,-3 0 0,-3 2 0,-5 2 0,-1 2 0,-6 0 0,5-6 0,-5 0 0,6 0 0,-8 0 0,3 2 0,-7 3 0,0-3 0,0 8 0,0-4 0,0-2 0,0 7 0,0-5 0,0 6 0,0-8 0,0 11 0,0-5 0,0 2 0,0-1 0,0-7 0,0 6 0,0-4 0,0-4 0,0 5 0,0-7 0,0 0 0,0-7 0,0 5 0,0-14 0,0 12 0,0-7 0,0 5 0,2-4 0,4 2 0,-4 1 0,4 1 0,-4 2 0,0-6 0,4 2 0,-4-5 0,3 1 0,-3 3 0,-2-3 0,2 8 0,4-2 0,-4-3 0,8 7 0,-6-6 0,1 0 0,3 6 0,-2-4 0,6 4 0,-3 2 0,3 0 0,2 0 0,1 0 0,3 0 0,-1 0 0,0 0 0,1 0 0,5 0 0,0 0 0,1 0 0,1 0 0,-4 0 0,7 0 0,-1 0 0,0 0 0,-4 0 0,4 0 0,0 2 0,1 4 0,-5-4 0,4 4 0,0-4 0,0-2 0,-5 0 0,3 0 0,-2 0 0,1 0 0,-1 0 0,-6 0 0,1 0 0,-1 0 0,1 0 0,-1 0 0,1 0 0,-1 0 0,1 0 0,-1 0 0,0 0 0,1 0 0,-1 0 0,1 0 0,-1 0 0,-5 0 0,0 0 0,1 0 0,3 0 0,1 0 0,1 0 0,-1 0 0,1 0 0,-1 0 0,1 0 0,-1 0 0,0 0 0,3 0 0,3 0 0,-9 0 0,3 0 0,-1 0 0,-1 0 0,3 0 0,-1 0 0,1 0 0,-1 0 0,1 0 0,-1 0 0,2 0 0,5 0 0,-5 0 0,4 0 0,-3 0 0,-3 0 0,7 0 0,-1 0 0,0 0 0,2 0 0,-5 0 0,3 0 0,-4 0 0,-1 0 0,5 2 0,0 2 0,-1 1 0,-3-1 0,-1-2 0,1-2 0,2 0 0,3 0 0,-1 0 0,-6 0 0,1 0 0,-1 0 0,1 0 0,-1 0 0,1 0 0,-1 0 0,1 0 0,1 0 0,2 0 0,3 0 0,-1 0 0,-5 0 0,-1 0 0,0 0 0,1 0 0,-1 0 0,1 0 0,-1 0 0,1 0 0,-1 0 0,1 0 0,-1 0 0,1 0 0,-1 0 0,-5 0 0,-1 0 0,1 0 0,5 0 0,-5 0 0,0 0 0,-8-2 0,3-2 0,1-1 0,-6-1 0,8 6 0,-4 0 0,-4 0 0,7-6 0,-3 0 0,-2 0 0,8 6 0,-1-2 0,7-3 0,-7 3 0,1-4 0,-6 4 0,4 0 0,-3-4 0,7 4 0,-6-8 0,3 5 0,-3 1 0,-6-6 0,4 2 0,-4 1 0,4 1 0,-4-4 0,-2-2 0,0 1 0,0 5 0,0-6 0,0 6 0,0-5 0,0 5 0,0-6 0,-6 1 0,0-7 0,0 7 0,6-1 0,0 0 0,0-5 0,0-1 0,0 1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0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123 193 12490,'-8'-10'0,"6"2"0,-14 8 0,12 2 0,-7 4 0,7 4 0,-2 9 0,4 3 0,2 1 0,0 8 0,0-2 0,0 2 0,0-2 0,0 4 0,0-4 0,0 4 0,0 2 0,-6-2 0,1-2 0,1-4 0,2-1 0,2-3 0,0-6 0,0 1 0,0-6 0,0-1 0,-6-9 0,0-2 0,2-10 0,2-7 0,2-4 0,0-3 0,0 3 0,0-4 0,-2 1 0,-2 1 0,-1-2 0,-1 0 0,6-6 0,0 2 0,0-2 0,-2 3 0,-2-1 0,-2 0 0,2 2 0,2-6 0,2 6 0,2-2 0,4 0 0,-2 1 0,6-1 0,-1 6 0,1 4 0,2 1 0,5 1 0,1 1 0,-1 5 0,1 3 0,-1 8 0,0 0 0,1 0 0,-1 0 0,1 2 0,-1 4 0,1 5 0,-1 5 0,1 1 0,-3 1 0,-3-1 0,-2 1 0,-7 1 0,3 2 0,-2 3 0,-2-1 0,-2-6 0,0 1 0,0-1 0,0-5 0,-2 0 0,-2 1 0,-2 3 0,-7-5 0,1-1 0,-1 0 0,1-1 0,-3-5 0,3 4 0,-4-2 0,-1 0 0,-1 0 0,1-6 0,-1 0 0,7 5 0,-1 1 0,-1-2 0,-3-2 0,6-4 0,5-4 0,3 4 0,9-5 0,5 7 0,4 0 0,1 0 0,0 0 0,1 0 0,-1 7 0,1 3 0,-1 0 0,1 3 0,-1-5 0,1 2 0,-1 1 0,1 5 0,-3-2 0,-3-3 0,3 1 0,-3 5 0,-2-1 0,-1-3 0,-1-1 0,6-8 0,-5 4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05.42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227 88 12490,'-11'-6'0,"1"-2"0,2-1 0,0-1 0,5-4 0,-3 3 0,-6 5 0,4-4 0,-1 2 0,3 3 0,-6 5 0,-1 0 0,-3 0 0,-1 0 0,1 2 0,4 3 0,-1 5 0,5 8 0,0-1 0,1 0 0,-5 7 0,6-1 0,2-2 0,2-1 0,2-9 0,0 1 0,2 0 0,4-3 0,4-1 0,7-8 0,1 0 0,-1 0 0,1 0 0,-1-2 0,1-4 0,-3 3 0,-1-7 0,-5 0 0,-1 0 0,4-1 0,-6-7 0,-3 1 0,-1 5 0,-2 1 0,0-3 0,0-2 0,0-1 0,-7 7 0,-3 3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05.88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34 486 12449,'-8'9'0,"4"-1"0,-8-8 0,9 8 0,-3-6 0,12 4 0,-3-5 0,9-1 0,2 0 0,1 0 0,-3-5 0,-1-3 0,3 0 0,2 0 0,-1-5 0,-1 3 0,-3-2 0,3 1 0,-4-1 0,-1-5 0,1-1 0,0 1 0,-6-1 0,1 1 0,-3-3 0,-2-3 0,0 2 0,0-6 0,0-1 0,0 1 0,-2-2 0,-1-4 0,-5 2 0,-2 2 0,4 10 0,-3-1 0,-1 7 0,0-1 0,4 6 0,-3 4 0,1 8 0,-4 6 0,6 7 0,3 3 0,1 3 0,-4 6 0,0 10 0,2 4 0,2 1 0,-4-5 0,0 4 0,3-2 0,1-1 0,2 1 0,0-6 0,0 0 0,0 0 0,2-2 0,1-2 0,5-4 0,2-2 0,2 6 0,5-3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06.43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141 140 12624,'9'-7'0,"-1"-3"0,-8-8 0,0 7 0,0-1 0,0-1 0,0-3 0,-2 1 0,-4 3 0,3-2 0,-9 9 0,-2 1 0,-1 2 0,-3 4 0,1 3 0,-1 7 0,7 4 0,-1 1 0,0 1 0,3-1 0,1 0 0,8 1 0,0-1 0,0-5 0,2-2 0,4-2 0,3-3 0,9-5 0,-1 0 0,1 0 0,-1 0 0,1 0 0,-1 0 0,1 0 0,-7-5 0,1-3 0,2-2 0,-1 4 0,-1-5 0,3 7 0,-13-2 0,4 12 0,-4-2 0,-2 7 0,0 1 0,0 5 0,2-7 0,4-4 0,3 4 0,9-1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06.81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18 542 12624,'-2'9'0,"-2"-1"0,-2 0 0,1-6 0,7 6-1,3-8 1,-1 0 0,8-2-1,2-2-3,1-2 0,-3-8 0,-1 3 0,3-5 0,1-1 0,3-1 0,-3 1 0,-1-1 1,-2 1 1,-3-6 0,5-1 0,-4 1 1,-3-2 1,-1-2 0,-6-10 0,0-2 0,0-2 0,0 2 0,-2 2 0,-2 3 0,-1-1 0,-9 13 0,2 7 0,-3 5 0,-3 6 0,7 2 0,-1 6 0,-2 6 0,-1 7 0,3 14 0,1 2 0,-1 8 0,2 4 0,-3 1 0,7 7 0,0-1 0,-2 0 0,6-1 0,-3-5 0,3-3 0,2 0 0,2-6 0,3 2 0,5-8 0,0-8 0,5-4 0,-3-3 0,4-5 0,9 5 0,2-6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07.64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175 105 12552,'0'-17'0,"0"-1"0,-2 7 0,-2-1 0,-1-2 0,-3 1 0,2 1 0,-6 6 0,3 4 0,-3 2 0,-2 0 0,-1 8 0,-3 4 0,3 5 0,3 6 0,-1-3 0,5 3 0,0-2 0,0 3 0,3-5 0,5 4 0,0-3 0,0-3 0,2 1 0,3-1 0,5-1 0,8-5 0,-1-5 0,0-4 0,1-4 0,-1-2 0,1-1 0,-3-9 0,-1 4 0,-2-1 0,1-1 0,-5 0 0,0-5 0,-1-1 0,-5 1 0,4-1 0,-4 1 0,-2 0 0,0-1 0,-2 8 0,-4 5 0,3 10 0,-7 9 0,0 5 0,0 5 0,7 7 0,-5 0 0,2 6 0,0 3 0,-2 7 0,4-6 0,-1-2 0,1-3 0,2 5 0,2 0 0,0-2 0,0-2 0,0-4 0,0-2 0,-2-4 0,-4-2 0,4-2 0,-6-7 0,3-3 0,-1-1 0,-2-8 0,2 2 0,-4-4 0,-7-2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07.74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1 106 12424,'17'-2'0,"1"-4"0,1 4 0,3-6 0,1 2 0,-2 0 0,4-1 0,1 3 0,-1-4 0,0-2 0,0 6 0,-3-3 0,1-1 0,0-2 0,-5-7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08.07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18 12424,'-10'8'0,"4"3"0,5 5 0,1 1 0,0 1 0,1-3 0,3-1 0,4-4 0,2-3 0,-4 5 0,5-6 0,3-2 0,1-2 0,3-2 0,-1 0 0,-1-8 0,-3-2 0,-3-1 0,-2-1 0,4 0 0,-7-5 0,-1-1 0,-2 1 0,-2-1 0,0 1 0,0 7 0,-8 3 0,-1 7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08.41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16 87 12424,'17'0'0,"1"0"0,-1 0 0,-5-2 0,-1-1 0,3-3 0,-4-6 0,-1 4 0,1 1 0,0-1 0,-6 0 0,1 2 0,-3-3 0,-9-1 0,-5 4 0,-4 4 0,-1 4 0,-1 4 0,1 5 0,1 5 0,3 1 0,3 1 0,2-1 0,1-1 0,3-2 0,-2-3 0,2 3 0,4-1 0,6-1 0,6-4 0,3-1 0,10-5 0,4 4 0,4-4 0,2-2 0,0 0 0,0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08.97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228 123 12623,'17'-8'0,"-5"4"0,0-7 0,-7 1 0,5-4 0,-2 3 0,4 5 0,-7-6 0,-1-1 0,-4 3 0,-6-2 0,3 9 0,-9-3 0,-2 4 0,-1 2 0,3 0 0,0 0 0,-1 2 0,-3 4 0,1-3 0,1 7 0,5 0 0,1 0 0,0-5 0,4 7 0,-2 2 0,1-5 0,5 3 0,1-2 0,5 3 0,6-1 0,-2-6 0,1 3 0,1 1 0,-2 0 0,-3-4 0,-5 5 0,4 3 0,-4 1 0,4 3 0,-6-3 0,-6-1 0,-6-2 0,-3-9 0,-3 3 0,1-4 0,0-2 0,-1 0 0,1 0 0,-1 0 0,1 0 0,-1 0 0,1-8 0,-1-9 0,1-10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09.37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70 53 12588,'18'0'0,"-6"0"0,-1-2 0,3-2 0,1-2 0,-3 1 0,0 3 0,1-4 0,3 2 0,1-8 0,-7 8 0,-10-3 0,-12 7 0,-3 0 0,-5 2 0,-1 3 0,-2 7 0,1 4 0,3 1 0,1 0 0,3 1 0,3-1 0,-3 1 0,5-1 0,0 1 0,3-7 0,8-1 0,5 0 0,6 0 0,5-7 0,7 3 0,5-4 0,4-2 0,4 0 0,3 0 0,5-8 0,7-1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09.99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175 88 12501,'0'-18'0,"-2"3"0,-2 1 0,-2 2 0,-2 7 0,3-7 0,-5 8 0,-8-2 0,1 4 0,5 2 0,1 0 0,-1 2 0,2 4 0,-3 4 0,5 7 0,0 1 0,0-1 0,-3 1 0,5-1 0,2 0 0,2 1 0,2-6 0,0-1 0,2 1 0,4-2 0,-2-3 0,7-7 0,3 0 0,2 0 0,1 0 0,0 0 0,1 0 0,-1-2 0,1-3 0,-1-7 0,-5 2 0,0-1 0,1-3 0,-5 4 0,-2-1 0,-4 7 0,-2-2 0,0 12 0,0 3 0,2 7 0,3-4 0,-1 1 0,6-5 0,0 0 0,-1 0 0,3 5 0,6-11 0,-1 6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0.37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210 18 12501,'-17'0'0,"1"-2"0,5-4 0,-5 5 0,4-5 0,-3 4 0,-3 2 0,1 0 0,-1 0 0,3 2 0,3 4 0,5 3 0,7 9 0,1-1 0,5-1 0,6-5 0,-2 3 0,1-8 0,3 0 0,1 1 0,3-3 0,-1 8 0,1 1 0,-1-3 0,1 2 0,-1 1 0,-7-3 0,-4 2 0,-4 1 0,-2-3 0,-2 2 0,-4 1 0,-6-3 0,-9 0 0,-2-3 0,1-3 0,-3 0 0,2 0 0,1 2 0,3-2 0,2-4 0,1-6 0,4-6 0,5-3 0,7-3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0.66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1 12501,'-6'17'0,"1"1"0,-3-3 0,4-1 0,-2-3 0,2 3 0,2-4 0,2 1 0,0 3 0,0 1 0,2 1 0,4-4 0,6-7 0,3-3 0,3-2 0,-1 0 0,1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0.74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53 0 12501,'-18'0'0,"9"0"0,-7 0 0,6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1.23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385 51 12501,'-10'-2'0,"2"-2"0,0-2 0,4-6 0,-7 6 0,-3 3 0,5-1 0,-3 0 0,-2-2 0,-1 2 0,-3 4 0,1 4 0,-1 2 0,3 7 0,1-1 0,3 2 0,-3-3 0,6 5 0,1-5 0,1 5 0,0 1 0,0-5 0,8 0 0,4 1 0,3-5 0,9-2 0,-1-4 0,1-2 0,5 0 0,0-2 0,-1-2 0,-3-2 0,-3-7 0,-3 3 0,-1-2 0,2 1 0,-5-1 0,1-6 0,-2 1 0,-2 5 0,-6 1 0,0-1 0,-6 4 0,0 8 0,-2 6 0,4 8 0,-2-3 0,3 3 0,1 7 0,0 5 0,-2-1 0,-2 0 0,0 6 0,4-2 0,-2 4 0,-1 2 0,-9 2 0,4 2 0,-1 1 0,-1-1 0,0-2 0,-5-2 0,-1 0 0,1 0 0,-6-2 0,-1-4 0,3-6 0,2-3 0,1-5 0,1-1 0,-1-4 0,1-3 0,1-3 0,5-10 0,5-5 0,-4-5 0,0-1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1.66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103 0 12499,'0'12'0,"0"0"0,0-1 0,0 7 0,-6-1 0,1 1 0,1-1 0,-4 1 0,0-1 0,0 0 0,1 1 0,-1-1 0,4 1 0,-2-1 0,-5 1 0,5-1 0,-2-7 0,2-4 0,4-6 0,-4-6 0,6-4 0,4-7 0,4-1 0,2 1 0,-1-6 0,5-1 0,-2 3 0,1 2 0,-3 1 0,2 1 0,1-1 0,3 3 0,1 1 0,1 2 0,-7 9 0,1-3 0,-2 12 0,1 5 0,-5 5 0,-4 1 0,-2 1 0,0-1 0,0 1 0,0-1 0,0 0 0,0 1 0,0-1 0,0 1 0,0-8 0,8 5 0,1-5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2.06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193 36 12499,'-8'-12'0,"-3"0"0,1 9 0,-2-3 0,1 4 0,-7 4 0,1 4 0,-1 3 0,1 9 0,1-1 0,5 1 0,-3-1 0,6 1 0,-1-1 0,5 0 0,-2 1 0,4-1 0,2 1 0,0-1 0,8-7 0,3-4 0,5-4 0,1-2 0,1-2 0,-1-2 0,1-2 0,-7-7 0,1 3 0,2-2 0,1 1 0,3-1 0,-1-6 0,-5 7 0,-1-1 0,-7 8 0,4-2 0,-8 12 0,-8 4 0,-1 7 0,-1 1 0,2-6 0,8-1 0,0 3 0,0-4 0,0 1 0,-8 1 0,-1 5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2.45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1 12499,'-2'17'0,"-4"1"0,4-7 0,-4 1 0,4 1 0,2-3 0,0 2 0,0 1 0,0 3 0,0 1 0,0 1 0,0-1 0,0-5 0,0 0 0,0 1 0,0-3 0,0 2 0,0-9 0,6-3 0,2-11 0,0-5 0,-1-1 0,7-1 0,-2 1 0,3-1 0,3 1 0,-7-1 0,1 1 0,2 0 0,1-1 0,3 1 0,-1-1 0,0 8 0,-7 5 0,-4 10 0,-4 7 0,-2 4 0,0 1 0,0 1 0,0-1 0,0 0 0,0 1 0,2-1 0,4 1 0,-4-1 0,13 1 0,-5-1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3.07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18 472 12384,'-9'8'0,"1"-6"0,18 6 0,5-8 0,6 0 0,3-6 0,-5-2 0,2-2 0,3-3 0,5-3 0,-4-1 0,0-1 0,1 1 0,-1-1 0,-4-1 0,2-2 0,-1-3 0,-3-1 0,-3 2 0,-5-4 0,-5-1 0,2-3 0,-2 6 0,-2 0 0,-2 0 0,-2-4 0,-2 7 0,-2 5 0,-2 3 0,-8 10 0,3-1 0,-5 3 0,-1 6 0,-1 5 0,1 9 0,-1 1 0,1 8 0,-1 2 0,1 4 0,-1 2 0,7 6 0,-1 2 0,-1-1 0,-3 1 0,4-2 0,3-6 0,1 0 0,4 0 0,2-6 0,4-2 0,4-2 0,4-4 0,7-9 0,8-4 0,2-8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3.41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227 53 12384,'-11'0'0,"1"-2"0,0-2 0,1-2 0,3-6 0,-6 7 0,-1 1 0,3-4 0,-2 2 0,-1 2 0,-3 2 0,-1 2 0,-1 0 0,3 8 0,1 4 0,2 3 0,7 3 0,-5-1 0,2 1 0,2-1 0,8 1 0,4-1 0,-2-7 0,8-4 0,1-5 0,3-1 0,1 6 0,1 0 0,-1-2 0,1-4 0,-1-6 0,0-5 0,-1 1 0,-4-2 0,-7-1 0,-3 3 0,-2-2 0,0-1 0,0-3 0,-7-1 0,-3-1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3.80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253 36 12384,'-18'0'0,"3"-2"0,1-2 0,3-2 0,5 0 0,-6 4 0,-1-2 0,-3-1 0,4-1 0,1 6 0,-3 0 0,-1 0 0,-3 0 0,1 0 0,-1 0 0,7 0 0,-1 0 0,6 0 0,-6 0 0,11 8 0,1 1 0,9 1 0,7 4 0,1-7 0,1 1 0,-1 0 0,1 3 0,-1-3 0,2 0 0,5 0 0,-5 3 0,4-5 0,-5 0 0,-6 2 0,1-4 0,-5 5 0,0 1 0,-3-2 0,-6 0 0,-9-5 0,-8 5 0,-3-2 0,-4-2 0,-2-2 0,3-2 0,-3 0 0,0 0 0,0 0 0,6 0 0,-5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4.71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53 193 12667,'-8'10'0,"5"5"0,-7-3 0,2 3 0,0 3 0,4 1 0,-1 4 0,1 7 0,2 3 0,2 2 0,0-1 0,0 1 0,0 6 0,0 0 0,0-2 0,0-2 0,0-4 0,2-2 0,2-4 0,1-2 0,1-2 0,-4-5-7,4-1-6,-4 1 1,6-11-1,-8-7 1,0-9 0,0-7 0,0-1 1,0-1-1,0-1 4,0-4 0,0-3 1,0-5-1,0 2 4,0-2 1,0-8-1,0-3 1,0-3 2,0-3 1,6 3 0,1 0 0,1 1 0,0-1 0,3 6 0,-3-2 0,2 5 0,4 1 0,-1 7 0,1 3 0,-3 4 0,3 3 0,-4 5 0,1 13 0,3 0 0,-4 2 0,-1 4 0,-1 5 0,0 5 0,-4 1 0,1 1 0,-1-1 0,-2 1 0,-2-1 0,0 1 0,0-1 0,-2 0 0,-2 1 0,-1-1 0,-9 1 0,2-1 0,-3-1 0,-1-3 0,5-1 0,-5-8 0,5 2 0,-5-4 0,6-4 0,5-4 0,5-4 0,5-1 0,7-1 0,-2 8 0,1-2 0,3 2 0,1-1 0,3 3 0,-1-4 0,1 4 0,-1 2 0,1 0 0,-1 0 0,1 0 0,-1 0 0,1 0 0,-1 0 0,1 0 0,-7 0 0,1 2 0,1 4 0,-3-4 0,2 3 0,-8-3 0,3-4 0,-7-3 0,-2-3 0,-1-6 0,-3 3 0,2-3 0,-4-2 0,2-1 0,2 0 0,2-1 0,2 1 0,0-1 0,0 1 0,6-1 0,2 3 0,2 3 0,1-3 0,7 5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5.08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1 12390,'0'11'0,"0"1"0,0-6 0,2 4 0,2-1 0,2 1 0,0-4 0,-6 5 0,0 3 0,0 2 0,0 1 0,0 0 0,6 1 0,0-1 0,7 1 0,-3-1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5.16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18 12390,'0'-10'0,"-8"2"0,-2 8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5.46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70 12390,'0'18'0,"0"-1"0,0 1 0,0-1 0,0 1 0,5-7 0,1 1 0,-2 1 0,4 3 0,0 0 0,1-5 0,-5 5 0,10-12 0,-8 7 0,1-9 0,-3-2 0,2-10 0,6-5 0,-6-3 0,-1 1 0,3 0 0,-6-1 0,6 1 0,-2-3 0,0-3 0,5 4 0,-3-5 0,2 5 0,-6 1 0,11 1 0,-5-1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5.73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1 12390,'11'0'0,"1"0"0,-8 0 0,3 2 0,-7 4 0,0 3 0,0 9 0,0-1 0,0-5 0,0-1 0,0 3 0,0 2 0,0 1 0,0-7 0,8 5 0,2-5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5.87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35 12390,'-8'-10'0,"6"-5"0,-6 13 0,1-6 0,-3 8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6.23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35 454 12390,'0'10'0,"8"4"0,4-9 0,-3 1 0,3-6 0,1 0 0,3-7 0,1-5 0,1-2 0,-1 3 0,1-7 0,-3 3 0,-1-7 0,-2 1 0,-3-4 0,3 0 0,-4-1 0,-1 1 0,-5-6 0,4 2 0,-4-4 0,-2-2 0,0 0 0,0 2 0,-2 4 0,-4 6 0,3 11 0,-9 6 0,-2 4 0,-1 10 0,-3 6 0,1 9 0,-1 12 0,1 2 0,-1 7 0,1 1 0,0 0 0,-1 1 0,3 7 0,1-1 0,2 0 0,6-7 0,-3-4 0,1-4 0,4-2 0,2-2 0,4-4 0,4-8 0,6-7 0,3-7 0,3-7 0,7 0 0,2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6.60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88 18 12390,'0'18'0,"0"-1"0,0-5 0,0 0 0,8-9 0,4 3 0,3-4 0,3-2 0,-1 0 0,0 0 0,1 0 0,-1-2 0,1-2 0,-1-1 0,1-7 0,-3 4 0,-3-2 0,-4 5 0,-8-7 0,0-2 0,-8 7 0,-4 1 0,-3 4 0,-3 2 0,-1 0 0,-2 0 0,-3 0 0,3 0 0,0 8 0,-1 3 0,-1 3 0,2-3 0,1 5 0,3-4 0,1 3 0,5 3 0,3-7 0,8 1 0,0 1 0,8-3 0,3 0 0,5 0 0,1-1 0,3-5 0,3 2 0,4-4 0,8-2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7.52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350 70 12390,'0'-17'0,"0"5"0,0 1 0,0-1 0,0 2 0,-8 2 0,-4 8 0,5 0 0,-1 8 0,8 2 0,0 7 0,0-7 0,0 6 0,0-14 0,0 5 0,0-7 0,-2 0 0,-4 0 0,4 0 0,-6-2 0,6-2 0,-3-1 0,3-1 0,-6 6 0,0 0 0,4 0 0,-7 0 0,-1 0 0,-5 0 0,5 2 0,0 4 0,-1 5 0,3-1 0,-2 2 0,-1 1 0,3 3 0,0 1 0,3 1 0,1-1 0,6 1 0,0-1 0,0-5 0,2-3 0,4-1 0,-3 0 0,9-4 0,2 2 0,1-3 0,3-1 0,-1-4 0,1-3 0,-1 1 0,-1-8 0,-3 0 0,-1 3 0,-3-7 0,5 5 0,-2-5 0,-3-1 0,3-1 0,-6 1 0,-4-1 0,-2 7 0,0-1 0,0 0 0,0 3 0,0 3 0,0 12 0,0 5 0,0 5 0,0 1 0,0 1 0,0-1 0,0 1 0,0 1 0,0 2 0,0 3 0,0 1 0,0-4 0,0 4 0,0 3 0,0-1 0,0 4 0,0-2 0,0 2 0,0 2 0,-2 2 0,-4-2 0,-6-4 0,-3 2 0,-3-8 0,1-1 0,-1-3 0,-5-3 0,0-3 0,0-3 0,-3-2 0,7-3 0,-4-5 0,3 0 0,3 0 0,-1-5 0,1-3 0,1-2 0,5-3 0,-5-11 0,6-3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7.87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0 12431,'-2'16'0,"-2"-3"0,-2-1 0,0 0 0,6 5 0,0 1 0,0-1 0,0 1 0,0-1 0,0 1 0,2-1 0,4 0 0,4-7 0,7-2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18.28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1 12431,'0'0'0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5:29.63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245 88 13883,'0'-11'0,"-2"-1"0,-4-2 0,4 5 0,-4-3 0,-3 8 0,-1-4 0,-8 8 0,1 0 0,5 0 0,1 0 0,-3 2 0,-1 4 0,3 4 0,0 5 0,-1-1 0,-3-2 0,1-1 0,1 7 0,2-1 0,-1 1 0,5-1 0,2 1 0,4-1 0,2 1 0,0-1 0,0 0 0,8-5 0,4 0 0,3-1 0,3-1 0,1-2 0,2-8 0,3 0 0,-3 0 0,4 0 0,-1 0 0,-3-2 0,-2-4 0,-1-4 0,-3-7 0,-1-1 0,-2 1 0,-9 0 0,3-3 0,-4-1 0,-2-2 0,-8-3 0,-3 5 0,-5-2 0,-1 1 0,-1 3 0,-15 1 0,-4 1 0</inkml:trace>
  <inkml:trace contextRef="#ctx0" brushRef="#br0" timeOffset="564">612 71 13883,'9'-8'0,"5"4"0,-8-7 0,-1-1 0,-5-6 0,-1 9 0,-5 3 0,2 4 0,-8 2 0,-1 0 0,-3 0 0,-1 0 0,-1 0 0,1 0 0,-1 0 0,3 8 0,1 1 0,4 3 0,3 0 0,-5-6 0,6 5 0,2 3 0,2-5 0,4 1 0,4 0 0,6 0 0,1-5 0,1 7 0,-2 0 0,1-3 0,3 7 0,1-4 0,1 3 0,-9 3 0,-3-1 0,-4 0 0,-4-5 0,-4 0 0,-3-8 0,-9 1 0,-1-3 0,-5-2 0,5 0 0,-4 0 0,3 0 0,3 0 0,-8 0 0,5-7 0,-5-3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11.70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1 452 12351,'0'18'0,"0"-1"0,0 1 0,0-1 0,0 1 0,0-1 0,2 1 0,1-1 0,5 1 0,2-1 0,4 1 0,1-9 0,3-3 0,-1-4 0,0-10 0,-1-3 0,-2-5 0,-3-1 0,-5-7 0,4 1 0,-3 2 0,-3 1 0,4 3 0,-2-1 0,-2 1 0,-2-8 0,-2-2 0</inkml:trace>
  <inkml:trace contextRef="#ctx0" brushRef="#br0" timeOffset="420">385 418 12351,'0'-12'0,"-2"2"0,-4 2 0,2-3 0,-7 5 0,-1 0 0,-6 6 0,7 0 0,1 2 0,2 4 0,-3 4 0,5 7 0,0-5 0,6-1 0,0 3 0,2-6 0,2-1 0,4-1 0,1 0 0,-3 6 0,4-5 0,-2 3 0,3 2 0,-5 5 0,6 1 0,-6-1 0,-3 1 0,-8-1 0,-5-1 0,-8-3 0,1-3 0,0-2 0,-1-4 0,1-2 0,-1-2 0,1 0 0,7-8 0,2-2 0</inkml:trace>
  <inkml:trace contextRef="#ctx0" brushRef="#br0" timeOffset="979">490 435 12351,'-8'10'0,"6"5"0,2-13 0,12 4 0,3-4 0,3-2 0,-3-2 0,-3-4 0,1 2 0,-7-7 0,0-1 0,-6-5 0,-2 7 0,-4 4 0,-3 4 0,-7 4 0,4 4 0,-1-2 0,5 7 0,-2 3 0,1 1 0,-3 3 0,4-1 0,0 1 0,6-1 0,-3 1 0,3-1 0,2 1 0,0-1 0,6-5 0,1-2 0,3-3 0,4-3 0,-5-2 0,3-2 0,2 0 0,1 0 0,3 0 0,-1-2 0,0-4 0,1 2 0,-1-5 0,1 1 0,-1-4 0,1 7 0,-9-9 0,-1 10 0,-8-8 0,-2 9 0,-4-3 0,3-2 0,-7 0 0,2-2 0,0 5 0,4-7 0,-1-2 0,-1-1 0,6-3 0,0 1 0,0 0 0,2-1 0,4 1 0,1-1 0,7 3 0,-2 1 0,1 2 0,3 8 0,1-1 0,8-5 0,3 0 0</inkml:trace>
  <inkml:trace contextRef="#ctx0" brushRef="#br0" timeOffset="1542">804 557 12325,'17'0'0,"1"0"0,-3-2 0,-1-2 0,-2-1 0,-6-1 0,5 6 0,3 0 0,1 0 0,3 0 0,-1 0 0,1 0 0,-1 0 0,1-2 0,1-2 0,4-2 0,-3 0 0,5 6 0</inkml:trace>
  <inkml:trace contextRef="#ctx0" brushRef="#br0" timeOffset="2692">1293 173 12257,'0'-17'0,"0"-1"0,0-1 0,0-5 0,0 5 0,0-4 0,0 3 0,0 3 0,0 7 0,0 4 0,0 12 0,0 6 0,0 11 0,0 6 0,0 4 0,0 2 0,0 6 0,2 0 0,2-1 0,2 3 0,-2 2 0,-3-1 0,-1-3 0,0-4 0,0-2 0,0 0 0,0 0 0,0 7 0,0 3 0</inkml:trace>
  <inkml:trace contextRef="#ctx0" brushRef="#br0" timeOffset="3898">1468 243 12306,'9'17'0,"-3"1"0,-4-1 0,-2 1 0,0-1 0,0 1 0,0-1 0,0 3 0,2 1 0,2 2 0,2-1 0,0-3 0,-6-2 0,0 1 0,0-1 0,0-5 0,0 0 0,0-9 0,0 3 0,0-12 0,0-5 0,0-5 0,0-1 0,0-3 0,0-1 0,0-2 0,0-8 0,0 4 0,0-3 0,0 1 0,0 0 0,0-6 0,2 2 0,3 4 0,-1-2 0,8 6 0,1 0 0,3 0 0,-2 3 0,-1 9 0,5 3 0,-1 2 0,4 4 0,-1 4 0,-1 6 0,-1 6 0,-3 11 0,-1 4 0,-3 2 0,3 0 0,-4-1 0,-1 3 0,-1-2 0,-4 0 0,-2 0 0,-2-2 0,0-2 0,0-3 0,0-3 0,-2-1 0,-4-1 0,2-1 0,-7-5 0,-1-3 0,-5-8 0</inkml:trace>
  <inkml:trace contextRef="#ctx0" brushRef="#br0" timeOffset="4036">1468 348 12306,'17'9'0,"-5"-1"0,-1-8 0,3 0 0,2 0 0,1 0 0,0 0 0,3 0 0,1 0 0,2 0 0,3-6 0,-5 0 0,2 3 0,8-7 0,-3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08.52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193 105 12394,'-18'0'0,"1"0"0,5 6 0,1 0 0,-3-2 0,6-2 0,-7-2 0,5 0 0</inkml:trace>
  <inkml:trace contextRef="#ctx0" brushRef="#br0" timeOffset="960">88 140 12394,'12'0'0,"-1"0"0,-5 0 0,6 0 0,-6 0 0,5 0 0,-7-2 0,4-2 0,0-1 0,-6-1 0,7 4 0,-3-4 0,-4 4 0,6-6 0,-16 8 0,-4 0 0,-3 2 0,-3 2 0,1 4 0,-1 0 0,1 1 0,0 1 0,5-4 0,0 5 0,-1 3 0,3 2 0,0 1 0,3 0 0,3 1 0,2-1 0,2-5 0,2-2 0,3-2 0,-1 3 0,8-5 0,2-2 0,1-2 0,3-2 0,-1 0 0,0 0 0,1 0 0,5 0 0,1 0 0,-1 0 0,2 0 0,-6-8 0,7-2 0</inkml:trace>
  <inkml:trace contextRef="#ctx0" brushRef="#br0" timeOffset="1429">560 123 12394,'-12'-10'0,"0"4"0,8 2 0,-3 0 0,-1-1 0,-2-1 0,-7 6 0,-1 0 0,1 0 0,-1 0 0,7 0 0,-1 0 0,-2 2 0,-1 4 0,3-3 0,3 9 0,-1 2 0,0 1 0,4 3 0,-3-1 0,1 1 0,4-1 0,2 0 0,4 1 0,4-1 0,-2-5 0,7-2 0,3-2 0,1-5 0,3-1 0,1-2 0,3 0 0,1 0 0,-2-2 0,-7-3 0,-2-5 0,1 0 0,-3-3 0,0 5 0,-3-2 0,-3-3 0,-2 3 0,-2-2 0,0-1 0,0-3 0,0 4 0,0 1 0,-8-1 0,-1-5 0</inkml:trace>
  <inkml:trace contextRef="#ctx0" brushRef="#br0" timeOffset="1901">664 35 12394,'-11'2'0,"-1"4"0,0 4 0,-3 7 0,3 1 0,6-1 0,4 1 0,2-1 0,0 1 0,0-1 0,0 1-4,0-1 0,0 0 0,2-1-4,4-4 1,-2-3-1,8-5 5,1 2 0,3 0 0,1-6 0,1-2 2,-1-4 0,-5 2 1,0-7-1,1-3 1,3-2 0,-1-1 0,-1 0 0,-3-3 0,3-3 0,-4 3 0,-1-3 0,-1 4 0,-4 1 0,4 1 0,-2-1 0,-2 1 0,-3 7 0,-2 2 0,-3 10 0,-2 4 0,2 6 0,-4 3 0,2 3 0,1-3 0,-3-3 0,6 4 0,-4-5 0,4 5 0,2 1 0,0 1 0,2-9 0,4-1 0,5 0 0,-1-6 0,2 4 0,1-4 0,-3-8 0,0-2 0,0-2 0,-1-3 0,-3-1 0,4 1 0,-1 1 0,1-2 0,-6-1 0,2-3 0,-4 1 0,4 5 0,-1 1 0,1 7 0,-6 4 0,-2 11 0,-4 5 0,5 7 0,-5 0 0,4-1 0,2-3 0,0-1 0,2-3 0,4-3 0,-3 1 0,9-5 0,2 2 0,1-6 0,3 3 0</inkml:trace>
  <inkml:trace contextRef="#ctx0" brushRef="#br0" timeOffset="2217">1241 53 12344,'-18'0'0,"9"-2"0,1-2 0,0-2 0,0-2 0,-5 5 0,1-3 0,6-2 0,-5 4 0,-3-2 0,4 0 0,-1 6 0,-3 0 0,-2 8 0,1 4 0,1 3 0,3 3 0,7-1 0,-4 1 0,2-1 0,0 1 0,1-7 0,5 1 0,2 0 0,3-3 0,-1 5 0,8-8 0,2-2 0,1-2 0,4-2 0,3 0 0,1-2 0,-2-4 0,-1 2 0,-5-8 0,-1 1 0,-2 1 0,-7-6 0,5 5 0,-2-5 0,-2-1 0,-6-8 0,0-3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04.39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245 210 12454,'-10'0'0,"-5"0"0,7 7 0,-4 5 0,4 4 0,1 1 0,-1 1 0,-6 1 0,3 4 0,-3 6 0,-1 4 0,-1 2 0,2-2 0,3-4 0,-1 4 0,-5-4 0,1 3 0,5-3 0,1-4 0,6-8 0,-2 1 0,2-1 0,2 1 0,4-9 0,4-3 0,6-4 0,3-2 0,3 0 0,-1 0 0,1 0 0,-1 0 0,1-2 0,1-2 0,4-1 0,-3-3 0,3 4 0,-4-2 0,-1 2 0,-1-5 0,1-1 0,-1-8 0</inkml:trace>
  <inkml:trace contextRef="#ctx0" brushRef="#br0" timeOffset="466">53 454 12454,'9'-8'0,"1"7"0,-4-5 0,4 4 0,7 2 0,1 0 0,-1 0 0,0 0 0</inkml:trace>
  <inkml:trace contextRef="#ctx0" brushRef="#br0" timeOffset="716">175 245 12454,'0'17'0,"0"-7"0,8-2 0,3-8 0,5 0 0,1 0 0,1-6 0,1 0 0,3 0 0,1-2 0,6 6 0,-4-3 0,0 3 0,1 2 0,5 0 0,-4-8 0,8-2 0</inkml:trace>
  <inkml:trace contextRef="#ctx0" brushRef="#br0" timeOffset="1184">402 489 12454,'0'12'0,"0"-1"0,0 1 0,0 6 0,-2-7 0,-2 1 0,-2 1 0,0 3 0,6 1 0,0 1 0,0-1 0,0-5 0,0 0 0,0-1 0,0-1 0,0-4 0,0-12 0,2-6 0,4-3 0,-2-3 0,8 3 0,-1 1 0,-1 3 0,6-1 0,-7-6 0,3 3 0,0 3 0,-7-1 0,7 7 0,2 2 0,-5 2 0,3 2 0,-8 2 0,2 4 0,-4 4 0,-2 7 0,0 0 0,0 1 0,0-1 0,0 1 0,0-8 0,7 5 0,3-5 0</inkml:trace>
  <inkml:trace contextRef="#ctx0" brushRef="#br0" timeOffset="1432">786 0 12454,'10'2'0,"-4"4"0,-4 4 0,-2 9 0,0 4 0,0 6 0,0 6 0,0 6 0,0 8 0,0 7 0,-6-2 0,0 4 0,0-3 0,-2-3 0,6-7 0,-3-4 0,3-7 0,2-4 0,0 1 0,0-8 0,0-8 0,-8-15 0,-2-9 0</inkml:trace>
  <inkml:trace contextRef="#ctx0" brushRef="#br0" timeOffset="1597">681 437 12454,'10'-2'0,"-2"-2"0,0-2 0,-1-2 0,7 4 0,-2-1 0,1 1 0,3-4 0,1 2 0,1 2 0,-1 2 0,1 2 0,-1 0 0,8-7 0,2-3 0</inkml:trace>
  <inkml:trace contextRef="#ctx0" brushRef="#br0" timeOffset="1933">943 489 12454,'-2'18'0,"-3"-1"0,3 1 0,-4-1 0,4 0 0,2 1 0,0-1 0,0 1 0,0-6 0,0-1 0,0 3 0,0-6 0,0 7 0,0-15 0,0 0 0,0-10 0,0-5 0,0-3 0,0 1 0,0-1 0,0 1 0,2-2 0,2-3 0,2-1 0,5-2 0,-3 3 0,2-1 0,3 2 0,-3 1 0,2 5 0,-1 1 0,-1 3 0,5 1 0,-3-4 0,4 5 0,1 1 0,1 2 0,-1 6 0</inkml:trace>
  <inkml:trace contextRef="#ctx0" brushRef="#br0" timeOffset="2367">1205 559 12436,'0'-17'0,"0"-1"0,0 1 0,0 5 0,0 0 0,0-1 0,0-3 0,0-1 0,0 5 0,-2 2 0,-3 3 0,-5 1 0,-8 8 0,1 4 0,5 3 0,1 9 0,-1-1 0,2 1 0,-3 5 0,7 0 0,0-1 0,-2-3 0,6-2 0,-3 1 0,3-1 0,2 1 0,0-6 0,0-1 0,7-7 0,5 2 0,4-4 0,-5-4 0,1-2 0,1-4 0,3-1 0,-4-3 0,-3-6 0,1 1 0,0-1 0,-5 7 0,5-1 0,-2-1 0,-4-3 0,4 4 0,-3 1 0,1 7 0,-6-2 0,0 12 0,0 6 0,0 3 0,0-3 0,0-1 0,0 3 0,0 1 0,0-3 0,0 0 0,0 1 0,0-5 0,8 8 0,2-7 0</inkml:trace>
  <inkml:trace contextRef="#ctx0" brushRef="#br0" timeOffset="2927">1362 419 12436,'0'12'0,"-1"-2"0,-3-1 0,-2 1 0,-2 2 0,4 5 0,-2 1 0,1-7 0,5 1 0,0 1 0,-6 3 0,0 1 0,2 1 0,4-6 0,6-1 0,-2-7 0,5 4 0,-1 0 0,6-6 0,-3 3 0,-1-8 0,0-5 0,0 0 0,-1 0 0,-3-3 0,4 3 0,-2-2 0,-5-3 0,5-3 0,0 0 0,0 3 0,-1 1 0,1 1 0,-2-7 0,-4 7 0,4-1 0,-4 8 0,-2-2 0,0 12 0,0-2 0,0 8 0,0-7 0,2 5 0,4-2 0,-3-2 0,9-6 0,0 0 0,5-2 0,1-4 0,-7 2 0,1-8 0,1-1 0,1-3 0,0-1 0,-3-1 0,-5 7 0,6-1 0,-8 8 0,3-2 0,-7 12 0,0 6 0,-2 3 0,-1 3 0,-3-1 0,0 1 0,6-1 0,0 1 0,0-1 0,0 1 0,8-1 0,1 0 0</inkml:trace>
  <inkml:trace contextRef="#ctx0" brushRef="#br0" timeOffset="3362">1904 437 12436,'-12'-6'0,"1"0"0,7-2 0,-4 4 0,0-1 0,-2-1 0,-7 6 0,0 0 0,-1 0 0,3 2 0,3 4 0,-4 3 0,5 9 0,-3-1 0,3 1 0,-3-1 0,8 1 0,2-1 0,2 1 0,2-1 0,2-1 0,4-5 0,-2 3 0,8-8 0,1-3 0,3-1 0,7-2 0,0-2 0,-1-3 0,-3-7 0,-2-4 0,1-1 0,-8 0 0,-5-1 0,-3 1 0,6-1 0,2 1 0</inkml:trace>
  <inkml:trace contextRef="#ctx0" brushRef="#br0" timeOffset="3861">2148 349 12436,'-17'10'-1,"-1"-2"0,1-8-8,0 0 1,-1 0 0,1 0 0,-1 0 2,1 0 1,1 2-1,3 2 1,1 3 3,-2 3 0,7-4 0,-1 4 2,0-3 0,6 1 0,-2-4 0,8 2 0,6 0 0,7-6 0,3 2 0,3 4 0,-4-5 0,5 5 0,-5-4 0,-1-2 0,-1 6 0,0 0 0,1 0 0,-1 1 0,-5-3 0,-2 8 0,-3 2 0,-1-5 0,-6 3 0,-2 1 0,-3 3 0,-7 0 0,-4-3 0,-3-3 0,-2 0 0,-3-3 0,1 1 0,0-4 0,-1-2 0,3-2 0,2 0 0,-6 0 0,-3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19.66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52 11463,'0'-11'0,"0"-1"0,0 6 0,-2-3 0,-4 1 0,4 2 0,-8 6 0,4 0 0,4 8 0,-3 3 0,3 7 0,2 5 0,0 4 0,0 8 0,0 2 0,0 4 0,0 4 0,0 5 0,2-1 0,3-3 0,-1-7 0,8 4 0,2-5 0,1-3 0,3-4 0,-1-15 0,2-4 0,5-7 0,1-5 0,6-5 0,-2-9 0,2-7 0,-4-12 0,0-10 0,-1 0 0,-5 1 0,-2-5 0,-3 4 0,-4 1 0,-7-1 0,3-4 0,-2 7 0,-8-9 0,-8 4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20.27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227 53 11369,'-6'-11'0,"-1"1"0,-3 2 0,4 0 0,-5 3 0,-1 3 0,-6-4 0,1 4 0,5 4 0,1 4 0,1-2 0,-2 7 0,5-5 0,7 6 0,0 1 0,0-3 0,1 0 0,5-3 0,-2 5 0,8-4 0,1 2 0,1-5 0,0 5 0,-3 0 0,3-1 0,-4-3 0,-1 6 0,-1 1 0,4-3 0,-7 2 0,-1 1 0,-2-3 0,-2 2 0,-2-8 0,-4 3 0,-5-1 0,-5 0 0,-3 0 0,-2-6 0,-3 0 0,3 0 0,0-2 0,-1-2 0,-1-2 0,0-7 0,5 3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20.74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105 105 11369,'6'-11'0,"-1"-1"0,-1-2 0,-2-1 0,-4-3 0,-3 1 0,1 7 0,-8 4 0,0 4 0,-3 4 0,1 4 0,3 6 0,5-1 0,-4 5 0,2 3 0,4 1 0,-3-1 0,1-1 0,2-1 0,2 1 0,2-1 0,0 1 0,0-1 0,2-5 0,4-1 0,-2-7 0,7 2 0,3-6 0,1-6 0,1 2 0,-2-7 0,-3-1 0,3 2 0,-5-3 0,1 5 0,0 0 0,-2-2 0,1 3 0,1-1 0,-6 2 0,4 14 0,-8 4 0,0-3 0,0 3 0,2-2 0,3 1 0,-3 5 0,6-7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21.29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1 11369,'-7'17'0,"3"1"0,-8-1 0,8 1 0,-2-1 0,4 1 0,2-1 0,0 1 0,8-1 0,4 1 0,3-9 0,3-1 0,-1-2 0,1 0 0,-1-2 0,-1-4 0,-3-4 0,-1-2 0,0 0 0,-1-2 0,1-3 0,0-5 0,-1 1 0,-1 1 0,-2 2 0,-4-1 0,-1-1 0,1 1 0,2 1 0,0 0 0,0 1 0,2 1 0,1 2 0,3 6 0,0 6 0,-1 6 0,3 0 0,-1-3 0,1-1 0,-2 0 0,1-2 0,3-2 0,1-2 0,-5 0 0,-3-2 0,1-2 0,0-2 0,-6-2 0,2 3 0,1 1 0,-1-8 0,0 8 0,-6 4 0,0 12 0,0 3 0,0 3 0,0-7 0,2-1 0,2 0 0,2 0 0,7-7 0,-1 3 0,3 4 0,3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21.72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193 70 11369,'-18'-7'0,"7"3"0,-1-8 0,6 6 0,-5-5 0,-3-1 0,-1 2 0,-3 3 0,1 7 0,5 5 0,2 3 0,1 2 0,-1 3 0,6 3 0,-4 1 0,2 1 0,1-1 0,1 1 0,2-1 0,2 1 0,7-3 0,5-3 0,4-6 0,3-4 0,2-2 0,3 0 0,-3 0 0,-2-2 0,-1-2 0,-3-4 0,-3-2 0,2 5 0,-7-7 0,3-2 0,-8-1 0,-2-3 0,-8 7 0,-9 1 0,-1 2 0,1-5 0,-1 3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22.17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192 18 11333,'-2'-10'0,"-4"4"0,3 4 0,-9 2 0,6 0 0,-5 0 0,-1 0 0,-6 0 0,7 0 0,1 2 0,2 4 0,2-2 0,6 7 0,0 3 0,2-6 0,2 0 0,4-3 0,2 1 0,1 8 0,7-5 0,-1 1 0,1 4 0,-1-8 0,1-1 0,-1 1 0,1 2 0,-1 2 0,-1 3 0,-5 3 0,-7-1 0,-8-1 0,-7-4 0,-7-1 0,-3-1 0,-4 0 0,-3-4 0,-1-2 0,0-2 0,0 0 0,-2 0 0,-2 0 0,-2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23.12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18 575 11385,'12'0'0,"-1"0"0,-1-2 0,4-1 0,-3-5 0,3-2 0,-4-4 0,1-7 0,3-4 0,1-2 0,3 3 0,-3-5 0,-1-2 0,-2-2 0,-3-2 0,3 0 0,-6 1 0,-4 1 0,-2 2 0,0 1 0,0 1 0,0 2 0,-2-4 0,-4 8 0,-6 1 0,-3 11 0,-3 5 0,1 6 0,-1 6 0,1 7 0,-1 7 0,1 7 0,1 4 0,3 6 0,1 2 0,1 3 0,-1 3 0,2 4 0,3-1 0,3 2 0,2-1 0,2 0 0,0 1 0,2-2 0,3-1 0,5-14 0,10 0 0,1-6 0,2-5 0,2-5 0,-1-5 0,3 3 0,8-5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23.43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262 18 11385,'-17'0'0,"-1"0"0,1 0 0,-1 0 0,1-2 0,-1-2 0,1-2 0,-1 2 0,1 2 0,-1 2 0,1 0 0,5 6 0,3 2 0,-1-1 0,0 1 0,4 6 0,-3-3 0,1 5 0,2 1 0,6 1 0,0-1 0,0 1 0,8-7 0,4-1 0,3-2 0,-3 0 0,-1-4 0,3 1 0,1-1 0,-3-2 0,0-2 0,1 0 0,-3-6 0,0-1 0,-3-3 0,5 4 0,-6-6 0,2 9 0,-2-3 0,-3 4 0,9 2 0,-6 0 0,4 2 0,-3 4 0,1-3 0,-2 9 0,6 2 0,1-5 0,1 1 0,-3 0 0,3-1 0,1-5 0,3 4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23.82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26 11381,'8'-10'0,"-6"0"0,4 5 0,-4 10 0,-2 1 0,0 10 0,0 7 0,0 6 0,0 10 0,0 4 0,0 1 0,0 3 0,0 5 0,0-1 0,0-5 0,0 1 0,0-10 0,0-6 0,0-4 0,0-4 0,0-5 0,0-1 0,0 1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23.99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35 11381,'16'-2'0,"-2"-2"0,-3-1 0,1-1 0,5 4 0,1-2 0,-1-2 0,1 0 0,1 6 0,2 0 0,3 0 0,7 0 0,-12 0 0,6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24.41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228 1 11381,'-18'0'0,"1"0"0,5 0 0,0 0 0,-1 0 0,-1 2 0,1 1 0,1 3 0,-2-2 0,5-2 0,-1 0 0,0 4 0,1 6 0,-1-3 0,-2 3 0,4 1 0,1 3 0,5 1 0,-6 1 0,2-1 0,0 1 0,1-1 0,6 1 0,5-1 0,-2-7 0,8-4 0,1-4 0,3-2 0,1 0 0,1-2 0,-1-4 0,1 2 0,-1-8 0,1-1 0,-1-3 0,1-1 0,-1-1 0,1 1 0,-9 5 0,-1 3 0,0 1 0,-6 2 0,4 8 0,-12 4 0,4-2 0,-4 7 0,2 3 0,-2 1 0,4 3 0,-4-1 0,5 1 0,1-1 0,0 1 0,7-1 0,3 1 0,7-1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24.87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88 0 11381,'0'18'0,"0"-1"0,0 1 0,0-1 0,0 2 0,0 3 0,0 1 0,0 8 0,0-4 0,0 2 0,0 1 0,0-3 0,0 4 0,0-4 0,0-2 0,0-2 0,0-5 0,0-1 0,0 1 0,0-8 0,0-5 0,0-10 0,0-7 0,5-4 0,3-1 0,2-1 0,4 1 0,-5 0 0,3-1 0,1 3 0,3 3 0,1-2 0,1 8 0,-1 3 0,1 1 0,-1 2 0,-1 7 0,-3 3 0,-3 2 0,-2-1 0,-2 1 0,-4 6 0,2-1 0,1 0 0,1 1 0,-6-1 0,-2 1 0,-4-1 0,3-5 0,-9-2 0,-2-1 0,-1 1 0,-3-4 0,-1 4 0,-2-3 0,-3-3 0,-5-2 0,4-2 0,0 0 0,-1 0 0,-3 0 0,6 0 0,0-8 0,5-1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25.32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103 400 11295,'0'17'0,"0"1"0,0-1 0,0 1 0,0-9 0,8-1 0,4-10 0,3-4 0,-3-3 0,-1-9 0,1 1 0,-2-1 0,3-1 0,-7-2 0,0-5 0,2-1 0,-6-2 0,3-6 0,-3 0 0,-2 0 0,0 6 0,-2 0 0,-3-2 0,-7-2 0,2 6 0,-1 5 0,-3 9 0,-1 7 0,-3 6 0,1 8 0,-1 9 0,3 9 0,1 10 0,2 5 0,-1 6 0,5 3 0,0 3 0,3-3 0,-1-3 0,-2 7 0,4-6 0,-2-1 0,2-2 0,8-5 0,4-5 0,4-2 0,7-4 0,-2-9 0,9-11 0,-1-1 0,2-2 0,8-6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25.69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260 0 11295,'-17'0'0,"0"0"0,-3 0 0,-1 0 0,-3 0 0,3 0 0,2 2 0,1 4 0,1 6 0,-1 3 0,7 3 0,-1-1 0,0 1 0,3-1 0,-1 1 0,6-1 0,-2 1 0,2-1 0,4 0 0,6-1 0,6-4 0,3-5 0,3-5 0,-1 4 0,1-4 0,-1 2 0,1-6 0,-1-4 0,1-2 0,-3 3 0,-1-5 0,-3 0 0,-1 0 0,4 7 0,-3-3 0,3 2 0,-4 0 0,1 0 0,3-2 0,-4 2 0,1 10 0,-5 4 0,4 7 0,-3 1 0,-1-1 0,-4 1 0,4-1 0,-4 1 0,14-1 0,-7 1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26.77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71 71 11336,'0'-18'0,"-2"6"0,-4 1 0,4 7 0,-12-2 0,8 12 0,-5 4 0,5 7 0,0 3 0,0 1 0,0 2 0,3-2 0,1 1 0,2 1 0,0-3 0,0 3 0,2-6 0,3-5 0,3 3 0,6-5 0,-3 2 0,3-1 0,2-7 0,1 2 0,0-4 0,1-4 0,-1-4 0,1-5 0,-1-5 0,-1-1 0,-3-3 0,-3-1 0,-2-2 0,4-3 0,-7 5 0,-1-2 0,-2 1 0,-2-3 0,0 2 0,0 2 0,0 1 0,0 3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27.23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84 11336,'-8'17'0,"6"-5"0,-6-1 0,1 3 0,5-4 0,-4 1 0,4 3 0,2 1 0,0-3 0,0 0 0,0 1 0,0 3 0,0 1 0,0 1 0,0-1 0,2-3 0,2-9 0,3-8 0,3-9 0,2-4 0,-1-3 0,1 0 0,2-3 0,1 1 0,3-4 0,1-1 0,4 1 0,-3-4 0,3 6 0,-4 2 0,-1 1 0,-1 5 0,1 3 0,-3 8 0,-3 8 0,-6 8 0,-4 9 0,-2 4 0,0 0 0,0 1 0,0 3 0,-2-6 0,-2-2 0,-2-1 0,2-3 0,2 1 0,2-1 0,0 1 0,0-1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27.40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1 11336,'-5'17'0,"-1"1"0,-2-7 0,4 1 0,-2 1 0,0-3 0,6 2 0,0 1 0,0-3 0,0 2 0,0-8 0,8 3 0,2-7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27.55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53 0 11336,'-9'0'0,"-7"0"0,12 0 0,-7 0 0,7 0 0,-4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19:34.43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1 322 12246,'0'10'0,"0"-2"0,0-1 0,0 5 0,0-2 0,2 0 0,2-1 0,1 1 0,1 2 0,-6 5 0,0 1 0,0-1 0,0 6 0,2 1 0,2-3 0,2-2 0,-2-1 0,0-1 0,0 1 0,3-3 0,3-3 0,4-8 0,1-10 0,1-10 0,-3-7 0,-1-4 0,1-4 0,3-2 0,1-2 0,-1 2 0,-2 2 0,-3 4 0,1 2 0,-1 3 0,-1 3 0,0 1 0,-2 1 0,-1-1 0,-1 1 0,-6-1 0</inkml:trace>
  <inkml:trace contextRef="#ctx0" brushRef="#br0" timeOffset="471">350 497 12419,'0'-12'0,"0"1"0,2 7 0,4-2 0,-4 4 0,13 2 0,-5 0 0,7 0 0,-5 0 0,0 0 0,-6 0 0,5 0 0,-1-2 0,2-4 0,1 2 0,-7-7 0,0 5 0,-6-6 0,0 1 0,0-7 0,0 1 0,0 7 0,-2 2 0,-4 8 0,4 2 0,-6 2 0,2 4 0,1 1 0,-7 3 0,4 4 0,-1-1 0,-5 3 0,4-5 0,1 10 0,-1-1 0,0 1 0,0-3 0,-1 5 0,5-2 0,4 0 0,2 1 0,0-7 0,0 1 0,2-3 0,4-3 0,5-6 0,5-5 0,3-1 0,3 0 0,3 0 0,2 0 0,2-7 0,4-5 0,-2-3 0,-2-3 0,0 1 0,6-1 0</inkml:trace>
  <inkml:trace contextRef="#ctx0" brushRef="#br0" timeOffset="889">682 445 12324,'0'11'0,"2"1"0,4 1 0,-2-3 0,7 2 0,3 1 0,-5-3 0,3 0 0,0-1 0,-3 1 0,1-6 0,-4 2 0,-4-4 0,6-10 0,-8-4 0,0-3 0,0-3 0,-2-1 0,-2-2 0,-2-5 0,2-1 0,2 4 0,2-4 0,0 2 0,0 3 0,2 3 0,2 1 0,4 1 0,1-1 0,3 9 0,6 3 0,-1 4 0,1 4 0,-1 4 0,0 5 0,1 13 0,-1 3 0</inkml:trace>
  <inkml:trace contextRef="#ctx0" brushRef="#br0" timeOffset="4601">1118 375 11629,'-11'0'0,"-1"-2"0,-1-2 0,-3-2 0,-1 2 0,1 4 0,4 6 0,9 6 0,5 3 0,5 1 0,3-3 0,2-1 0,-1 0 0,1-3 0,-6 7 0,5-7 0,3 3 0,0 0 0,-1-1 0,-3 1 0,0 0 0,-1-1 0,3 1 0,-2 0 0,-3-1 0,-9 5 0,-1-3 0,-5-3 0,-4 0 0,-5-3 0,-5 1 0,1-2 0,2 0 0,1 0 0,1-2 0,-1-2 0,1-2 0,-1 0 0,1 0 0,-1 0 0,1 0 0,7-8 0,2-2 0</inkml:trace>
  <inkml:trace contextRef="#ctx0" brushRef="#br0" timeOffset="4922">1328 427 11565,'0'18'0,"0"-1"0,0 0 0,0 1 0,2-1 0,2 1 0,2-1 0,-2 1 0,-1-1 0,1 1 0,2-1 0,-2 1 0,4-1 0,0-1 0,1-5 0,3-3 0,5-16 0,1-1 0</inkml:trace>
  <inkml:trace contextRef="#ctx0" brushRef="#br0" timeOffset="5085">1363 217 11565,'-17'0'0,"-1"0"0,1 0 0,7 0 0,2 0 0,8 0 0</inkml:trace>
  <inkml:trace contextRef="#ctx0" brushRef="#br0" timeOffset="5354">1625 8 11523,'0'-8'0,"0"8"0,0 10 0,0 13 0,0 6 0,0 4 0,0 2 0,2 2 0,2 2 0,2 2 0,1 7 0,-3-3 0,4-1 0,2-3 0,-4-6 0,3-4 0,-1-4 0,-4-2 0,0-1 0,0-7 0,1 1 0,1-1 0,-6 1 0</inkml:trace>
  <inkml:trace contextRef="#ctx0" brushRef="#br0" timeOffset="5552">1642 392 11523,'18'0'0,"-1"0"0,-5 0 0,0 0 0,1 0 0,-3 0 0,2-2 0,1-2 0,3-2 0,1 1 0,1 5 0,-1 0 0,1 0 0,7 0 0,2 0 0</inkml:trace>
  <inkml:trace contextRef="#ctx0" brushRef="#br0" timeOffset="6006">1939 427 11523,'-6'18'0,"1"-1"0,-3 0 0,4 1 0,-2-1 0,0 1 0,6-1 0,0 1 0,0-1 0,2-1 0,2-3 0,2-1 0,8-6 0,-3 3 0,5-1 0,1-2 0,1-6 0,-1 0 0,1 0 0,-1-8 0,1-5 0,-3-7 0,-3-3 0,3-2 0,-5 3 0,2-3 0,-1-2 0,-7 6 0,2-4 0,-4 1 0,-2 1 0,0 0 0,0 5 0,0 1 0,-2 7 0,-4 4 0,4 6 0,-4 6 0,4 6 0,2 3 0,-5 3 0,-1-1 0,2 1 0,2-1 0,2 1 0,0-1 0,2 0 0,4 1 0,-4-1 0,5 3 0,-1 1 0,0 2 0,6 3 0,-6-5 0,-1 2 0,3-1 0,-6-1 0,4 0 0,-4 5 0,-2 1 0,0-6 0,0 2 0,-2-3 0,-4-3 0,-2 1 0,-5-1 0,1 1 0,-2-1 0,-1-5 0,-3-3 0,-1 1 0,-4 0 0,3-6 0,-3 1 0,2-3 0,-3-2 0,5-7 0,-4-5 0,3-3 0,3-3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1:20.40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36 103 11474,'0'-17'1,"-6"-1"1,0 1-1,2-1 0,0 3-1,-1 3 0,3 6 0,-4 12 0,4 10 0,2 11 0,0 4 0,0 17 0,0 7 0,0 7 0,6 4 0,0 0 0,-1-2 0,3 2 0,-6 5 0,6-1 0,-2-10 0,-1-9 0,3-8 0,-4-10 0,2-4 0,7-12 0,-11-9 0,6-8 0</inkml:trace>
  <inkml:trace contextRef="#ctx0" brushRef="#br0" timeOffset="444">18 505 11492,'12'-6'2,"0"0"0,-1 0 0,9 6 1,1 0-3,2 0 0,8 0 0,-2 0 0,4-7 0,2-3 0</inkml:trace>
  <inkml:trace contextRef="#ctx0" brushRef="#br0" timeOffset="593">455 575 11501,'-2'-12'0,"-2"0"0,-2-1 0,-1 3 0,3-2 0,-4 1 0,0-1 0,-2 0 0,1 1 0,-5 1 0,-1 4 0,-3 4 0,1 4 0,-1 4 0,1 6 0,5 5 0,0 5 0,1 3 0,-1 2 0,2 2 0,3 0 0,3-2 0,2-1 0,2-3 0,2-6 0,4 1 0,3-3 0,11-3 0,1-6 0,2-4 0,1-2 0,-5-2 0,2-4 0,3-6 0,-1-3 0,-7-3 0,-3-1 0,-1-4 0,-8 3 0,1-5 0,-3 2 0,-2-1 0,0 1 0,0-2 0,0-2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1:17.73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53 437 11510,'-12'17'0,"0"1"0,8-7 0,-3 1 0,1 3 0,0 7 0,0-3 0,6 4 0,0-1 0,0 1 0,0-4 0,0 5 0,0-5 0,0-1 0,6-7 0,2-1 0,1-2 0,5-4 0,2-2 0,1-2 0,0 0 0,1-8 0,-1-4 0,1-3 0,-3-3 0,-1 1 0,-2-3 0,1-3 0,-5 4 0,0-5 0,-2 5 0,-1 1 0,3 1 0,-4 0 0,2-1 0,0 6 0,-6 1 0,0 9 0,0 2 0,0 10 0,0 5 0,0 3 0,0-1 0,0 0 0,0 1 0,0-1 0,0 1 0,0-1 0,0 1 0,0-7 0,0 1 0,2-8 0,3 2 0,7-4 0,2-10 0,-1-4 0,-1-3 0,1-3 0,-3 1 0,2-1 0,-1-1 0,-1-4 0,4 3 0,-8-3 0,-1 4 0,3 1 0,-6 8 0,6 5 0,-8 10 0,-2 11 0,-2 7 0,-2 1 0,0-1 0,1 2 0,-1 0 0,2 0 0,2-3 0,2-3 0,0-1 0,0-1 0,8-1 0,3-5 0,13-3 0,3-8 0</inkml:trace>
  <inkml:trace contextRef="#ctx0" brushRef="#br0" timeOffset="113">681 559 11510,'-11'-2'0,"-1"-2"0,-2-2 0,5-5 0,-3 5 0,0 0 0,3-2 0,-7 4 0,5-7 0,-5-3 0,-1 6 0,-1 3 0,1 3 0,-1 2 0,1 0 0,5 9 0,2 7 0,3 7 0,3 4 0,2-5 0,2 3 0,0-2 0,0 0 0,0 1 0,2-7 0,3 1 0,7-1 0,-2-7 0,1-2 0,3-3 0,2 1 0,1-4 0,1-4 0,-1-6 0,0-1 0,1-3 0,-3-5 0,-1-3 0,-2-3 0,-7 4 0,5-5 0,-2 5 0,-4 1 0,-2 1 0,-2-1 0,0 1 0</inkml:trace>
  <inkml:trace contextRef="#ctx0" brushRef="#br0" timeOffset="504">856 507 11510,'-2'-16'0,"-2"2"0,-2 3 0,-7 7 0,1-2 0,2-2 0,-1 2 0,-3 3 0,4 3 0,1 5 0,-1 5 0,0 0 0,4 5 0,-3-3 0,1 4 0,4 1 0,0-5 0,0-1 0,0 3 0,6-1 0,8-1 0,6-4 0,1-2 0,1-1 0,-1-1 0,0 0 0,1 0 0,-1 4 0,-1 2 0,-4 3 0,-7 3 0,-3 1 0,-4 1 0,-3-3 0,-7-1 0,-4-5 0,-1 1 0,-2-2 0,-3 0 0,-1-4 0,2-3 0,1-1 0,3 0 0,-9-7 0,-1-3 0</inkml:trace>
  <inkml:trace contextRef="#ctx0" brushRef="#br0" timeOffset="833">978 0 11554,'-17'0'0,"5"0"0,0 0 0,7 0 0,-5 2 0,2 4 0,2-2 0,6 7 0,0 1 0,0 7 0,0 5 0,0 5 0,2 6 0,2 4 0,2 3 0,-2 3 0,4 1 0,-3 7 0,-1-3 0,-2-3 0,0-4 0,2-9 0,2 1 0,-2 0 0,-2-8 0,-2-3 0,0-13 0,7-11 0,3-9 0</inkml:trace>
  <inkml:trace contextRef="#ctx0" brushRef="#br0" timeOffset="1047">926 454 11554,'0'-12'0,"2"3"0,3 1 0,7 4 0,4-4 0,1 3 0,1 1 0,-1 2 0,1 2 0,-1 0 0,0 0 0,1 0 0,5 0 0,0 0 0,1 0 0,-7 0 0</inkml:trace>
  <inkml:trace contextRef="#ctx0" brushRef="#br0" timeOffset="1383">1170 437 11554,'10'2'0,"-4"3"0,-2-3 0,0 6 0,1 0 0,1-4 0,-4 7 0,4 3 0,-2 2 0,5 1 0,-1 0 0,-2 1 0,-6-1 0,0 1 0,0-7 0,0 1 0,0 2 0,0-5 0,0 3 0,-2-8 0,-2 0 0,-2-8 0,1-6 0,5-9 0,0-3 0,0-1 0,0-6 0,0 4 0,2 0 0,3-1 0,3-3 0,6 4 0,-3 0 0,3 0 0,1 3 0,1 9 0,-4 1 0,11 8 0,-4-4 0</inkml:trace>
  <inkml:trace contextRef="#ctx0" brushRef="#br0" timeOffset="1783">1485 541 11554,'0'-17'0,"0"0"0,-6 5 0,0 0 0,2-1 0,2 3 0,2-2 0,0-1 0,-6 3 0,-1 0 0,-3 3 0,4 1 0,-6 6 0,-1 0 0,3 0 0,0 2 0,1 4 0,-1 5 0,0 5 0,-1 3 0,5 2 0,4 3 0,-4-1 0,0-6 0,2 1 0,8-6 0,4-3 0,2-1 0,3-4 0,3-2 0,1-2 0,1 0 0,-1-6 0,1-2 0,-1 1 0,1-1 0,-7-4 0,-1 4 0,0 1 0,-1-1 0,-5 0 0,4 4 0,0-2 0,-6 2 0,3 10 0,-3-2 0,-2 8 0,0 1 0,0 3 0,2 1 0,4 1 0,-4-8 0,14 5 0,-7-5 0</inkml:trace>
  <inkml:trace contextRef="#ctx0" brushRef="#br0" timeOffset="2116">1624 384 11554,'0'18'0,"0"-1"0,0 1 0,0-1 0,0-5 0,0-1 0,2 3 0,4 2 0,-2-1 0,6-1 0,-3-3 0,-3 3 0,6 1 0,2 3 0,-5-1 0,-1 1 0,-4-9 0,-2-10 0,0-15 0,0-5 0,0-5 0,0 3 0,0-6 0,0-4 0,8 4 0,2 0 0,1-2 0,1-2 0,0 4 0,5 2 0,0 1 0,1 5 0,-1 4 0,1 5 0,-1 6 0,9 4 0,1 2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1:15.10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1 245 11711,'6'-18'0,"-1"1"0,1-1 0,-6 1 0,0 5 0,0 0 0,0 9 0,0-3 0,0 12 0,0 5 0,0 7 0,0 5 0,0 6 0,0 4 0,0 4 0,0 4 0,0 5 0,0 5 0,0-1 0,0-1 0,0-3 0,0 3 0,0-1 0,0 1 0,0-5 0,0-1 0,0-10 0,0-8 0,0 1 0,0-7 0,0-4 0,0-15 0,0-9 0,0-7 0,2-3 0,2-3 0,2-3 0,-2-2 0,0-2 0,-1-4 0,3 2 0,-2 2 0,-2 0 0,-2-6 0,0 0 0,0 0 0,-2-2 0,-2-2 0,-2-2 0,3 3 0,-1 1 0,0 4 0,-2 2 0,2 2 0,2 7 0,2-3 0,0 2 0,0 0 0,0 5 0,0 6 0,2 9 0,4-3 0,6 4 0,-3 2 0,3 0 0,2 0 0,1 0 0,3 2 0,-1 4 0,0 5 0,-1 5 0,-2 1 0,-3 1 0,3-1 0,-5 3 0,1 1 0,0 4 0,0 2 0,-7-5 0,3 3 0,-4-2 0,-2 0 0,0 3 0,0-5 0,0 2 0,0-1 0,-8-3 0,-1-2 0,-3 1 0,0-1 0,1-5 0,-5 0 0,3-1 0,1-1 0,0 4 0,-5-9 0,0-1 0,-1-2 0,1-2 0,-1 0 0,3-8 0,3-3 0,-4-5 0,7-1 0</inkml:trace>
  <inkml:trace contextRef="#ctx0" brushRef="#br0" timeOffset="400">402 472 11566,'-11'0'0,"-1"0"0,6 2 0,-5 3 0,7 5 0,-2 8 0,4-1 0,2 0 0,0 7 0,0-1 0,0 0 0,0 3 0,2-7 0,2 4 0,4-3 0,1-3 0,-3-5 0,6-3 0,1-1 0,3-4 0,1-2 0,1-2 0,-1 0 0,1-8 0,-1-3 0,-1-5 0,-5-1 0,3-3 0,-6-1 0,-1-2 0,1 1 0,-2-3 0,-6 0 0,0 0 0,0-1 0,0 3 0,0 6 0,0-1 0,0 1 0,0-1 0</inkml:trace>
  <inkml:trace contextRef="#ctx0" brushRef="#br0" timeOffset="783">647 611 11566,'10'2'0,"-5"4"0,-1-4 0,2 4 0,-2-4 0,8-2 0,-7 0 0,7 0 0,2 0 0,-5-8 0,1-4 0,-2-3 0,4 3 0,-5 1 0,1-3 0,0-2 0,-2-1 0,-6 0 0,0-1 0,0 1 0,0-1 0,-8 8 0,-4 5 0,-3 3 0,-3 4 0,1 3 0,1 7 0,5 4 0,-5 7 0,4 2 0,-1 0 0,1 1 0,3 5 0,5-4 0,-2 2 0,2 0 0,2-8 0,2 3 0,2-5 0,4-2 0,3-1 0,9-4 0,-1-7 0,1-3 0,5-4 0,0-3 0,16-13 0,-2-9 0</inkml:trace>
  <inkml:trace contextRef="#ctx0" brushRef="#br0" timeOffset="1166">1049 472 11566,'-10'-8'0,"-4"4"0,7-6 0,-3 2 0,4 1 0,-6 1 0,1 4 0,-7-4 0,1 6 0,1 6 0,5 6 0,-3 3 0,6 3 0,1 1 0,-1 4 0,2 3 0,4 5 0,-2-4 0,-2-2 0,0 4 0,6-6 0,0-1 0,0-3 0,2-9 0,4-4 0,6-4 0,3-2 0,-3-2 0,2-4 0,3-8 0,4-7 0,3 0 0,-9-9 0,-1-3 0,-3-5 0,1 1 0,4-6 0,-3 2 0,-1 1 0,-8-3 0,2 4 0,-4-4 0,-2-1 0,-2 5 0,-4-2 0,-6 4 0,-3 2 0,-3 8 0,1-6 0,-1 6 0</inkml:trace>
  <inkml:trace contextRef="#ctx0" brushRef="#br0" timeOffset="1582">1188 454 11569,'0'18'0,"0"-1"0,0 1 0,2-3 0,2-1 0,2-3 0,8-7 0,-3 2 0,5-6 0,1-6 0,1-5 0,-7-5 0,-1-1 0,0-1 0,-1 1 0,-5-1 0,2 1 0,-4-1 0,-2 1 0,0-1 0,0 1 0,-2 1 0,-4 5 0,-3 3 0,-9 8 0,1 2 0,-1 4 0,1 9 0,1 8 0,3 1 0,1 1 0,2-6 0,-3 7 0,3-3 0,2 0 0,2 0 0,6-5 0,0-1 0,0 1 0,8-3 0,4-1 0,3-4 0,3-3 0,7-3 0,4-8 0,4-1 0,18-17 0,3 3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1:31.02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175 699 11733,'6'-12'0,"0"0"0,-1 6 0,-5-5 0,6-1 0,0-5 0,-2-1 0,-2 1 0,-2-1 0,0 1 0,0-1 0,0 1 0,-8 7 0,-3 4 0,-5 4 0,-1 4 0,-1 4 0,1 4 0,-1 0 0,1 11 0,-1-4 0,3 3 0,3-1 0,-2 5 0,9-1 0,-1-2 0,-2-1 0,6-3 0,-4 1 0,4-1 0,10-7 0,4-3 0,3-1 0,3 0 0,-1-8 0,1-9 0,-1-5 0,1-1 0,1-7 0,2-1 0,3-2 0,-3-4 0,-2-2 0,-1-4 0,-3-2 0,-3-2 0,2-7 0,-9 3 0,-1-1 0,-2-1 0,-2 1 0,0-5 0,-2 5 0,-4 5 0,-3 10 0,-7 4 0,5 1 0,-13 11 0,5 7 0</inkml:trace>
  <inkml:trace contextRef="#ctx0" brushRef="#br0" timeOffset="544">437 594 11652,'-12'0'0,"5"0"0,5 0 0,9 0 0,7 0 0,3 0 0,1-2 0,-1-2 0,1-2 0,-3-2 0,-1 5 0,-4-5 0,-1 0 0,-1-2 0,0 1 0,-4-5 0,-10 6 0,-6 2 0,-3 6 0,-3 6 0,-5 4 0,0 7 0,1 1 0,3 1 0,1 3 0,3 1 0,1 0 0,5 0 0,-1 1 0,2-3 0,0-1 0,7-3 0,4-1 0,9-3 0,4-3 0,3-2 0,4-5 0,6-1 0,4-2 0,2-2 0,0-3 0,8-5 0,2-8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1:27.08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227 647 11636,'0'-18'0,"0"1"0,-5 5 0,-1 0 0,-8 9 0,2-5 0,-3 2 0,-3 0 0,1 2 0,0 2 0,-1 4 0,3 4 0,3 6 0,-4 3 0,7 5 0,-3 1 0,2 4 0,3 2 0,-5 1 0,6 1 0,2-4 0,2-2 0,4 0 0,4-1 0,6-5 0,3-3 0,5-4 0,1-3 0,4-3 0,2-2 0,4-2 0,2 0 0,2-8 0,0-1 0</inkml:trace>
  <inkml:trace contextRef="#ctx0" brushRef="#br0" timeOffset="1000">507 682 11636,'-12'-12'0,"2"0"0,1 1 0,-1 1 0,4-4 0,-4 7 0,1-1 0,-1 0 0,4-4 0,-5 7 0,-3 1 0,-1 2 0,-3 2 0,1 2 0,1 4 0,2 5 0,3 5 0,-1 1 0,2 1 0,3 1 0,1 2 0,0 3 0,0-1 0,6-6 0,0 1 0,0-1 0,2-1 0,2-3 0,4-3 0,2-2 0,3-4 0,5-2 0,3-2 0,2 0 0,-1 0 0,-3-2 0,-2-4 0,1-2 0,-1-5 0,1 1 0,-1 0 0,-1-5 0,-3-1 0,-3 1 0,-2-1 0,-4 1 0,-2 0 0,-2-1 0,0 1 0,0-1 0,-2 6 0,-4 3 0,-6 3 0,-3 8 0,-1 8 0,5 5 0,3-3 0,8-1 0,0 1 0,0 6 0,2-3 0,2-1 0,1-3 0,-1 3 0,0-4 0,0 1 0,2 3 0,2-1 0,-4 1 0,1-2 0,1-1 0,-6 7 0,0-9 0,6-9 0,0-11 0,0-5 0,0-3 0,1-3 0,3-1 0,-4-2 0,5 4 0,1-3 0,0 3 0,-1 2 0,-1-5 0,4 1 0,-3 2 0,3 3 0,-1 5 0,1 3 0,-2 2 0,-1 2 0,5 8 0,-5 4 0,-3 4 0,-8 7 0,0 3 0,0 3 0,0-2 0,0 6 0,0-1 0,0-5 0,0 4 0,2-1 0,4-3 0,-4-2 0,6-3 0,-1-5 0,-5 5 0,6-6 0</inkml:trace>
  <inkml:trace contextRef="#ctx0" brushRef="#br0" timeOffset="1470">1031 158 11636,'-12'2'0,"0"3"0,7-3 0,-5 6 0,2 0 0,2 5 0,0 7 0,1 5 0,-1 4 0,0 8 0,0 8 0,0 5 0,-1 2 0,5 1 0,-4-1 0,4 1 0,2-1 0,0-7 0,0-6 0,0-8 0,0-8 0,0-4 0,0-5 0,0-8 0,0-8 0</inkml:trace>
  <inkml:trace contextRef="#ctx0" brushRef="#br0" timeOffset="1597">908 577 11636,'18'-6'0,"1"-2"0,3 0 0,3-1 0,2-1 0,4-2 0,0 1 0,0 1 0,-2 2 0,0-5 0,6 3 0</inkml:trace>
  <inkml:trace contextRef="#ctx0" brushRef="#br0" timeOffset="1674">1188 664 11636,'-2'10'0,"-4"-4"0,6-4 0,0-2 0,10-2 0,5-4 0,1-6 0,-3-1 0,-3-1 0,-2 2 0,-4-1 0,-2-3 0,-2-1 0,-2 7 0,-4 4 0,-6 4 0,-3 2 0,-3 0 0,1 2 0,-1 4 0,-1 8 0,-2 5 0,-3 6 0,3 0 0,4 1 0,3-3 0,4 0 0,3 1 0,3-3 0,4-2 0,5-3 0,7-5 0,4-5 0,1-4 0,1-2 0,1 0 0,2 0 0,5 0 0,-1 0 0,0-2 0,-4-2 0,-1-1 0,-3 1 0,3 2 0,1 2 0,2 0 0,-1 0 0,-3 0 0,-9-8 0,-5 4 0,-10-8 0,-3 7 0,-6-7 0,3-2 0,1-1 0,-4-3 0,5 1 0,1 0 0,2-1 0,6 1 0,0-1 0,0 1 0,0-1 0,2 1 0,4-1 0,6 1 0,3-1 0,3 3 0,-1 3 0,0 6 0,1 4 0,-1 2 0,1 0 0,-1 0 0,-5 8 0,-2 6 0,-1 5 0,1 4 0,-6 9 0,2-5 0,-4 2 0,-2 0 0,0-8 0,0 3 0,0-5 0,0-2 0,0 1 0,0-1 0,0 1 0,7-1 0,3 1 0</inkml:trace>
  <inkml:trace contextRef="#ctx0" brushRef="#br0" timeOffset="1976">1694 507 11601,'6'17'0,"0"1"0,-2-1 0,-2 1 0,-2-1 0,0 1 0,0-1 0,6 1 0,-1-1 0,-1 1 0,6-1 0,0 0 0</inkml:trace>
  <inkml:trace contextRef="#ctx0" brushRef="#br0" timeOffset="2158">1729 315 11601,'-9'-8'0,"-7"4"0,4-8 0,5 7 0,1-7 0,6 10 0,6 2 0,3 8 0,9 9 0</inkml:trace>
  <inkml:trace contextRef="#ctx0" brushRef="#br0" timeOffset="2491">2044 647 11601,'0'-18'0,"0"1"0,0-1 0,0 1 0,0-1 0,0 1 0,0-1 0,0 1 0,0-1 0,0 1 0,0-1 0,-2 1 0,-2 0 0,-2-1 0,-8 3 0,3 3 0,-5 6 0,-1 4 0,-1 4 0,-1 6 0,-2 9 0,-3 11 0,1 4 0,5 5 0,1 2 0,0 2 0,1 0 0,4-6 0,7-2 0,3-4 0,4-6 0,3-9 0,7-5 0,4-1 0,9-4 0,2-10 0,2-7 0,0-9 0,-6-5 0,5-8 0,-3 0 0,-4 0 0,-1-2 0,-3-1 0,1-5 0,-1-2 0,-7 1 0,-4-5 0,-5 2 0,-1-1 0,0-1 0,-1 3 0,-5 7 0,-6 8 0,2 2 0,-1 10 0,-3 3 0,-1 10 0,-3-2 0</inkml:trace>
  <inkml:trace contextRef="#ctx0" brushRef="#br0" timeOffset="2878">2306 647 11575,'9'-18'0,"-3"1"0,2-1 0,-2 1 0,-2-1 0,-3 7 0,-1-1 0,0-2 0,-1-1 0,-5-1 0,-4 3 0,0 1 0,-5 8 0,3-2 0,-3 4 0,-3 2 0,1 0 0,-1 2 0,1 6 0,-1 10 0,1 1 0,-1 8 0,3 0 0,3 1 0,-1-1 0,7 4 0,2-4 0,2-2 0,2-2 0,2-7 0,4-2 0,5-3 0,7-7 0,3 2 0,2-4 0,-1-2 0,3-8 0,-2-4 0,-1-3 0,-3-3 0,-1-5 0,-3-2 0,-1 0 0,-3-1 0,-7 1 0,2 2 0,-4 4 0,-2-7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1:26.27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53 767 11560,'-10'0'0,"-5"0"0,13 2 0,-4 4 0,4 5 0,10-3 0,4 0 0,3 0 0,3-6 0,-1 4 0,0-5 0,1-1 0,-1-1 0,1-5 0,-3-4 0,-1-6 0,-4 3 0,-3 1 0,-1 1 0,-6-7 0,-2 3 0,-4 3 0,-5 6 0,-5 4 0,-1 2 0,-1 0 0,1 0 0,-1 8 0,1 4 0,0 5 0,-1 6 0,3-3 0,1 3 0,4-4 0,2-1 0,3 1 0,5 3 0,0 1 0,0 0 0,2-7 0,1-3 0,3-1 0,8-8 0,-2 2 0,3-4 0,3-2 0,-1 0 0,0 0 0,1 0 0</inkml:trace>
  <inkml:trace contextRef="#ctx0" brushRef="#br0" timeOffset="180">315 785 11560,'-8'0'0,"8"-2"0,10-4 1,4-4 0,-1-7 0,-1 1 0,1 4 0,3-9 0,1 4 1,1-5-2,-1-3 1,-1 4-1,-3-8 1,-1-2-1,2-2 1,-5-2-1,1-2 1,-2-2-1,-4-2 1,-2-5 0,-2 3-1,-2-2 1,-4-3 0,-4 5 1,-5 2-1,1 6 2,2 6 0,7 6 0,-7 11-1,-2 7 0,1 18 0,-1 10 0,4 10-2,3 8 1,-5 12 0,4 9-1,1 2 1,-1 0 0,4 2-1,0 2 1,0 0 0,-2-4-1,2-6 1,2-4 0,2-1-1,0-1 0,0-7 0,2-7 1,2-7-1,2-7 0,15-13 0,-1-3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1:24.83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228 646 11690,'0'-11'0,"0"-1"0,0 0 0,0-5 0,0-1 0,0 1 0,0 0 0,0 5 0,-2 2 0,-4 0 0,-6 1 0,-3 5 0,-1-4 0,3 2 0,1 0 0,-7 1 0,-7 7 0,5 3 0,-6-1 0,13 8 0,1 2 0,-3 1 0,8 8 0,3 1 0,3-3 0,2-2 0,0-1 0,0-1 0,0 1 0,0-1 0,7-1 0,5-3 0,4-3 0,1-2 0,1-2 0,-1-8 0,0-4 0,1-6 0,-1-5 0,1-7 0,-1-5 0,1-4 0,-1-2 0,1-1 0,-1-3 0,1-2 0,-7-7 0,-1 1 0,-2-2 0,-4 3 0,-2-3 0,-4 7 0,-4-1 0,-6 0 0,-3-5 0,-3 3 0</inkml:trace>
  <inkml:trace contextRef="#ctx0" brushRef="#br0" timeOffset="484">490 594 11582,'0'-18'0,"0"1"0,0 5 0,0 1 0,0-3 0,0 4 0,0-1 0,0-3 0,-8 4 0,-4-1 0,-3 7 0,-3-2 0,1 4 0,-1 2 0,1 2 0,-1 4 0,1 6 0,-1 5 0,3 4 0,1 3 0,3-3 0,7 4 0,-2-1 0,4-3 0,4-2 0,4-3 0,5-5 0,5-5 0,1 2 0,3-2 0,1-4 0,3-6 0,1 0 0,-4-8 0,0-1 0,-5-3 0,1 5 0,-7-1 0,0-2 0,-4-1 0,-4 3 0,-2 1 0,0-3 0,0-1 0,-8-3 0,-2 1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1:50.27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52 220 11536,'0'-18'0,"0"9"0,0 9 0,0 13 0,2 9 0,4 7 0,-4 11 1,4 7-1,-4 5 0,-2 7 0,0 1 0,0 6 0,0-2 0,0 2 0,-2 0 0,-2-4 0,-2-10 0,2-9 0,-3-8 0,1-4 0,2-2 0,-6-15 0,1-7 0,-9-16 0</inkml:trace>
  <inkml:trace contextRef="#ctx0" brushRef="#br0" timeOffset="146">52 726 11537,'18'0'0,"-6"-2"0,-1-2 0,3-1 0,1 1 0,3 2 0,-1 2 0,1-8 0,-1-2 0</inkml:trace>
  <inkml:trace contextRef="#ctx0" brushRef="#br0" timeOffset="566">472 814 11537,'-6'-18'0,"-2"3"0,-2 3 0,5-2 0,-5 7 0,2-3 0,-6 4 0,3-4 0,-5 3 0,5-5 0,-1 6 0,-2 2 0,5 4 0,-3 4 0,0 4 0,3 2 0,-5 7 0,8 8 0,1 0 0,-3 1 0,6-1 0,-4-4 0,4 3 0,2-3 0,0-2 0,2-1 0,4-1 0,-2-7 0,7-4 0,3-4 0,1-2 0,3-2 0,-1-2 0,1-2 0,-7-8 0,1 3 0,2-5 0,1-1 0,-3-1 0,-2 1 0,-3-1 0,-3 1 0,4 5 0,-2 1 0,-2-3 0,-2 6 0,-2 3 0,0 10 0,0 7 0,0 4 0,0 1 0,0 0 0,0 1 0,0-1 0,0 1 0,0-1 0,0 1 0,0-1 0,0 1 0,7-1 0,3 1 0</inkml:trace>
  <inkml:trace contextRef="#ctx0" brushRef="#br0" timeOffset="1049">716 307 11537,'-2'-12'0,"-4"1"0,4 5 0,-5-4 0,-1 3 0,6 3 0,-4 9 0,4 11 0,2 9 0,0 2 0,0 4 0,0 4 0,0 4 0,0 4 0,0 1 0,6-3 0,0 4 0,-2-1 0,-2 1 0,-2-6 0,0 2 0,0-6 0,0-6 0,0-4 0,0-8 0,-2-1 0,-4-4 0,4 3 0,-6-21 0,10 0 0,2-9 0,2-8 0,5 3 0,-3-5 0,2 2 0,4-1 0,1 1 0,3 6 0,-3-1 0,-3 1 0,3 1 0,-3 5 0,3 5 0,3 4 0,-1 2 0,1 0 0,-1 0 0,-5 8 0,-2 3 0,-3 5 0,-3 1 0,-2 1 0,-2-1 0,0 1 0,0-1 0,0 1 0,-2-1 0,-4-1 0,-5-5 0,-5 5 0,-1-7 0,-1 1 0,1-2 0,-1-6 0,1 2 0,-1 1 0,1 1 0,0-6 0,-1 0 0,1-7 0,-1-3 0</inkml:trace>
  <inkml:trace contextRef="#ctx0" brushRef="#br0" timeOffset="1449">1030 656 11537,'0'12'0,"0"0"0,2-8 0,4 1 0,-2-5 0,8-5 0,1-7 0,3-4 0,-1-3 0,-1-4 0,-2-6 0,-1 1 0,7-1 0,-1-2 0,1-2 0,-7-8 0,-1-1 0,-2-1 0,-4 0 0,-2-5 0,-2 3 0,0 1 0,0 3 0,0 6 0,-2 4 0,-4 2 0,2 15 0,-8 6 0,1 16 0,1 16 0,-6 9 0,5 9 0,-5 9 0,-1 5 0,-1 10 0,1-2 0,-1 4 0,1 2 0,5-8 0,3-4 0,1-4 0,4-1 0,2-9 0,4-5 0,4-10 0,5-11 0,5-3 0,3-9 0,3-2 0,1-2 0,8-2 0,-4 0 0</inkml:trace>
  <inkml:trace contextRef="#ctx0" brushRef="#br0" timeOffset="1850">1362 744 11537,'0'-18'0,"-6"1"0,1-1 0,1 1 0,2-1 0,2 1 0,0-1 0,0 7 0,0-1 0,-2-1 0,-4-3 0,4 4 0,-6 1 0,1-3 0,3 6 0,-8 3 0,-1 3 0,-3 4 0,-1 3 0,-1 9 0,1 7 0,-1 1 0,1 7 0,-1 2 0,1 2 0,1-4 0,5-2 0,5-2 0,4-3 0,2-3 0,0-1 0,0-1 0,8-1 0,3-5 0,5-5 0,1-4 0,6-8 0,1-2 0,-3-1 0,-1-5 0,-3-1 0,0-5 0,1 1 0,-1 1 0,1-9 0,-3 10 0,-3-3 0,-2 3 0,-6 3 0,1 3 0,-1 7 0,-10-2 0,5 12 0,-7 5 0,2 5 0,0 1 0,-2 1 0,4-1 0,-1 1 0,1-1 0,2 1 0,2-1 0,0 1 0,0-1 0,2-1 0,4-5 0,3 5 0,9-7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1:49.39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35 559 11643,'-9'2'0,"3"4"0,-2-2 0,2 7 0,0 1 0,6 5 0,0 1 0,0-1 0,8-7 0,4-4 0,3-4 0,5-2 0,1-2 0,2-4 0,1-4 0,-7-7 0,0-3 0,1-3 0,-1 2 0,1-8 0,-1-2 0,1-2 0,-7-2 0,-1-2 0,-2-2 0,-4-2 0,-2-5 0,-2 3 0,0 0 0,0 1 0,-6 1 0,-2 8 0,-2 4 0,-3 6 0,3 11 0,-1 6 0,-3 4 0,-2 2 0,-1 2 0,1 6 0,3 9 0,1 10 0,1 8 0,-7 4 0,1 4 0,-1 1 0,7 5 0,1 7 0,0 4 0,0 3 0,7 1 0,-3 3 0,4-1 0,2-2 0,0-1 0,2 1 0,4-8 0,5-8 0,7-13 0,3-11 0,4-7 0,2-5 0,2-5 0,6-7 0</inkml:trace>
  <inkml:trace contextRef="#ctx0" brushRef="#br0" timeOffset="468">437 699 11651,'-12'-6'0,"1"-2"0,-3-2 0,6 5 0,1-5 0,1 0 0,0 0 0,-8 5 0,3-7 0,-3 6 0,0-4 0,3 3 0,-1 1 0,-5 6 0,-1 0 0,3 8 0,1 3 0,4 7 0,3 5 0,-5-2 0,6 8 0,0 1 0,-1-3 0,5 4 0,-4-8 0,4-2 0,2-1 0,6-3 0,2-1 0,1-5 0,5-5 0,1-4 0,3-2 0,1 0 0,5 0 0,-5-8 0,4-3 0,-3-5 0,-3-1 0,-5 1 0,-3 3 0,1 1 0,0-1 0,-4-3 0,3-1 0,-1-1 0,-2 1 0,-6-1 0,0 8 0,0 10 0,-2 12 0,-4 4 0,4 1 0,-4 1 0,4 1 0,2 4 0,2-3 0,2 3 0,2-4 0,6-1 0,-4-3 0,1-3 0,3 3 0,5-5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1:58.25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88 1 11464,'-12'5'0,"1"1"0,5 8 0,-6-2 0,-1 3 0,5 3 0,2-1 0,4 0 0,2 1 0,-6 1 0,0 3 0,3 1 0,1-2 0,2-1 0,0-3 0,0 1 0,0-1 0,5 1 0,1-1 0,8-7 0,-4-3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1:58.43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36 11434,'-8'-18'0,"-1"1"0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1:58.85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0 243 11434,'0'17'0,"0"1"0,0-1 0,0 1 0,0-1 0,0 1 0,0-1 0,0-5 0,0-1 0,0-7 0,0 2 0,0-12 0,0-5 0,0-7 0,0-3 0,0-3 0,0 3 0,2-4 0,2 0 0,4-1 0,2 1 0,-1-4 0,5 4 0,-3 0 0,3-1 0,-4 3 0,1 6 0,3 1 0,1 5 0,1 1 0,-2 6 0,-3-2 0,3 2 0,-6 10 0,-1 6 0,-1 3 0,0 3 0,0 1 0,-6 2 0,0 3 0,0-3 0,0 4 0,0-1 0,0-3 0,0-2 0,0-1 0,0-1 0,0 1 0,0-1 0,0-7 0,0-2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1:59.32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157 106 11392,'0'-18'0,"0"1"4,0-1 0,-5 6 1,-1 1 2,2-3 1,0 7 1,-2 1-9,4 4 1,-11 4-1,7 4 0,-6 3 0,6 9 0,2-1 0,3 1 0,1-1 0,0 1 0,1-1 0,3 0 0,2 1 0,6-6 0,-4-3 0,-1 1 0,1 0 0,6-5 0,-3 5 0,5-2 0,-5 4 0,-1-5 0,0 1 0,0 0 0,-7 0 0,3-3 0,-4 5 0,-4 2 0,-4-2 0,-5-3 0,-5-3 0,-1-2 0,-1-2 0,1 0 0,-1 0 0,1 0 0,0 0 0,-1 0 0,1 0 0,-9 0 0,-1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1:59.65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1 11424,'-10'2'5,"4"3"0,4 7-3,2 4 0,0 9 1,0 4-1,0 6-1,0 6 0,0 3 0,0 11 0,0 1-1,0 2 0,0 0 0,0-7 0,0-5 0,0-5 0,0-4 0,0-4 0,0-4 0,0-6 0,-2-5 0,-3-7 0,3 5 0,-6-6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1:59.81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53 11447,'12'-12'0,"-1"0"0,-5 9 0,6-3 0,1 4 0,-3 0 0,2-2 0,1-2 0,3 2 0,1 2 0,1 2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0.12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18 193 11447,'-2'17'0,"-4"0"0,4 1 0,-4-1 0,5-5 0,1 0 0,0 1 0,1-3 0,5 2 0,-4-7 0,4 7 0,-4-10 0,-2-2 0,0-2 0,0-10 0,0-1 0,0-3 0,0-1 0,0-1 0,0-1 0,0-4 0,6 1 0,2-5 0,1 2 0,5 4 0,-4-1 0,1 1 0,3-2 0,1 1 0,3 9 0,-1 3 0,1 2 0,-1 2 0,1 6 0,-1 0 0,1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0.44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53 11447,'-2'-10'0,"-3"5"0,1 3 0,-8 2 0,8 0 0,-4 7 0,8 5 0,0 4 0,0 1 0,0 1 0,0-1 0,0 0 0,0-5 0,2-2 0,2 0 0,2-1 0,8-5 0,-3 2 0,5-4 0,1-2 0,1 0 0,-1 0 0,1-2 0,-1-4 0,-1 2 0,-3-7 0,-1-3 0,2-2 0,-5-1 0,1 0 0,-2-3 0,-4-3 0,-2 11 0,5-19 0,3 12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0.80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123 104 11447,'0'-18'0,"0"1"0,0-1 0,0 7 0,0-1 0,-2 2 0,-4-1 0,-4 5 0,-7 12 0,-1 5 0,7 5 0,-1 3 0,0 3 0,3 1 0,-1 2 0,6-4 0,-2 3 0,2-3 0,2-2 0,2-1 0,0-1 0,0 1 0,0-7 0,2-1 0,4-2 0,6-4 0,3 4 0,3-3 0,-1-1 0,1-2 0,5-2 0,0 0 0,8-8 0,-4-1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1.10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25 11447,'0'-17'0,"2"9"0,2 10 0,2 14 0,-3 11 0,5 8 0,0 5 0,0 9 0,-1 7 0,5 4 0,-6 6 0,0-4 0,1-1 0,-5 3 0,4-6 0,-4-4 0,-2-5 0,0-13 0,0-8 0,0-3 0,0-4 0,-8-9 0,-1 3 0,-9-5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1.26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0 11447,'0'10'0,"2"-2"0,4-8 0,4 0 0,7 0 0,1 0 0,-1 0 0,8 0 0,3 0 0,6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1.59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158 106 11447,'0'-12'0,"0"0"0,0 6 0,0-5 0,0-3 0,-6 5 0,0-3 0,1 6 0,3-4 0,-4 3 0,-4 1 0,-7 6 0,-1 8 0,1 3 0,-1 5 0,7 7 0,1 0 0,0-1 0,1-3 0,5-1 0,-2-1 0,4 0 0,2 1 0,2-1 0,4-1 0,5-4 0,5-5 0,3-7 0,3-2 0,1-3 0,0 1 0,-5-8 0,-1-2 0,1-1 0,-3-3 0,-3 1 0,-6 0 0,-5-1 0,-1 1 0,0-1 0,-1 3 0,-5 3 0,-4 4 0,-15 0 0,-2-1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2.20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71 11458,'0'17'0,"0"1"0,0-1 0,0 1 0,0-1 0,0 1 0,0-1 0,0 0 0,0 1 0,0-1 0,0 1 0,0-7 0,0 1 0,0-8 0,0 2 0,0-12 0,0-6 0,0-3 0,0-8 0,0-1 0,0 1 0,0-2 0,2 5 0,2-5 0,4 2 0,1 0 0,3-1 0,6 7 0,-1-1 0,1 9 0,-1 3 0,0 4 0,1 2 0,-1 0 0,9 8 0,1 1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2.83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158 36 11432,'-2'-16'0,"-4"5"0,-5 5 0,-5 4 0,-1 4 0,1 4 0,4 5 0,-3 5 0,5 3 0,-1 2 0,1 3 0,2-3 0,2-2 0,0-1 0,1-1 0,1 1 0,2-1 0,4-1 0,4-5 0,3 3 0,9-8 0,-1 0 0,1 1 0,-1-5 0,1 4 0,-1-4 0,2-2 0,3 0 0,1 0 0,0-8 0,-5-1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2.93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176 140 11432,'2'-12'0,"1"1"0,3-3 0,2 4 0,-4-1 0,2-3 0,0 4 0,-6-1 0,0-1 0,0-5 0,-2 7 0,-4 4 0,-6 4 0,-3 2 0,-3 2 0,1 2 0,-1 4 0,1 1 0,-1 3 0,1 0 0,1-1 0,3 3 0,3 2 0,2 1 0,-3 6 0,5 1 0,2-3 0,2-2 0,2-1 0,2-3 0,4-1 0,5-4 0,5-3 0,1-3 0,1-2 0,-1-4 0,1-4 0,-1 3 0,-1-9 0,-3 0 0,-1 3 0,-8-7 0,2 4 0,-4-3 0,5-3 0,3 1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4.09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22 11432,'0'18'0,"0"-1"0,0 1 0,0-1 0,0 0 0,0 1 0,0-1 0,0 1 0,0-1 0,0 1 0,2-3 0,2-1 0,4-4 0,2-3 0,3-3 0,-3-4 0,2-6 0,1-5 0,3-5 0,-5-1 0,1-1 0,2 1 0,1-1 0,1 1 0,-3-1 0,-3 1 0,0 1 0,-3 3 0,3 3 0,0 2 0,-6 3 0,2 10 0,-10 3 0,-2 2 0,0 2 0,6 5 0,2-1 0,2-3 0,4-3 0,1-2 0,5-5 0,1-1 0,3-4 0,-1-3 0,-5 1 0,0-8 0,1-1 0,3-3 0,-5 4 0,-1 1 0,0-3 0,-2-1 0,1-1 0,-1 2 0,-2 7 0,-6 5 0,-4 10 0,-4 5 0,4 5 0,-2-1 0,3 1 0,1-1 0,2 0 0,0 1 0,0-1 0,0 1 0,0-1 0,7 1 0,3-1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4.14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210 101 11432,'-2'-11'0,"-4"1"0,-3 0 0,-3 3 0,2-3 0,1 2 0,-1-2 0,-4 1 0,-1 3 0,-3-6 0,1 8 0,-1 0 0,1 8 0,1 8 0,5 4 0,3 1 0,2 0 0,0 1 0,3-1 0,1 1 0,4-1 0,3 1 0,5-3 0,8-3 0,1-6 0,2-4 0,3-2 0,-3 0 0,-2 0 0,-1 0 0,-3-8 0,-1-2 0,-2-1 0,1-1 0,-5 0 0,-2-5 0,-4-1 0,-2 1 0,0-1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4.87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175 53 11475,'0'-18'0,"0"6"0,-2 3 0,-4 1 0,2 2 0,-7 6 0,-3 0 0,-1 0 0,-1 2 0,4 4 0,7 6 0,3 3 0,2 3 0,0-1 0,0 0 0,0 1 0,2-3 0,3-1 0,7-2 0,4-1 0,-1 1 0,-1 0 0,-3-1 0,3 1 0,-1 0 0,1-1 0,-4 1 0,-1-1 0,-1 3 0,0 2 0,-6 1 0,-6-1 0,-8-5 0,-5-5 0,-4-2 0,-3 0 0,3 2 0,2-3 0,1-1 0,1-4 0,-1-1 0,1-3 0,-1-8 0,1 4 0,-1-7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5.15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86 11475,'2'15'0,"3"-3"0,-1-4 0,8-8 0,0 0 0,5 0 0,0 0 0,1 0 0,-1-2 0,1-4 0,-1-6 0,1-3 0,-9 3 0,-3 1 0,-4-3 0,-2 4 0,-2 1 0,-4-1 0,-5 2 0,-5 0 0,-1 4 0,-1 4 0,1 6 0,-1 6 0,1 3 0,1 3 0,3-1 0,3 1 0,0-1 0,3 3 0,-1 1 0,4 2 0,2-1 0,4-3 0,4-1 0,6-3 0,3-3 0,12 1 0,6-7 0,6-2 0,10-10 0,-5-4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5.36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71 66 11406,'0'-17'0,"0"-1"0,0 1 0,0 5 0,0 10 0,0 14 0,0 9 0,0 3 1,0 5-1,0 4 0,0 2 0,0-2 0,0 0 0,0 2 0,-6-10 0,-2 10 0,0-2 0,1 0 0,-5-4 0,4-2 0,0-2 0,1-3 0,1-9 0,6-1 0,0-10 0,2-2 0,4-10 0,3-11 0,9-3 0,-1 1 0,1-2 0,-1 6 0,1-5 0,-1 5 0,1 1 0,-1 3 0,-1 1 0,-3 5 0,-1 1 0,-6 2 0,5 6 0,-7 8 0,2 3 0,-4 5 0,-2 1 0,0 1 0,0-1 0,0 1 0,0-1 0,0 1 0,0-1 0,8 1 0,1-1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5.76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241 87 11407,'-5'-17'0,"-3"1"0,0 3 0,0 1 0,-3 6 0,3-3 0,-2 1 0,-1 2 0,-7 6 0,1 2 0,-1 4 0,1 4 0,-1 9 0,3 2 0,3 3 0,-3 5 0,5-4 0,0 0 0,2 0 0,3-1 0,-1-1 0,4 0 0,6-1 0,7-5 0,5-5 0,1-5 0,1-7 0,-1-1 0,1-5 0,-1-2 0,1-6 0,-3 3 0,-3-3 0,3 1 0,-5-1 0,0 2 0,-4-1 0,1 3 0,1 0 0,0 1 0,0-1 0,-3 6 0,-5-4 0,0 16 0,0 4 0,0 3 0,0 3 0,0-1 0,0 1 0,8-1 0,2 1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6.35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228 367 11388,'0'-17'0,"0"5"0,0 1 0,0-3 0,0 4 0,-2-1 1,-4-3 0,2 6 0,-7 2 1,-3 5 0,-2 1 0,-1 0 0,0 1-1,-1 5 0,1 4 1,-1 7-1,1 1-1,-1-1 1,7 3-1,1 1 1,0 2-1,0-1 0,7-3 0,-3-1 0,4-1 0,2 1 0,8-7 0,3-1 0,5-2 0,3-3 0,2-5 0,3-1 0,-3-5 0,0-2 0,1-8 0,1 1 0,-2-4 0,-1-3 0,-5 3 0,-1-3 0,-2-1 0,-9-6 0,3 4 0,-4-2 0,-2-4 0,0-2 0,0 0 0,-2 2 0,-4 1 0,-3 3 0,-7-4 0,5 2 0,-13 8 0,5-4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7.02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71 71 11406,'0'17'0,"1"-1"0,5-5 0,6-5 0,-2-4 0,1-2 0,3 0 0,1 0 0,1-2 0,-4-4 0,3 3 0,-5-9 0,-1-2 0,-3-1 0,-4-3 0,-4 1 0,-4-1 0,-3 9 0,-9 3 0,1 4 0,-1 2 0,1 2 0,-1 4 0,1 5 0,0 5 0,-1 1 0,3 1 0,1-1 0,4 1 0,3-1 0,3 1 0,2-1 0,2-5 0,2-3 0,3-1 0,7-4 0,6 4 0,3-2 0,4-2 0,2-3 0,-5-8 0,18-3 0,-3-7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7.21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192 487 11406,'-17'6'0,"-1"2"0,1 0 0,1 2 0,5-1 0,3 3 0,16-2 0,3-5 0,5-3 0,1-4 0,1-3 0,-1-5 0,1-2 0,-3 1 0,-1-3 0,-2-2 0,1-1 0,-3 0 0,0-1 0,-3 1 0,-3-1 0,4-5 0,-2-2 0,-2-3 0,-2-3 0,-2-2 0,-2-3 0,-2-3 0,-2-2 0,-6 2 0,7 10 0,-1 6 0,-2 3 0,4 5 0,-8 3 0,-1 6 0,-1 12 0,1 10 0,3 9 1,2 10 0,0 11 0,5 1 0,-3 3-1,2 3 0,0 5 0,0 0 1,-2-1-1,2-3 0,2-4 0,2-1 0,0-4 0,0-3 0,0-1 0,0-8 0,0-2 0,0-2 0,-5-8 0,-3 3 0,-2-5 0,-3-1 0,3-7 0,-2-1 0,-1-2 0,-3-4 0,-1-2 0,-9-2 0,-1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7.56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0 11406,'-5'12'0,"-1"0"0,2 1 0,0 3 0,-2 1 0,4 1 0,-4-1 0,5 1 0,1-1 0,0 1 0,7-9 0,3-1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7.73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87 18 11406,'-17'0'0,"-1"0"0,3-2 0,3-4 0,-3 4 0,13-6 0,-6 8 0,8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8.02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70 1 11406,'-12'11'0,"1"1"0,5 7 0,-4-7 0,3 3 0,3 3 0,0-1 0,0 1 0,-2-1 0,2 1 0,2-1 0,2 1 0,0-1 0,2-7 0,4-4 0,-4-4 0,6-4 0,-8-4 0,0-4 0,0-7 0,0-1 0,0 7 0,0-1 0,0-2 0,0-1 0,0 3 0,2 0 0,2-1 0,1-3 0,9 5 0,-2-1 0,3-1 0,3 5 0,-3 0 0,-1 2 0,-3 0 0,1 1 0,3 6 0,-3 5 0,2 4 0,-8 7 0,-3 1 0,-1-1 0,4 7 0,0-1 0,-2-2 0,-2-1 0,-2-3 0,0 1 0,0-1 0,0-7 0,0 5 0,0-5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8.18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70 1 11406,'-8'10'0,"4"3"0,-7-5 0,-3 2 0,1 1 0,1 7 0,6-1 0,4 1 0,2-1 0,0 1 0,0-1 0,2 1 0,4-1 0,-2-5 0,7-1 0,1 1 0,6 5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8.30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18 11406,'-12'0'0,"1"0"0,7-8 0,-4-1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8.70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140 542 11406,'18'0'0,"-7"0"0,1 0 0,-6-2 0,5-4 0,-7 2 0,2-8 0,-6 9 0,-6-3 0,-5 4 0,-5 2 0,-1 0 0,-1 0 0,1 0 0,-1 8 0,1 3 0,-1 5 0,1 1 0,-1 1 0,3-1 0,3 1 0,4-7 0,8 1 0,2-8 0,4 2 0,6-4 0,3-2 0,3-2 0,-1-4 0,3-6 0,3-3 0,-4-5 0,5-1 0,-5-4 0,-1-3 0,-1 5 0,0-6 0,-1-4 0,-4-6 0,-5 2 0,-7-5 0,0-1 0,0-4 0,0 3 0,-2-1 0,-3 4 0,-7 8 0,2 8 0,-1 14 0,-3 5 0,-1-4 0,-3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2:09.08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189 123 11406,'0'-18'0,"0"7"0,0-1 0,0 0 0,0-5 0,0-1 0,-8 7 0,-3 1 0,-5 2 0,-1 2 0,-1 6 0,1 0 0,-1 8 0,1 2 0,1 2 0,5-1 0,-3 1 0,8 5 0,0 1 0,-1-1 0,5-5 0,-2-2 0,6-1 0,4 1 0,7-6 0,-1 2 0,5-4 0,7-2 0,-5-2 0,4-2 0,-3-4 0,-3-2 0,-1-1 0,-3-5 0,-3 3 0,-2 1 0,-2 0 0,-6-5 0,0-1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12.13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105 144 11497,'-12'7'0,"3"5"0,1 4 0,2 1 0,6 2 0,-2 5 0,-4 5 0,4 0 0,-3 4 0,3 4 0,2 0 0,-2 5 0,-2 1 0,-2 0 0,2-1 0,2 5 0,2-6 0,0-4 0,0-6 0,0-6 0,0-8 0,0 1 0,2-8 0,4-5 0,-4-10 0,4-7 0,-4-4 0,-2-1 0,0-1 0,0 1 0,0-2 0,0-5 0,0 3 0,0-6 0,0 0 0,0-1 0,0 5 0,0-6 0,-2-2 0,-4-2 0,4 4 0,-4 2 0,2 0 0,-2-1 0,4 1 0,-3-4 0,3 4 0,2 2 0,-2 2 0,-2 5 0,-2 1 0,2-1 0,2 6 0,2 1 0,0 9 0,0 2 0,0 8 0,0 9 0,0 3 0,0 3 0,6 6 0,0 10 0,-2 3 0,-2 3 0,3 2 0,3 3 0,0-1 0,0-3 0,5-1 0,-1 3 0,4-3 0,1-2 0,0-5 0,1-7 0,1-3 0,5-3 0,-3-8 0,6-7 0,-2-2 0,-3-4 0,-1-10 0,0-8 0,1-7 0,-7-8 0,1-4 0,-8-4 0,-1-4 0,1-5 0,-2 1 0,-6-2 0,0-3 0,0-6 0,-10 1 0,-5-5 0,-7 4 0,1 4 0,-4-3 0,1 14 0,1 3 0,-2 1 0,6 6 0,-5 6 0,5 7 0,-6 20 0,-3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12.63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192 106 11530,'-2'-12'0,"-4"0"0,4 7 0,-3-7 0,-3 0 0,2-5 0,-8 7 0,5 2 0,-1 1 0,-5 5 0,3-2 0,-4 8 0,-1 0 0,1 7 0,3 3 0,1 1 0,6 5 0,-3 1 0,1 2 0,4-1 0,2-3 0,2-1 0,0-1 0,0 1 0,2-9 0,4-3 0,5-4 0,5-2 0,1-2 0,1-4 0,-1-5 0,1-5 0,-3-3 0,-1-3 0,-2-1 0,-9 0 0,3 5 0,-4 1 0,-2-1 0,0 7 0,-2-1 0,-4-2 0,-3 7 0,-9 1 0,1 4 0,-1 2 0,9 8 0,-7 1 0,6 9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13.13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33 11425,'0'-17'0,"2"7"0,4 4 0,-5 14 0,5 10 0,-4 9 0,-2 6 0,2 9 0,2 5 0,2 5 0,-2 7 0,-2-5 0,-2 6 0,0-2 0,0 1 0,0-1 0,2-8 0,2-5 0,1-10 0,1-2 0,-6-10 0,0-2 0,0-11 0,0-10 0,0-8 0,0-17 0,0-2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13.41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0 11425,'9'8'0,"-3"4"0,-4-3 0,0 1 0,4-2 0,-2 3 0,7-5 0,1 6 0,6-6 0,-1-2 0,0-3 0,1-1 0,-1 0 0,1 0 0,-1 0 0,1 0 0,-1 0 0,1 0 0,-9 2 0,-3 4 0,-4 4 0,-2 7 0,0 1 0,0 5 0,-2 0 0,-2-1 0,-1-3 0,-1-1 0,6-1 0,0 1 0,0-1 0,2 1 0,3-1 0,-3-7 0,14-3 0,-6-7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13.57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71 1 11425,'-16'2'0,"2"1"0,3 3 0,5 0 0,-4-4 0,3 4 0,1-4 0,6 13 0,0-5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13.89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53 123 11425,'0'17'0,"0"1"0,0-1 0,8-7 0,3-4 0,5-4 0,1-2 0,1-2 0,-1-4 0,-5-4 0,0-7 0,1-1 0,3 1 0,-5-1 0,-1 1 0,-2-1 0,-4 1 0,-2 0 0,-4 1 0,-4 4 0,2 5 0,-8 7 0,-1 0 0,-3 0 0,-3 7 0,-3 7 0,-1 5 0,2 5 0,1 5 0,3-4 0,1 0 0,5 0 0,-3 1 0,8-5 0,2 2 0,3-1 0,1-3 0,1-3 0,5-5 0,4-3 0,7-8 0,3 0 0,3 0 0,-3 0 0,13-8 0,-6-1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14.30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17 33 11425,'-9'-8'0,"3"8"0,4 2 0,2 10 0,0 1 0,0 3 0,0 3 0,0 3 0,0 1 0,0-2 0,0 1 0,0-1 0,0 2 0,0-1 0,0-3 0,0-1 0,0-1 0,0-7 0,0-4 0,0-12 0,0-6 0,6-11 0,2-4 0,-1-3 0,1 1 0,6 0 0,-3-4 0,3 4 0,-2 6 0,3-2 0,-3 1 0,-3 9 0,3 9 0,-8 18 0,2 5 0,-4 4 0,-2 5 0,0-7 0,0 6 0,0-1 0,0-1 0,0 0 0,0-5 0,2-3 0,3-3 0,-1 1 0,8-7 0,0 0 0,5-6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14.64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35 11425,'0'10'0,"2"-2"0,4-8 0,-2 0 0,7 0 0,3 0 0,-5 0 0,3-2 0,2-4 0,-5 4 0,1-6 0,-2 1 0,-2 3 0,-6-8 0,-2 8 0,-4-2 0,-6 4 0,-3 2 0,-3 2 0,1 4 0,1 4 0,3 5 0,3-1 0,2-2 0,-3-1 0,5 7 0,2-1 0,2 1 0,4-1 0,4 1 0,3-9 0,9-3 0,1-4 0,5-2 0,-3 0 0,6 0 0,-2 0 0,14-8 0,-2-1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16.05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227 66 11311,'-6'-12'3,"-1"1"0,-3-3 0,-2 6 0,-5 1-1,-1-1 0,1 6 1,-1-2-1,1 6-1,0 4 1,-1 7 0,3-1 0,1 4-2,2 1 1,8 6 0,-3 3 0,1-1-1,0 0 0,0-2 0,6-5 0,0-1 0,0 1 0,2-1 0,4-1 0,6-5 0,3-5 0,-3-4 0,-1-2 0,5 0 0,5 0 0,-7-2 0,3-4 0,-1-3 0,-1-1 0,3-6 0,-3 5 0,-1-5 0,-2-1 0,-7-1 0,5 1 0,-2-1 0,-4 1 0,-2-1 0,-2 1 0,0 0 0,0 9 0,0 8 0,0 10 0,0 5 0,0 2 0,0 1 0,0-1 0,0 1 0,0-1 0,2 1 0,2-1 0,1 1 0,7-7 0,-4-1 0,1-2 0,3 5 0,6-3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16.20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158 105 11397,'11'-6'0,"1"0"0,-1-7 0,7 1 0,-8 2 0,-5-1 0,3 5 0,-2-6 0,0 1 0,-14 1 0,-4 4 0,-3 4 0,-3 2 0,5 2 0,-3 4 0,-3 6 0,0 3 0,-1 5 0,3 1 0,-1 4 0,1 2 0,5-5 0,2 1 0,1-2 0,-1 3 0,6-5 0,-2 4 0,4-3 0,2-3 0,8-5 0,4-3 0,5-1 0,6-4 0,-1 4 0,5-2 0,0-4 0,0-4 0,2-6 0,-1-2 0,12-1 0,-3-7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16.27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227 18 11397,'-15'-2'0,"3"-4"0,-3 4 0,3-3 0,2 3 0,-1 2 0,-3 0 0,-2 2 0,-1 3 0,1 7 0,3 4 0,1 1 0,-1 1 0,3-1 0,0 0 0,1 1 0,-1-1 0,6 7 0,-2-1 0,4-2 0,2-1 0,2-3 0,4-1 0,6-5 0,3-5 0,3-4 0,1-2 0,4 0 0,-3-15 0,5-5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16.67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105 33 11397,'-8'10'0,"6"0"0,-3-4 0,3-4 0,4 5 0,3-7 0,7 0 0,2-2 0,-1-1 0,-3-5 0,-2-2 0,3 4 0,-5-5 0,0 5 0,-8-4 0,-4 2 0,-6 5 0,-3 3 0,-2 5 0,-1 7 0,1 3 0,-1 3 0,1-3 0,1-1 0,4-2 0,-1-1 0,7 7 0,2-1 0,2 1 0,2-7 0,2 1 0,4 0 0,6-3 0,5-3 0,6-4 0,-3-2 0,13-8 0,-6-1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17.01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298 53 11397,'0'-12'0,"0"0"0,0 1 0,-2 1 0,-4 4 0,-6 4 0,3 2 0,-3 0 0,-2 2 0,-1 4 0,3-2 0,1 8 0,-1 1 0,2 3 0,-3-5 0,7 1 0,0 0 0,-2-3 0,6 7 0,-3-5 0,3 5 0,4-1 0,3-3 0,-1 2 0,6-7 0,-2 3 0,3 2 0,-5 5 0,0 1 0,-8-3 0,-4-3 0,2 1 0,-7-7 0,-3 0 0,-1 2 0,-3-6 0,1 4 0,-1-4 0,1-2 0,-1-2 0,1-4 0,-1-4 0,1-7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17.62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190 119 11311,'0'-18'0,"0"1"0,0-1 0,0 1 0,0 0 0,-2 7 0,-1 2 0,-3 0 0,-8 6 0,2-1 0,-3 6 0,-2 1 1,-1 8-1,1 2 0,-1 7 1,1 2-1,-1-2 0,7-1 1,1-3-1,2 1 0,4-3 0,8-1 1,4-4-1,2-3 0,1-1 0,7-6 0,-1 0 0,1 0 0,-1-2 0,1-2 0,-1-3 0,0-3 0,-1-2 0,-2-5 0,-3-1 0,-7 7 0,2-1 0,-4-2 0,-2-1 0,-8-3 0,-2 1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19.26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123 629 11450,'0'-12'0,"0"1"0,6 5 0,0-6 0,-2-1 0,-2-3 0,-2-1 0,-8 7 0,-4 4 0,-3 4 0,-3 4 0,3 4 0,1 4 0,4 1 0,1 1 0,1 1 0,0 3 0,0 1 0,4 1 0,-1-1 0,-1-5 0,6 0 0,0 1 0,2-5 0,4-2 0,5-4 0,-1-2 0,2 0 0,1 0 0,-3-6 0,0-2 0,-1-2 0,1-3 0,-6 3 0,4 0 0,-3 1 0,1-1 0,0 4 0,-6-5 0,0 7 0,0-4 0,6 10 0,0 4 0,0 5 0,1 3 0,3 0 0,2-5 0,-1-1 0,1-2 0,0 0 0,-1-1 0,3-1 0,1-2 0,3-2 0,-1 0 0,1 0 0,-1-2 0,-1-3 0,-3-7 0,-3-4 0,0-1 0,-1-1 0,3 1 0,0-2 0,-3-3 0,-1-3 0,-2-2 0,0-4 0,0-2 0,-3-2 0,-1-2 0,-2-2 0,0-4 0,-2-1 0,-1-3 0,-5 3 0,0 5 0,0 6 0,3 6 0,-1 1 0,-2 9 0,0 11 0,0 16 0,5 13 0,1 8 0,0 6 0,-2 2 0,-2 4 0,2 3 0,2 5 0,4 1 0,2 0 0,2-1 0,0-3 0,-1-1 0,3-1 0,2-1 0,0 4 0,3-11 0,-1-3 0,1-4 0,11-1 0,3 4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19.72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18 158 11466,'-5'17'0,"-1"0"0,2 1 0,2-1 0,2 1 0,0-1 0,2 1 0,2-1 0,3-1 0,3-5 0,-6 5 0,2-4 0,-2 1 0,2-1 0,-4-2 0,3-9 0,-3-1 0,-2-7 0,0-7 0,0-3 0,0-3 0,0-3 0,0 2 0,0-8 0,0-1 0,0 3 0,0-4 0,0 8 0,0 2 0,0 1 0,2-3 0,4 0 0,6 3 0,1 5 0,1 5 0,-2 2 0,1 4 0,3 2 0,1 2 0,1 0 0,-1 0 0,0 8 0,1 2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19.96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87 53 11466,'8'10'0,"-6"0"0,6-7 0,0 3 0,-5 2 0,9-2 0,2 3 0,1 1 0,3-4 0,-7-4 0,-1-4 0,-2-4 0,3 2 0,-3-5 0,0-1 0,0 0 0,3-1 0,-5-7 0,-2 1 0,-4 1 0,-6 4 0,-5 7 0,-5 3 0,-1 4 0,-1 2 0,-1 3 0,-5 3 0,5 2 0,-4 5 0,3 3 0,3 3 0,-1-4 0,1 6 0,1-1 0,5-1 0,3 0 0,8-5 0,0-1 0,10-1 0,5-5 0,7-5 0,7-4 0,-4-2 0,2 0 0,2-8 0,6-1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20.32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385 18 11466,'-12'0'0,"0"0"0,-1 0 0,3-6 0,-2 1 0,1-1 0,-7 6 0,9 0 0,-5 2 0,8 3 0,0-1 0,6 8 0,2 0 0,4 5 0,-4-5 0,6-3 0,-2 1 0,-1 0 0,1 1 0,-6 7 0,0-1 0,0 1 0,0-1 0,-2-1 0,-4-4 0,-1-3 0,-7-5 0,1 2 0,-7-2 0,3-2 0,-9 0 0,3 2 0,0 1 0,-8 1 0,4-6 0,-1 0 0,-5 0 0,6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20.66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1 11396,'0'17'0,"0"2"0,0 5 0,0 5 0,-2 10 0,-2 3 0,-2 3 0,3 3 0,1 1 0,2-1 0,0-1 0,0-2 0,0-1 0,0-7 0,0-6 0,0-9 0,0 1 0,0-4 0,-8-1 0,-2-1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20.82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1 11396,'17'0'0,"-5"0"0,-1 0 0,3 0 0,1 0 0,3 0 0,-1 0 0,1 0 0,-1 0 0,1 0 0,-1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21.13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245 0 11396,'-17'0'0,"-1"0"0,1 0 0,-1 0 0,1 0 0,0 0 0,-1 0 0,1 0 0,-1 0 0,3 2 0,1 2 0,2 2 0,1 7 0,-5-1 0,5 4 0,3 1 0,8 1 0,0-1 0,2 0 0,4 1 0,3-3 0,9-3 0,-1-6 0,1-4 0,5-2 0,0-2 0,-1-2 0,-3-2 0,-2-7 0,1 3 0,-3-2 0,-3 1 0,4 5 0,-7-6 0,1-1 0,4 3 0,-9-2 0,1 1 0,-21-7 0,-5 1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22.15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280 367 11371,'-8'-10'0,"4"-5"0,-8 3 0,7 4 0,-5 1 0,0 1 0,1 0 0,3 0 0,-6 6 0,-2 0 0,-1 0 0,-3 2 0,1 2 0,0 2 0,-1 13 0,1-1 0,-1 3 0,1 4 0,5 2 0,2 6 0,1-1 0,-1-3 0,6-8 0,-2 2 0,4-3 0,2-3 0,8-5 0,6-3 0,5-1 0,4-4 0,6-10 0,-3-7 0,1-7 0,4-3 0,-4-8 0,0 2 0,-2-4 0,-3-2 0,-3 0 0,-1-2 0,-3-2 0,-3-1 0,-4-7 0,-8 6 0,0 2 0,0 3 0,-8 1 0,-2-8 0,-7-2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22.38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53 105 11439,'2'12'0,"4"-1"0,-2-7 0,7 2 0,3-4 0,1-2 0,3 0 0,-1 0 0,1-6 0,-1-2 0,1-1 0,-1-3 0,-1-6 0,-3 3 0,-1 3 0,-8-3 0,2 3 0,-4-3 0,-12 5 0,-6 4 0,-5 4 0,-4 2 0,3 2 0,-1 4 0,2 6 0,-4 5 0,1 4 0,3 3 0,2-3 0,7 4 0,2-2 0,2-1 0,5-3 0,1-1 0,4-1 0,5 1 0,11-1 0,1-5 0,8-3 0,0-1 0,1-4 0,5-2 0,4-4 0,3-2 0,-1-2 0,6-15 0,-1 2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3:33.66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36 104 11803,'-8'10'0,"6"5"0,-4-3 0,4 3 0,2 3 0,0-1 0,0 1 0,0 7 0,0 4 0,0 4 0,0 2 0,2 6 0,2-1 0,4-1 0,2-2 0,-5-2 0,5 0 0,0-2 0,-3-2 0,1-4 0,-2-2 0,0-3 0,0-3 0,-2-1 0,5-1 0,1 0 0</inkml:trace>
  <inkml:trace contextRef="#ctx0" brushRef="#br0" timeOffset="184">1 418 11803,'0'10'0,"0"0"0,2-7 0,4 3 0,5-2 0,5-2 0,3-2 0,2 0 0,3 0 0,7 0 0,-4 0 0,0 0 0,14 0 0,-4 0 0</inkml:trace>
  <inkml:trace contextRef="#ctx0" brushRef="#br0" timeOffset="700">490 523 11803,'-12'-6'0,"0"-2"0,-1 1 0,-3-1 0,-1 4 0,-1 2 0,1 2 0,1 2 0,3 4 0,3 5 0,2 5 0,5 1 0,-1 1 0,0 1 0,-2 3 0,2 1 0,2-2 0,2-1 0,2-3 0,2 1 0,4-3 0,1-3 0,5-6 0,2-4 0,1-2 0,-2-2 0,-1-2 0,-2-4 0,-1-2 0,1-3 0,-2-3 0,-3-1 0,-3-1 0,0 1 0,0-1 0,2 1 0,0 7 0,-6 10 0,0 12 0,0 3 0,2 3 0,4-1 0,-3-1 0,7-3 0,-2-1 0,5-8 0,-3 11 0,8-5 0</inkml:trace>
  <inkml:trace contextRef="#ctx0" brushRef="#br0" timeOffset="1444">560 174 11803,'2'-16'0,"3"5"0,-3 1 0,4 4 0,-4 6 0,-2 0 0,2 10 0,2 5 0,2 5 0,-2 3 0,-2 6 0,-1 4 0,3 2 0,2 2 0,0 2 0,2 1 0,-6 1 0,4-4 0,-5 0 0,-1-2 0,6 2 0,0-14 0,-2-2 0,-2-1 0,0-5 0,2-5 0,2-10 0,-3-10 0,-1-5 0,-2-3 0,2 1 0,2-1 0,2 1 0,0-1 0,2 1 0,-5 5 0,7 1 0,-2-3 0,6 0 0,-3 3 0,5 5 0,1 4 0,1 2 0,-1 0 0,-1 2 0,-3 4 0,-3 5 0,0 5 0,-3 1 0,3 1 0,0-1 0,-6 1 0,1-1 0,-3 1 0,-2-1 0,0 1 0,0-1 0,-7 1 0,-5-3 0,-4-3 0,-1-4 0,0-8 0,-1 0 0,1 0 0,-1 0 0,1-2 0,-1-4 0,7-4 0,-1-7 0,0-1 0,-5 1 0</inkml:trace>
  <inkml:trace contextRef="#ctx0" brushRef="#br0" timeOffset="2452">1049 401 11636,'11'0'0,"-1"-2"0,-2-4 0,3-4 0,-3-7 0,2-1 0,-4-5 0,3-2 0,-1 0 0,-4-3 0,-2 1 0,-2-4 0,0-2 0,0 0 0,0 2 0,0 4 0,-2 4 0,-2 5 0,-4 7 0,-1 3 0,-5 4 0,0 4 0,1 6 0,1 7 0,-1 9 0,-3 7 0,4 4 0,3 4 0,-1 1 0,0 3 0,7 8 0,-3-5 0,4 3 0,2 0 0,0-9 0,2 5 0,4-4 0,5-4 0,5 0 0,3-16 0,4-5 0,6-5 0,3-5 0,-1-2 0,-2-2 0,8-8 0,7-1 0</inkml:trace>
  <inkml:trace contextRef="#ctx0" brushRef="#br0" timeOffset="2900">1415 436 11636,'-15'-2'0,"1"-4"0,3-6 0,5 3 0,-6-1 0,-1 2 0,3-4 0,-2 7 0,1-1 0,-7 6 0,3 2 0,1 4 0,2 5 0,1 5 0,-1 1 0,2 3 0,3 1 0,3 2 0,2 0 0,2-5 0,0-1 0,0 1 0,2-1 0,4 1 0,3-8 0,9-5 0,-1-3 0,1-2 0,-3-2 0,-1-2 0,-3-3 0,1-3 0,0-2 0,-1 1 0,1-1 0,0 0 0,-3 1 0,-1-1 0,-2 6 0,-6-5 0,0 9 0,0 2 0,2 9 0,2 7 0,3 1 0,1 1 0,2-3 0,0-1 0,3-4 0,3-3 0,-5 5 0,1-6 0,0 0 0,5-6 0</inkml:trace>
  <inkml:trace contextRef="#ctx0" brushRef="#br0" timeOffset="2990">1730 366 11636,'-10'0'0,"0"0"0,4 0 0,-5 0 0,1-6 0,-2 0 0,-1 2 0,-3 2 0,-1 2 0,1 2 0,3 2 0,3 4 0,2 2 0,6 1 0,6 1 0,6 0 0,2-1 0,-1 1 0,3-2 0,1-1 0,3-1 0,-3 2 0,-1-3 0,-2 3 0,1-2 0,1 2 0,-1-3 0,-3 3 0,-2 0 0,-4 3 0,-2 3 0,-4-1 0,-4-3 0,-6-4 0,-3-2 0,-3-1 0,1-1 0,-3-2 0,-1-2 0,-2 0 0,-1-7 0,7-3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4:17.74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71 377 11668,'0'-18'0,"0"1"0,-2-1 0,-2 1 0,-2-1 0,0 1 0,4-1 0,-2 1 0,-2 0 0,-1-7 0,3 1 0,-2 0 0,2-3 0,2 7 0,0-4 0,-2 3 0,-1 3 0,-1-1 0,6 1 0,0 7 0,0 10 0,0 14 0,0 7 0,0 8 0,2 6 0,2 4 0,1 4 0,-1 1 0,0 3 0,0 3 0,2-1 0,-2-3 0,0-5 0,-1 4 0,5-2 0,2-5 0,-6-3 0,4-6 0,-1-5 0,-5-5 0,6-1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4:18.15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70 11594,'10'-2'0,"-3"-2"0,1-1 0,-2-1 0,10 6 0,5 0 0,4 0 0,6-6 0,10 0 0,7 2 0,9 2 0,5 2 0,10 0 0,1-2 0,3-3 0,6 3 0,-9-4 0,-3 4 0,-4 2 0,-10 0 0,5-8 0,-9-2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4:18.50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1 11641,'0'17'0,"0"-5"0,0-1 0,0 3 0,0 1 0,0 3 0,0-1 0,0 1 0,6-1 0,0 1 0,-2-1 0,-1-1 0,1-3 0,2-1 0,8 0 0,-5 5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4:18.65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53 1 11641,'-17'0'0,"5"0"0,0 0 0,8 0 0,-3 8 0,7 1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4:18.99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70 11641,'0'18'0,"0"-1"0,0 1 0,0-1 0,2-1 0,4-5 0,6-5 0,-3-4 0,3-2 0,1-2 0,3-4 0,1-3 0,1-9 0,-1 1 0,-1-1 0,-2 3 0,-5 1 0,-1 3 0,-2-1 0,-6-5 0,0-1 0,-2 8 0,-4 5 0,-6 3 0,-3 2 0,-3 0 0,1 0 0,-1 7 0,1 3 0,1 4 0,5 3 0,-3-3 0,7 9 0,-1-4 0,0-1 0,0 5 0,4 0 0,-1-1 0,1-3 0,2-7 0,4-1 0,3 1 0,7-2 0,6-2 0,3-8 0,2 0 0,0 0 0,-5-2 0,-1-4 0,9-4 0,1-7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4:19.34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34 11641,'-2'15'0,"-4"-3"0,4 3 0,-3-3 0,3 3 0,2-3 0,0 0 0,0 1 0,0 3 0,0 1 0,0 1 0,0-1 0,0 1 0,0-1 0,0 1 0,0-1 0,0 1 0,0-1 0,2-7 0,3-4 0,-3-12 0,6-6 0,-2-5 0,0-7 0,5 3 0,-5-6 0,0 0 0,2 0 0,-4 3 0,5-3 0,1 2 0,0 3 0,-4 3 0,5 2 0,3-1 0,-4 8 0,1 5 0,-1 10 0,2 7 0,-5 4 0,1 1 0,-6 6 0,4 1 0,-2-3 0,2-2 0,-5-1 0,7-3 0,-2-1 0,0-2 0,2-7 0,-3 7 0,5-8 0,8 4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4:19.66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70 11641,'0'12'0,"0"-1"0,0 1 0,8-2 0,3-4 0,5-5 0,1-1 0,1 0 0,-6-5 0,-1-3 0,1-2 0,-2-3 0,3 3 0,-7-2 0,-2-1 0,-2 3 0,-2-2 0,0-1 0,-2 5 0,-4 2 0,-6 4 0,-3 10 0,-3 4 0,3 3 0,3 3 0,-3 1 0,5 2 0,-2 5 0,1 1 0,5-6 0,-4 4 0,2-1 0,4-1 0,3 0 0,2-7 0,5-5 0,10-1 0,7-4 0,8-4 0,-4 6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4:20.72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175 122 11628,'-6'-17'0,"0"-1"0,-1 7 0,3-1 0,-2-1 0,-8-3 0,3-1 0,1 7 0,-2 4 0,-1 4 0,3 10 0,-2 3 0,1 5 0,1 1 0,-3 3 0,7 1 0,0 3 0,-2-3 0,6 4 0,-4-2 0,4-1 0,2-3 0,0-7 0,0-1 0,2 1 0,4-2 0,4-2 0,7-8 0,1 0 0,-1 0 0,-1-2 0,-3-4 0,-1-6 0,0-3 0,3-3 0,-3 1 0,1-1 0,-7 1 0,-2-1 0,4 1 0,-2-1 0,1 9 0,-1 3 0,-4 6 0,4 6 0,-4 5 0,-2 5 0,0-5 0,0 1 0,0 2 0,0 1 0,0 3 0,2-3 0,2-1 0,2-3 0,7 1 0,-3 6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4:20.94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175 103 11628,'0'-12'0,"0"1"0,0-3 0,0 4 0,0-1 0,-2-1 0,-3 0 0,-7 3 0,-4 1 0,-1 4 0,1 4 0,3 4 0,1 6 0,-1 5 0,-1 1 0,0 11 0,5 0 0,1 0 0,-4 0 0,6 4 0,3-3 0,1-3 0,2 0 0,2-4 0,3 3 0,5-3 0,8-9 0,1-7 0,4-3 0,4-2 0,8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4:21.02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225 33 11628,'-17'0'0,"-1"-2"0,1-4 0,-1 2 0,1-7 0,-1 7 0,1-2 0,-1 6 0,1 6 0,1 5 0,3 5 0,3 1 0,2 3 0,5 3 0,-1-3 0,0 3 0,-2-4 0,2-1 0,4-1 0,4 1 0,4-3 0,1-3 0,5 1 0,7-5 0,3 0 0,-3 0 0,4-2 0,0-6 0,1 0 0,1-2 0,0-4 0,-6-4 0,5-7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4:21.59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53 11628,'0'17'0,"0"1"0,0-1 0,8-7 0,4-4 0,3-4 0,3-2 0,-1-2 0,1-2 0,-1-4 0,1 1 0,-1-3 0,-1 0 0,-3-2 0,-3 1 0,-2-1 0,-5-1 0,-3-1 0,-5 2 0,-7 7 0,-4 3 0,-1 2 0,0 2 0,-1 3 0,1 7 0,-1 4 0,3 1 0,1 0 0,2 3 0,-1 3 0,5-3 0,0 5 0,2-2 0,1 0 0,-1 1 0,8-7 0,6-1 0,7-5 0,6-5 0,3-4 0,1-2 0,10-8 0,9-1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4:22.30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262 0 11628,'-17'0'0,"-1"0"0,1 0 0,-1 2 0,1 4 0,5-4 0,1 4 0,-3-4 0,-1 4 0,-1 1 0,3 1 0,1 0 0,8 0 0,-4-3 0,0 7 0,7-2 0,-5 1 0,4 3 0,4-4 0,4-1 0,5-1 0,5 4 0,1-6 0,1-3 0,-1-1 0,1 4 0,1 0 0,2-2 0,3-2 0,-1 4 0,-6 1 0,-1 3 0,-4 4 0,-9 1 0,-6 3 0,-7-7 0,-8-1 0,-1 0 0,-4-1 0,1-5 0,-5 2 0,0-4 0,0-2 0,5 0 0,-1 0 0,4 0 0,-6-8 0,-3-1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4:22.37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245 18 11557,'-18'0'0,"1"0"0,-1 0 0,1 0 0,-1 0 0,1 0 0,0 0 0,-1 0 0,1 6 0,-1 1 0,3 3 0,3 4 0,-2 1 0,7 3 0,-1-1 0,0 0 0,2 1 0,8-1 0,4 1 0,2-6 0,5-3 0,1-1 0,5-4 0,-1 4 0,5-3 0,-3-1 0,-3-2 0,0-8 0,1-1 0,-1-3 0,1-4 0,-1 5 0,-1-3 0,-3-2 0,-3-1 0,-2-3 0,-4 1 0,-2 0 0,-2-1 0,-2 3 0,-2 1 0,-6 4 0,-5 3 0,1-7 0,-11 4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4:23.91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175 105 11572,'0'-12'0,"0"1"0,0 5 0,0-6 0,0-2 0,-5 5 0,-3-1 0,0 0 0,-2 3 0,1-1 0,-5 4 0,-1 2 0,-1 4 0,2 2 0,5 6 0,-1 3 0,0 7 0,-1 1 0,1 4 0,2 2 0,2 0 0,1-3 0,1-5 0,2-1 0,2-1 0,2-1 0,4-5 0,5-5 0,5-4 0,1-4 0,1-4 0,-1-5 0,1-3 0,-1 0 0,0 3 0,1-1 0,-3-5 0,-1-1 0,-2 1 0,-6 1 0,3 3 0,-1 5 0,-4 6 0,-4 10 0,-4 5 0,-2 5 0,2-1 0,2 1 0,2-1 0,0 1 0,0-1 0,0 1 0,0-7 0,0 1 0,0 1 0,8 3 0,2 1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4:30.01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175 783 11455,'0'-18'0,"-2"1"0,-2-1 0,-2 1 0,0-1 0,0 1 0,-1 1 0,-3 5 1,-4 5 1,5 4 0,-3 2 0,-2 2-1,-1 4 1,3 3-1,3 11 1,-1 3-1,0 6 0,4-2 0,-3 2 1,1 1-2,4-3 1,2-2-1,2-8 1,0 1-1,0-1 0,8-7 0,3-4 0,5-4 0,1-6 0,1-6 0,-1-7 0,1-10 0,-1 1 0,1-1 0,-1-4 0,1-8 0,-3-3 0,-1-1 0,-3 0 0,-7-5 0,2 1 0,-4-1 0,-2 1 0,0-3 0,-2 7 0,-2 2 0,-2 6 0,-7 12 0,1 0 0,-3 11 0,-3 4 0</inkml:trace>
  <inkml:trace contextRef="#ctx0" brushRef="#br0" timeOffset="817">454 818 11488,'0'-18'0,"-6"6"0,-2 1 0,-1-3 0,3 1 0,-4-1 0,1 2 0,-1-1 0,4 3 0,-6-1 0,-1-3 0,-3 6 0,-1 2 0,-1 4 0,7 4 0,1 4 0,0 6 0,1 3 0,5 9 0,-2 1 0,4 0 0,2 0 0,0 4 0,0-5 0,0-3 0,0-2 0,6-7 0,2-2 0,1-2 0,5-5 0,-4-1 0,1-2 0,3 0 0,1-2 0,1-3 0,-5-7 0,-5-4 0,-2-1 0,0 0 0,2-1 0,-2 1 0,-4-1 0,-6 1 0,-6-1 0,-3 1 0,-3-1 0</inkml:trace>
  <inkml:trace contextRef="#ctx0" brushRef="#br0" timeOffset="1476">699 870 11488,'0'-17'0,"0"-1"0,-2 1 0,-2-1 0,-4 1 0,-2-1 0,-1 1 0,-1-1 0,0 3 0,-1 1 0,-3 4 0,-1 3 0,-1 3 0,1 2 0,-1 2 0,1 0 0,-1 2 0,1 4 0,1 5 0,3 5 0,3 1 0,2 1 0,5-1 0,3 1 0,5-1 0,7-1 0,4-5 0,1-3 0,0-2 0,1 2 0,-1-1 0,-1 3 0,-2-2 0,-3 0 0,1-3 0,-1 1 0,-1 2 0,0 0 0,-2 1 0,-1 1 0,-5 2 0,-6-2 0,-7-3 0,-5-1 0,-1 0 0,-1-2 0,3-4 0,1-4 0,3-2 0,-9-7 0,-7 3 0</inkml:trace>
  <inkml:trace contextRef="#ctx0" brushRef="#br0" timeOffset="1640">1310 765 11471,'-6'-17'0,"-2"-1"0,-1 1 0,-5 1 0,0 3 0,1 3 0,1 2 0,-1 4 0,-3 2 0,-1 2 0,-1 4 0,3 6 0,3 7 0,-2 7 0,9-3 0,1 4 0,2 2 0,2-5 0,0 1 0,0-3 0,0-3 0,2-2 0,2-1 0,3-4 0,3-2 0,-4-3 0,5-5 0,3 0 0,2 0 0,1-2 0,1-3 0,-3-7 0,-3-4 0,-5 1 0,1 3 0,-6-3 0,4 3 0,4-3 0,-8 7 0,3 8 0,-3 2 0,-2 9 0,0 3 0,0 2 0,6 1 0,2 0 0,2 1 0,1-8 0,7 5 0,-1-5 0</inkml:trace>
  <inkml:trace contextRef="#ctx0" brushRef="#br0" timeOffset="1963">1484 14 11496,'-7'-9'0,"-1"5"0,-4 13 0,6 9 0,6 17 0,4 4 0,4 7 0,2 8 0,-4 9 0,3-3 0,1 0 0,-2 2 0,2-2 0,-3 0 0,1-5 0,-2-7 0,0-7 0,0-6 0,-3-6 0,-1-6 0,-2-3 0,0-3 0,0-7 0,0-2 0</inkml:trace>
  <inkml:trace contextRef="#ctx0" brushRef="#br0" timeOffset="2154">1432 678 11496,'12'-16'0,"-1"3"0,3 3 0,1 0 0,3 3 0,-1-1 0,3 4 0,1 2 0,2 2 0,-1 0 0,-3 0 0,-1 0 0,-1 0 0,1 0 0,-1 0 0,1 0 0,-1 0 0,0 0 0</inkml:trace>
  <inkml:trace contextRef="#ctx0" brushRef="#br0" timeOffset="2425">1712 765 11496,'-6'12'0,"0"-1"0,0 1 0,6 6 0,0-1 0,0 1 0,0-1 0,0 0 0,6-5 0,0 0 0,0-8 0,-6 1 0,0-10 0,0-7 0,0-4 0,0-1 0,1 0 0,3-3 0,2-3 0,0 1 0,-6-7 0,0 0 0,0 2 0,2-4 0,2 6 0,4 0 0,1-1 0,-3 3 0,6 6 0,-1-1 0,-1 1 0,6 7 0,-5 4 0,5 4 0,1 2 0,1 0 0</inkml:trace>
  <inkml:trace contextRef="#ctx0" brushRef="#br0" timeOffset="2674">1939 730 11496,'9'12'0,"-3"0"0,-4 1 0,-2-3 0,0 1 0,0 3 0,0-4 0,0 1 0,0 3 0,2 2 0,4 1 0,-4-5 0,5-3 0,1-1 0,-6-2 0,6 2 0,-8 1 0</inkml:trace>
  <inkml:trace contextRef="#ctx0" brushRef="#br0" timeOffset="2823">1973 521 11496,'-9'-10'0,"1"2"0,8 8 0,0 0 0,0 0 0</inkml:trace>
  <inkml:trace contextRef="#ctx0" brushRef="#br0" timeOffset="3326">2218 189 11534,'0'-23'0,"0"-1"0,0 3 0,0 2 0,0 1 0,0 1 0,8 7 0,-1 4 0,5 14 0,-6 9 0,-4 10 0,-2 6 0,0 4 0,0 4 0,0 6 0,0 3 0,0 4 0,0 3 0,0 1 0,0-6 0,0-5 0,0-1 0,0-1 0,0 4 0,-2-11 0,-2-3 0,-2-4 0,-2-9 0,3 1 0,3-11 0,-6-12 0,8-14 0,0-5 0,0-5 0,0-1 0,0 4 0,2-2 0,4 1 0,1-3 0,7 4 0,-4 3 0,-2 5 0,5 3 0,-3-4 0,1 5 0,1 1 0,-6 2 0,6 6 0,1 0 0,3 2 0,-1 4 0,-1 5 0,-3 5 0,-5 1 0,4 1 0,-2 1 0,-4 5 0,3-5 0,-1 4 0,-2-3 0,-2-3 0,-2 1 0,-2-3 0,-4-1 0,-5-3 0,-5 1 0,-1 3 0,-1-3 0,1-4 0,-3-8 0,-3 0 0,4 0 0,-14-8 0,5-2 0</inkml:trace>
  <inkml:trace contextRef="#ctx0" brushRef="#br0" timeOffset="3660">2567 643 11534,'-6'12'0,"1"-1"0,-1-5 0,4 4 0,-2-1 0,-2 1 0,0-4 0,4 6 0,-3 1 0,3 3 0,-4 1 0,4 1 0,4-1 0,2 1 0,2-1 0,7 1 0,-1-1 0,1-5 0,1-3 0,-2-1 0,-1-2 0,5-8 0,-5-4 0,-1 2 0,-6-7 0,4-5 0,1-5 0,-5-1 0,2-5 0,-4 2 0,-2 4 0,2-5 0,2 3 0,2 2 0,0-6 0,-6-1 0</inkml:trace>
  <inkml:trace contextRef="#ctx0" brushRef="#br0" timeOffset="4043">2847 171 11534,'0'-17'0,"0"5"0,-2 3 0,-4 1 0,4 2 0,-6 16 0,8 7 0,0 12 0,0 10 0,0 0 0,0 7 0,0 3 0,0 1 0,0 3 0,0-1 0,0 1 0,0-1 0,0 0 0,0-1 0,0-3 0,0-1 0,0-14 0,0 0 0,0-6 0,0-6 0,0-7 0,0-2 0,0-8 0,0 3 0</inkml:trace>
  <inkml:trace contextRef="#ctx0" brushRef="#br0" timeOffset="4206">2759 660 11534,'18'-7'0,"-1"3"0,1-6 0,-1 2 0,1 4 0,5-3 0,2 1 0,2 0 0,4-2 0,-5 6 0,7-13 0,-6 5 0</inkml:trace>
  <inkml:trace contextRef="#ctx0" brushRef="#br0" timeOffset="4526">3213 765 11534,'10'-2'0,"-4"-4"0,-4-3 0,-2-9 0,-2 1 0,-4-1 0,-4 7 0,-7 1 0,-2 2 0,-5 4 0,5 2 0,-6 2 0,1 2 0,1 4 0,0 2 0,5 7 0,1 1 0,-1 3 0,7 3 0,1-5 0,2 1 0,4-1 0,2 1 0,2-1 0,0 1 0,10-7 0,6-1 0,5-2 0,0-5 0,1-1 0,-1-4 0,2-3 0,-1-7 0,-3 2 0,-3-1 0,-3-3 0,-1-1 0,0-3 0,-3 1 0,-1-1 0</inkml:trace>
  <inkml:trace contextRef="#ctx0" brushRef="#br0" timeOffset="4927">3353 695 11534,'12'0'0,"-1"0"0,-5-7-1,6-5 1,-8 2-1,2-1 0,-6 5 1,-6-4-1,-6 2 1,-3 2 0,-3 6 0,1 0 0,-1 0 0,1 2 0,-1 2 0,1 2 0,5 6 0,2-4 0,3 1 0,-5 3 0,6 5 0,2-5 0,10-2 0,6-3 0,3-3 0,3 4 0,1 0 0,3 0 0,1-1 0,6 5 0,-6-4 0,-1 0 0,-3-1 0,-2 5 0,-1-4 0,-4 1 0,-5 3 0,-7 6 0,-7-3 0,-5-3 0,-4-7 0,-1-3 0,0 4 0,-1 0 0,-1-2 0,-5-2 0,5-10 0,-6-2 0,7-7 0</inkml:trace>
  <inkml:trace contextRef="#ctx0" brushRef="#br0" timeOffset="5490">4087 818 11401,'7'-18'0,"-5"6"0,4 1 0,-4-1 0,-2-5 0,-2 1 0,-2 3 0,-2 1 0,-1 6 0,1-4 0,-6 3 0,3 1 0,-3 6 0,-2 0 0,-1 0 0,3 2 0,0 2 0,-1 3 0,-3 3 0,5 2 0,-1 5 0,0 1 0,3-1 0,1 1 0,8-1 0,0 1 0,2-3 0,2-1 0,2-3 0,7-7 0,-1 2 0,3-4 0,-3-2 0,0 0 0,1 0 0,-3-6 0,0-2 0,-1-1 0,1-5 0,-4-3 0,6-7 0,-1-5 0,-1-4 0,0-2 0,-7 0 0,5-1 0,2-5 0,-6-4 0,2-7 0,-4-1 0,-2 1 0,0 0 0,0 1 0,0 5 0,-8 3 0,-2 8 0</inkml:trace>
  <inkml:trace contextRef="#ctx0" brushRef="#br0" timeOffset="6257">4226 748 11418,'0'11'0,"0"1"0,2 0 0,4-3 0,6-3 0,3-6 0,3-4 0,-1-3 0,1-1 0,-3-2 0,-1 2 0,-3-1 0,1-1 0,-2-4 0,-4-1 0,-6-1 0,-6 5 0,-6 5 0,-3 4 0,-3 4 0,1 2 0,-1 2 0,1 7 0,-1-1 0,1 3 0,-1 3 0,1 5 0,1 0 0,3-1 0,1-3 0,8-1 0,-2-1 0,6-2 0,6-3 0,6-4 0,3-2 0,3 0 0,1-3 0,5-3 0,3-5 0,0-7 0,6-4 0,-6-1 0</inkml:trace>
  <inkml:trace contextRef="#ctx0" brushRef="#br0" timeOffset="7152">4611 765 11418,'17'0'0,"0"0"0,-5 0 0,0 0 0,-6 0 0,3-2 0,1-2 0,-2-3 0,1-1 0,-1-2 0,2 0 0,0-3 0,1-3 0,1-3 0,-2-2 0,-1-3 0,-1 1 0,0-2 0,-2-4 0,1-4 0,-5-2 0,4 0 0,-4 0 0,-2 0 0,0 0 0,0 0 0,0 0 0,0 0 0,-6 8 0,-1 6 0,-3 7 0,-2 6 0,-5 10 0,-1 4 0,1 6 0,-1 11 0,3 6 0,3 4 0,-3 4 0,5 2 0,-2 2 0,1-3 0,5 7 0,-4 0 0,0 1 0,1 1 0,5-1 0,-2 7 0,4-3 0,2-3 0,0-4 0,0-3 0,2-1 0,4-6 0,6-8 0,3 2 0,2 1 0</inkml:trace>
  <inkml:trace contextRef="#ctx0" brushRef="#br0" timeOffset="7598">4925 835 11418,'0'-17'0,"0"-1"0,-2 8 0,-2 3 0,-4-1 0,-1-2 0,-5 0 0,-1 5 0,-3 3 0,1 2 0,-1 0 0,1 2 0,-1 3 0,1 7 0,-1 4 0,3 1 0,3 1 0,4-1 0,8 1 0,0-7 0,2-1 0,4-2 0,4-3 0,7-7 0,1-1 0,-1-3 0,1-6 0,-1 4 0,1 1 0,-1-3 0,1 2 0,-1-2 0,0 3 0,1-1 0,-3 6 0,-3 6 0,-4 6 0,0-1 0,-6 7 0,3-5 0,-3 5 0,-2 1 0,6-5 0,0 0 0,-2 1 0,6 3 0,-1 1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4:28.54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0 542 11595,'12'-6'0,"-1"-2"0,1-1 0,-2-5 0,5-2 0,-3-1 0,3 0 0,3-1 0,-1-5 0,1-2 0,-1-3 0,1-3 0,-3 0 0,-1 0 0,-5 2 0,-1-2 0,-2 0 0,-6 0 0,0 2 0,0-2 0,-2 6 0,-2 1 0,-4 7 0,-1 5 0,-3 4 0,-5 8 0,-1 0 0,7 14 0,-1 7 0,-2 9 0,-1 6 0,3 5 0,2 0 0,3 7 0,3 9 0,-4-1 0,2 6 0,2 0 0,2 0 0,2 0 0,0 2 0,0-5 0,0-5 0,8-15 0,4-6 0,3-8 0,3-10 0,-1-5 0,9-10 0,1 0 0</inkml:trace>
  <inkml:trace contextRef="#ctx0" brushRef="#br0" timeOffset="598">384 577 11595,'-11'0'0,"-1"0"0,-2 0 0,-1 0 0,3 0 0,1 0 0,5 0 0,-4 2 0,0 4 0,1 5 0,5 5 0,-2 1 0,2 1 0,-2-1 0,4 1 0,-4-1 0,5 1 0,1-1 0,7 0 0,5-1 0,3-4 0,3-5 0,-1-7 0,1 0 0,-1 0 0,1-5 0,-3-3 0,-1-2 0,-2-4 0,-9-1 0,3-2 0,-4-1 0,-2 1 0,0-1 0,-2 1 0,-2-1 0,-1 1 0,-9 1 0,2 3 0,-5 3 0,-6 2 0,3 2 0,-3 6 0,3 0 0,3 0 0</inkml:trace>
  <inkml:trace contextRef="#ctx0" brushRef="#br0" timeOffset="750">576 612 11595,'0'-18'0,"0"7"0,-2 1 0,-3 2 0,-5 6 0,0 6 0,2 6 0,3 1 0,-1 1 0,2 2 0,4 1 0,6 3 0,-2-3 0,7-1 0,3-5 0,1 1 0,3-2 0,1 2 0,3-1 0,1 3 0,-2-2 0,-1-3 0,-3-1 0,-1 2 0,-3 0 0,-3 1 0,-2 1 0,-4 4 0,-4-1 0,-6 1 0,-6-2 0,-3-9 0,-5 3 0,-1-2 0,-2 2 0,-3-4 0,5 4 0,-2-4 0,1-2 0,3 0 0,1 0 0,-7-8 0,-2-2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4:38.91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225 113 11558,'2'-16'0,"2"2"0,2 3 0,0-3 0,0-1 0,-1-3 0,1 3 0,-2 5 0,-4 10 3,-8 10 0,1 11 0,-5 4 0,-2 4-3,-1 8 0,-8 4 1,-1 8-1,3-3 0,2 3 0,-1 1 0,-1 2 1,-3 1-1,3-1 0,8-7 0,3-4 0,2-5 0,4-1 0,4-2 0,6-5 0,6-11 0,3-7 0,3-10 0,-1 0 0,8-8 0,3-2 0</inkml:trace>
  <inkml:trace contextRef="#ctx0" brushRef="#br0" timeOffset="686">86 462 11572,'2'-10'0,"3"4"0,-1-1 0,8 1 0,1 2 0,3 2 0,1 2 0,3 0 0,3 0 0,-3-8 0,5-2 0</inkml:trace>
  <inkml:trace contextRef="#ctx0" brushRef="#br0" timeOffset="1323">452 549 11581,'-2'-10'0,"-1"3"0,-5 1 0,-2-2 0,-4 0 0,-1 1 0,-3 3 0,1 4 0,0 4 0,1 3 0,4 3 0,5 4 0,1 1 0,-2 3 0,0-1 0,1 1 0,3 1 0,2 2 0,2 3 0,0-3 0,0-2 0,0-1 0,0-1 0,0 1 0,2-3 0,3-3 0,7-6 0,4-6 0,1-6 0,1-6 0,-3-3 0,-1-3 0,-3 1 0,1-1 0,0 1 0,-1-1 0,1 1 0,-2 0 0,-3-1 0,-1 1 0,0-1 0,-2 5 0,-2 7 0,-2 8 0,0 15 0,0 1 0,0-1 0,-6 1 0,0-1 0,2 0 0,2 1 0,2-1 0,0 1 0,8-1 0,2 1 0</inkml:trace>
  <inkml:trace contextRef="#ctx0" brushRef="#br0" timeOffset="1512">627 130 11581,'0'-17'0,"0"-1"0,0 1 0,0 9 0,0 8 0,0 10 0,6 7 0,0 6 0,-2 6 0,-3 4 0,1 2 0,2 2 0,2 2 0,-2 2 0,-2-2 0,-2-3 0,0-1 0,0 0 0,0 0 0,0-2 0,0-2 0,-2-4 0,-2 1 0,-2-3 0,2-4 0,2-11 0,4-14 0,2-10 0,4-5 0,0-2 0,1-3 0,-1 1 0,2 0 0,0-2 0,1-1 0,1 3 0,-2 6 0,-1 3 0,1 2 0,2 1 0,-1 1 0,1 2 0,0 6 0,-1 6 0,-1 10 0,-2 5 0,-4 5 0,-2-3 0,-2-2 0,0-1 0,0-1 0,0 1 0,0-1 0,-2 1 0,-2-1 0,-4-1 0,-2-3 0,-3-1 0,-3-1 0,-1-1 0,-7 4 0,1-7 0,2 1 0,1 0 0,3-2 0,-1-4 0,1 4 0,-8-4 0,-2 5 0</inkml:trace>
  <inkml:trace contextRef="#ctx0" brushRef="#br0" timeOffset="1902">1046 514 11601,'0'-9'0,"0"1"0,0 6 0,0-4 0,2 4 0,2-6 0,4 3 0,1-1 0,-3-2 0,6 2 0,1-6 0,1-3 0,0-3 0,-3 1 0,-1 0 0,4-1 0,-5-1 0,-1-3 0,-4-1 0,-2 2 0,-2 1 0,0 1 0,0-2 0,0-3 0,0 3 0,-2 3 0,-4 5 0,-6 3 0,-3 2 0,-3 5 0,1 3 0,0 7 0,1 9 0,2 7 0,3 6 0,-1 6 0,2 4 0,3 0 0,1 0 0,0-1 0,2 3 0,2-2 0,2 0 0,0 0 0,0 1 0,0-3 0,2-6 0,4-8 0,6-3 0,3-3 0,3-1 0,-1-4 0,1-5 0,7-7 0,2 0 0</inkml:trace>
  <inkml:trace contextRef="#ctx0" brushRef="#br0" timeOffset="2315">1343 549 11601,'-8'-10'0,"-1"-5"0,-9 3 0,1-1 0,1-1 0,4 2 0,-3 9 0,3-3 0,-3 4 0,-3 4 0,1 4 0,5 3 0,2 9 0,1-1 0,1 1 0,0-1 0,2 1 0,1-1 0,-1 1 0,2-1 0,2 1 0,2-1 0,2-2 0,4-3 0,5-6 0,5-4 0,1-2 0,1 0 0,-1-2 0,1-2 0,-1-4 0,1-1 0,-1-3 0,-1 0 0,-3 3 0,-3-1 0,0 2 0,-1 0 0,3 6 0,-2 6 0,-4 8 0,-5 4 0,-1 1 0,0 0 0,0 1 0,2-3 0,2-1 0,2-2 0,8-1 0,-5 7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4:43.25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189 525 11516,'-6'-12'0,"-2"2"0,-2 2 0,-3 5 0,-3 1 0,-1 2 0,-1 0 0,1 0 0,-1 0 0,1 0 0,1 2 0,3 1 0,3 5 0,2 2 0,6 2 0,6-3 0,8-1 0,3-2 0,3 0 0,-1-2 0,1-1 0,-1 1 0,1 2 0,-1 2 0,1-4 0,-1 2 0,1-3 0,-7 5 0,1 0 0,1 2 0,1 1 0,0 5 0,-5-3 0,-1-1 0,-4 2 0,-4-1 0,-4 1 0,-4-4 0,-1-1 0,-5-1 0,-1 0 0,-3-2 0,1-1 0,-1 1 0,1-2 0,-1-2 0,1-2 0,-1 0 0,9-8 0,-7-1 0,6-9 0</inkml:trace>
  <inkml:trace contextRef="#ctx0" brushRef="#br0" timeOffset="730">381 1 11579,'0'17'0,"-2"6"0,-2 3 0,-2 3 0,2 8 0,2 5 0,2 13 0,0 1 0,0 2 0,2-2 0,2-7 0,4-4 0,2-3 0,-7-1 0,5-8 0,-2-4 0,0-6 0,0-5 0,1-7 0,-5-3 0,6-8 0</inkml:trace>
  <inkml:trace contextRef="#ctx0" brushRef="#br0" timeOffset="820">328 490 11579,'10'-8'0,"4"4"0,-7-6 0,3 3 0,4 1 0,1 0 0,3 0 0,-1 2 0,1 2 0,-1 2 0,1 0 0,-1 0 0,0 0 0,1 0 0,-1 0 0,1 0 0</inkml:trace>
  <inkml:trace contextRef="#ctx0" brushRef="#br0" timeOffset="821">608 525 11579,'-10'17'0,"2"-5"0,6-3 0,-2 1 0,-1 0 0,-1-4 0,6 5 0,0 3 0,0-4 0,0 1 0,0 3 0,0-5 0,2 1 0,4-2 0,-4 0 0,5-4 0,1 1 0,4-1 0,-3-2 0,3-2 0,2 0 0,1-2 0,3-4 0,-1-5 0,-1-5 0,-3 1 0,-3 1 0,-2 3 0,-1-1 0,-3-6 0,2 1 0,-2 0 0,-2-1 0,-2 1 0,0-1 0,0 1 0,8-1 0,1 1 0</inkml:trace>
  <inkml:trace contextRef="#ctx0" brushRef="#br0" timeOffset="2448">1079 594 11579,'-2'-15'0,"-2"1"0,-1 3 0,-3 5 0,4-6 0,-2-1 0,-7 3 0,1-2 0,-4 8 0,-1-1 0,0 3 0,-1 9 0,1 3 0,1 2 0,4-1 0,-1 3 0,7 7 0,0 3 0,-2-3 0,6-2 0,-3-1 0,3-1 0,4 1 0,3-1 0,5-7 0,8-4 0,-1-4 0,1-2 0,1-6 0,2-2 0,3-4 0,-3-7 0,-2 2 0,-1-9 0,-1 3 0,1-2 0,-1 0 0,-1-3 0,-3 1 0,-3-4 0,0-2 0,-2-4 0,-1-1 0,-3-5 0,-4 0 0,-4-1 0,-3 1 0,-3 0 0,-2 4 0,1 4 0,-1 6 0,-2 6 0,-1 11 0,-3 5 0</inkml:trace>
  <inkml:trace contextRef="#ctx0" brushRef="#br0" timeOffset="2539">1271 594 11533,'18'0'0,"-1"-2"0,1-1 0,-3-5 0,-1 0 0,-4-2 0,-1 3 0,-1-3 0,2 2 0,-2-2 0,-1 1 0,-5-3 0,-6 2 0,-5 3 0,-9 9 0,1 3 0,-1 7 0,1-2 0,-1 1 0,1 3 0,-1 2 0,7 1 0,-1 0 0,0 1 0,1-3 0,1-1 0,2-2 0,4 1 0,3 3 0,2-1 0,5-3 0,6-4 0,3-3 0,3 1 0,-1-2 0,3-2 0,1-2 0,2 0 0,-1 0 0,-1 0 0,0 0 0,3 0 0,-3 0 0,-1 0 0,-3 0 0,0 0 0,-3 0 0,-8 0 0,-2 0 0,-16 0 0,0-2 0,3-4 0,-5 2 0,6-5 0,1-1 0,-1 0 0,2-1 0,6-7 0,0 1 0,0-1 0,0 1 0,2-1 0,4 1 0,5 0 0,5-1 0,1 1 0,3 1 0,1 2 0,2 5 0,-1-1 0,-3 0 0,-1 6 0,-1-1 0,1 3 0,-1 2 0,-5 0 0,-1 2 0,1 3 0,-2 7 0,-1 4 0,-5 1 0,2 1 0,-2 1 0,-2 2 0,-2 3 0,0-3 0,0-2 0,0-1 0,0-1 0,0 1 0,2-3 0,4-3 0,-4-4 0,5-8 0</inkml:trace>
  <inkml:trace contextRef="#ctx0" brushRef="#br0" timeOffset="2540">1953 71 11562,'0'17'0,"0"0"0,0 3 0,0 3 0,0 10 0,0 10 0,0 1 0,0 5 0,0-1 0,0 1 0,0-2 0,0-1 0,1-1 0,3-5 0,2-3 0,-2-4 0,0-4 0,0-5 0,2-5 0,-2-1 0,5-9 0,1-1 0</inkml:trace>
  <inkml:trace contextRef="#ctx0" brushRef="#br0" timeOffset="2541">1918 437 11562,'7'-9'0,"-3"-5"0,8 8 0,1 2 0,3 2 0,1 0 0,3-1 0,3-3 0,2 0 0,6 6 0,-1 0 0,1 0 0,-6 0 0,8 8 0,-6 1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5:12.21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13 445 13221,'-7'-6'0,"1"5"0,8-5 0,2 6 0,3 0 0,6 0 0,0 0 0,0 0 0,2 0 0,1 1 0,3 2 0,1 2 0,-2-1 0,2-4 0,0 0 0,1 0 0,-4 0 0,5 0 0,0 0 0,-2 0 0,-1 0 0,-6 0 0,0 0 0,0 0 0,6 6 0,2 1 0</inkml:trace>
  <inkml:trace contextRef="#ctx0" brushRef="#br0" timeOffset="1122">301 380 13204,'-6'7'0,"5"0"-1,-3-2 0,4 2-5,4 6 1,-1-1 0,4-2 0,0-3 0,1-1 0,-4 3 1,3-4-1,1 1 1,-1 0 1,-4 0 0,3-3 1,-1 1 1,-2 0 0,5-2 1,-3 2 0,0-2 0,-5 2 0,0-8 0,-2-2 0,-1-4 0,-1 1 0,-5 0 0,3-4 0,-1 0 0,3 4 0,-3 1 0,1-3 0,-3 4 0,3-2 0,-1-1 0,3 3 0,-5-2 0,6 6 0,-3-8 0,8 9 0,2-2 0,-1 2 0,6 2 0,1 0 0,1 0 0,4 0 0,1 0 0,1 0 0,-1 0 0,3 5 0,-1 1 0,-2-1 0,-2 1 0,1 3 0,-1-3 0,1 0 0,-3-1 0,-4 1 0,2-3 0,-2 3 0,-2 1 0,-2-2 0,-4 3 0,0-3 0,-2 2 0,-2-1 0,-5-3 0,-2 3 0,-2-2 0,0 0 0,-1 2 0,1-4 0,0 2 0,0-3 0,-6 5 0,-1 1 0</inkml:trace>
  <inkml:trace contextRef="#ctx0" brushRef="#br0" timeOffset="1483">1191 183 13081,'-13'-11'0,"0"0"0,0 4 0,0 1 0,0 4 0,-2 0 0,-1 2 0,-3 0 0,-1 0 0,4 2 0,-3 0 0,2 4 0,-1 1 0,1-2 0,4 4 0,1 1 0,2 0 0,3 0 0,1-1 0,3 1 0,1 2 0,2 1 0,2-2 0,2 0 0,6-3 0,5 2 0,4 2 0,1 0 0,3-2 0,1-1 0,-1 1 0,-1 1 0,1 3 0,2-3 0,0-1 0,-4-1 0,-2 0 0,-1 0 0,-2-1 0,-3 1 0,-4 0 0,-5-1 0,-6 1 0,-5 0 0,-6-2 0,-3-1 0,-1-3 0,-7-2 0,4 1 0,-2 1 0,0 1 0,1 0 0,-4-4 0,2 0 0,1 0 0,6 0 0,-2 0 0,4 0 0,1 0 0,0 0 0</inkml:trace>
  <inkml:trace contextRef="#ctx0" brushRef="#br0" timeOffset="1974">1322 406 13189,'-6'-7'-4,"6"2"0,2 4 1,7 1-1,1 0 1,1-2-1,2-1 0,1-1 1,-1 0-1,0-2 1,-2-3-1,-3-1 0,-8 1 1,-8 5-1,-3 2 1,-4 2-1,-1 2 0,-1 1 1,1 3-1,1 1 1,2 3-1,0 2 0,0 1 1,1 0-1,2 0 1,3 0-1,1 0 0,3 0 1,2 0-1,2 0 3,3 0 0,10-5 0,6-4 0,3-1 0,2 0 0,4 1 1,3-1 0,3-7 0,4-3 0</inkml:trace>
  <inkml:trace contextRef="#ctx0" brushRef="#br0" timeOffset="2387">1610 314 13078,'-7'6'0,"1"-5"0,8 5 0,0-7 0,3-4 0,3 3 0,-2-6 0,0 1 0,0 0 0,4-2 0,-1-4 0,1 0 0,-1 0 0,2-5 0,-3-1 0,0 0 0,1 1 0,-6-6 0,1 4 0,-2-2 0,-2 0 0,0 5 0,0-3 0,0 1 0,0 3 0,-6 7 0,-3 5 0,-2 2 0,2 4 0,0 2 0,-1 6 0,-2 6 0,1 0 0,1 7 0,2 4 0,2 2 0,-2 3 0,3-3 0,3 3 0,0 1 0,2-2 0,0 2 0,2-1 0,2-3 0,0-6 0,8-2 0,2-1 0,1 1 0,-1-10 0,0 2 0,4-3 0,3 4 0</inkml:trace>
  <inkml:trace contextRef="#ctx0" brushRef="#br0" timeOffset="2770">1780 367 13078,'-13'0'0,"4"0"0,1 0 0,5 0 0,-2 0 0,10 0 0,4 0 0,2 0 0,2 0 0,0 0 0,0 0 0,1-2 0,-1-1 0,0-1 0,-5-1 0,1 4 0,1-3 0,-4-4 0,-1-3 0,-10 2 0,-2 3 0,-6 6 0,0 0 0,0 5 0,0 0 0,-1 3 0,1 2 0,0 1 0,2 3 0,0-1 0,3 0 0,5 0 0,-2 0 0,4 0 0,1 0 0,1-1 0,4-2 0,4-1 0,7-5 0,2 3 0,1-1 0,0-3 0,3-2 0,-4-1 0,11 0 0,-2 0 0</inkml:trace>
  <inkml:trace contextRef="#ctx0" brushRef="#br0" timeOffset="3050">2121 327 13078,'-6'-7'0,"4"-5"0,-2 4 0,-2 0 0,0 1 0,-1 1 0,3 2 0,-5 4 0,-1 0 0,-2 6 0,-1 2 0,0 4 0,0 6 0,1-1 0,2 0 0,1 2 0,5-4 0,-3 2 0,1-2 0,3-2 0,2 0 0,1 0 0,1-1 0,3-3 0,4-2 0,6-4 0,4 1 0,3-1 0,6-2 0,3-1 0,-2-5 0,4-3 0</inkml:trace>
  <inkml:trace contextRef="#ctx0" brushRef="#br0" timeOffset="3317">2330 314 13078,'-12'-1'0,"4"-4"0,-4 4 0,3-3 0,-2 2 0,-2 2 0,0 0 0,-1 0 0,1 2 0,0 0 0,0 3 0,2 5 0,0-1 0,4 2-5,1 2 1,-2 1 0,3-1-1,2 0 0,2 0 0,1 0 0,0 0 1,0 0 1,6-1 0,2-2-1,5-3 1,5-1 1,1 3 0,4-5 0,-1-1-1,1-2 0,2-1 3,1 0 0,0 0 0,0 0 0</inkml:trace>
  <inkml:trace contextRef="#ctx0" brushRef="#br0" timeOffset="3533">2500 275 13014,'-13'0'0,"4"0"0,1 0 0,3 6 0,-2 2 0,1 4 0,2 1 0,4 2 0,0 1 0,0 1 0,4 1 0,2-5 0,1 0 0,3 0 0,2 0 0,1-1 0,0-2 0,0-1 0,0-7 0,-1 4 0,-2-1 0,-1-1 0,0 0 0,4-4 0,0 0 0</inkml:trace>
  <inkml:trace contextRef="#ctx0" brushRef="#br0" timeOffset="3665">2474 144 13014,'-13'0'0,"4"0"0,0 0 0,-1 0 0,4 0 0,6 6 0,8 1 0</inkml:trace>
  <inkml:trace contextRef="#ctx0" brushRef="#br0" timeOffset="4299">2827 367 13014,'-7'0'0,"0"-5"0,3 1 0,2-6 0,-2 1 0,-2 2 0,0-1 0,0 1 0,0 0 0,-4 4 0,2-1 0,-4 2 0,-1 2 0,0 0 0,0 0 0,0 2 0,-1 2 0,1 3 0,0 6 0,2 0 0,2 0 0,-1 1 0,5-1 0,2 0 0,3-2 0,5 0 0,4-4 0,2-1 0,4-2 0,2-3 0,4 2 0,-1 2 0,3-1 0,-4-4 0,0 0 0,0 0 0,-2 0 0,-4 0 0,1 0 0,-1 0 0,-5-4 0,1-1 0,1 2 0,-2 2 0,-1 0 0,-1-4 0,-1 4 0,0-4 0,-4 4 0,7 1 0,-6 1 0,3 4 0,5-4 0,-1 4 0,-3-3 0,-1 1 0,1 2 0,-4-1 0,3-5 0,-5-4 0,0-3 0,0 0 0,0 0 0,0-3 0,0 0 0,0-2 0,0 0 0,0-1 0,0 1 0,0 0 0,0 0 0,2 4 0,2 2 0,5 1 0,-2 2 0,2 4 0,0 6 0,2 3 0,0 1 0,-3-2 0,1 4 0,3-3 0,-2 2 0,-1 3 0,-1-6 0,4 1 0,-2 1 0,-1 2 0,-5-3 0,5-1 0,0 1 0,4 4 0</inkml:trace>
  <inkml:trace contextRef="#ctx0" brushRef="#br0" timeOffset="5022">3403 327 12993,'0'-13'0,"-4"0"0,-2 0 0,-1 0 0,3 4 0,-5 2 0,-1 1 0,-2 3 0,2 0 0,-2 0 0,-2-1 0,-1 1 0,1 3 0,0 3 0,1 3 0,0 1 0,0 5 0,0 2 0,0 4 0,0-2 0,1 0 0,2 0 0,3 1 0,1-1 0,3-1 0,3-4 0,5-2 0,-1 1 0,8-5 0,2-2 0,1-2 0,4-1 0,-1 0 0,1 0 0,2 0 0,-2-1 0,-1-2 0,0-3 0,-1-1 0,1-2 0,-2 0 0,-2 2 0,-1 0 0,1-1 0,-6 5 0,1-1 0,-6 3 0,3 6 0,-5 4 0,4 3 0,3-1 0,4-2 0,1 3 0,0-5 0</inkml:trace>
  <inkml:trace contextRef="#ctx0" brushRef="#br0" timeOffset="6051">3469 288 12784,'0'13'0,"0"0"0,0 0 0,0 0 0,0 0 0,1-1 0,4-3 0,-2 1 0,5-4 0,2 1 0,2-4 0,1 1 0,0-2 0,0-2 0,0 0 0,1 0 0,-1-2 0,0-2 0,0-3 0,0-6 0,-1 0 0,-2-1 0,-2 3 0,1 1 0,0 1 0,-2-1 0,0-2 0,-1-1 0,0 0 0,-2 6 0,-4 7 0,-1 7 0,-2 2 0,-1-1 0,-1-3 0,5 3 0,0 3 0,2-1 0,1 0 0,3-3 0,1-1 0,3-3 0,2-2 0,1-1 0,-2-1 0,-2-3 0,3 1 0,-4-5 0,4 1 0,1 0 0,-4 0 0,0-4 0,1 3 0,0-1 0,-1-4 0,-2 6 0,-4 4 0,1 6 0,-1 5 0,-1 4 0,-2 1 0,0 0 0,0 0 0,0 0 0,1 0 0,3 1 0,5-3 0,3-1 0,1-1 0,0 1 0,6 2 0,1 1 0</inkml:trace>
  <inkml:trace contextRef="#ctx0" brushRef="#br0" timeOffset="6520">4254 327 12784,'-1'-11'0,"-2"0"0,-3 3 0,0-2 0,0-2 0,2 0 0,0 2 0,-2 3 0,0 0 0,-1-1 0,-1 0 0,-2-1 0,-1 2 0,-4 1 0,-1 3 0,-3 1 0,-1 2 0,-2 0 0,0 2 0,2 4 0,1 5 0,2 7 0,-1 2 0,1 2 0,2 0 0,3-2 0,5 0 0,1-1 0,3 0 0,2-3 0,2-1 0,5-4 0,7-2 0,8-3 0,3-2 0,3 1 0,0-1 0,2-4 0,2-1 0,-1-4 0,1-2 0,-1-2 0,-2 1 0,-5-3 0,-5 1 0,-4 0 0,-1 1 0,-1-1 0,-3-2 0,-5-1 0,-4 2 0,-4 1 0,-6 1 0,-5 0 0,-2 2 0,-7-5 0,4 5 0</inkml:trace>
  <inkml:trace contextRef="#ctx0" brushRef="#br0" timeOffset="6649">4503 275 12784,'4'-13'0,"2"0"0,0 0 0,0 0 0,-3-1 0,-3 3 0,-5 2 0,2 3 0,-5 6 0,-3 0 0,0 0 0,-4 0 0,-1 0 0,-1 2 0,1 2 0,1 3 0,2 2 0,0 0 0,0 0 0,1-1 0,4 1 0,3 1 0,4 2 0,2-1 0,4 0 0,3-4 0,4-1 0,5 0 0,2-4 0,2 4 0,2 0 0,2 1 0,1 1 0,-4-5 0,-2 2 0,-1 0 0,-3 1 0,-1-1 0,-4 3 0,-2-1 0,-6 2 0,-6-1 0,-7 0 0,-6-3 0,-6-2 0,-3 0 0,-1 2 0,0-4 0,0 3 0,1-2 0,3-2 0,-3 4 0,4 1 0,-4-1 0,-1-4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5:22.40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39 39 11518,'0'13'0,"0"-4"0,0 0 0,0-5 0,0 5 0,0 1 0,0 2 0,0 1 0,0 1 0,0 2 0,0 3 0,0 2 0,0 2 0,0 2 0,0 1 0,-1 0 0,-2-1 0,-1-2 0,1-3 0,0-1 0,0-3 0,-1-1 0,1-2 0,0-1 0,-2-4 0,4-3 0,-3-10 0,2-3 0,2-4 0,0-1 0,0 0 0,0 0 0,0-2 0,2-1 0,0-1 0,3 1 0,-1 0 0,1 0 0,0-2 0,3 2 0,2 2 0,1 2 0,3 3 0,-1 5 0,0 2 0,0 4 0,0 2 0,0 5 0,0 3 0,0 5 0,-1 2 0,-2 0 0,-1 0 0,-2 0 0,2-3 0,-5 1 0,-2 1 0,-2-1 0,0 1 0,0-2 0,-2-2 0,-2-1 0,-5-1 0,-3-3 0,-1-4 0,0 0 0,0-1 0,0-1 0,0-2 0,0-1 0,0 0 0,0 0 0,4-1 0,0-3 0,0 2 0,-4-4 0</inkml:trace>
  <inkml:trace contextRef="#ctx0" brushRef="#br0" timeOffset="206">393 353 11391,'-13'-11'0,"0"1"4,0 1 1,-1 6 0,1-1-1,0 2 0,0 2 1,2 2-1,0 2-3,3 5 1,-1 2 0,-3 2 0,4 2-2,3 2 0,-1-2 0,2 2 0,1-2 0,2-2 0,2 0 0,3-1 0,4-2 0,0-3 0,1-1 0,1-3 0,2-2 0,3-1 0,1 0 0,1 0 0,-1-1 0,-1-2 0,-4-3 0,-1 0 0,-2-1 0,-1 1 0,0 1 0,2 0 0,-2-1 0,-1-1 0,-3 0 0,-3 2 0,-4 5 0,-2 5 0,0 4 0,2 2 0,-1 2 0,4-1 0,2-2 0,5-3 0,1-1 0,2 4 0,4-2 0</inkml:trace>
  <inkml:trace contextRef="#ctx0" brushRef="#br0" timeOffset="597">655 288 11429,'-5'-9'0,"-1"2"0,-1 0 0,-3 1 0,-2 0 0,-1 3 0,0 2 0,4 2 0,1 4 0,5 2 0,-2 6 0,4 0 0,2 0 0,4 0 0,2 0 0,2 0 0,-1 0 0,3 1 0,0-1 0,2-2 0,0-1 0,-1-1 0,-2 1 0,-1 2 0,1 1 0,-3 0 0,1 0 0,-2 0 0,-2-4 0,-6-2 0,0 1 0,-3-1 0,-5-4 0,0 1 0,-5-2 0,-2-2 0,-1 0 0,4 0 0,-2 0 0,-2 0 0,1 0 0,4-2 0,0-1 0,0-1 0,0-6 0,0 2 0</inkml:trace>
  <inkml:trace contextRef="#ctx0" brushRef="#br0" timeOffset="1047">864 353 11386,'13'0'0,"-4"0"0,0 0 0,1 0 0,1 0 0,2 0 0,1 0 0,-1 0 0,0-1 0,0-3 1,-2-5-1,-2-3 0,-4-1 0,-5 0 0,-5 1 0,-5 4 0,-5 3 0,-3 4 0,-1 1 1,-2 1-1,2 4 0,-1 3 0,1 4 0,-1 1 0,1 2 0,0 1 0,4 3 0,4 0 1,3-1-1,3 0 0,2-1 0,3 1 0,4-4 0,6-2 0,6-3 0,6 1 0,4-4 1,3-2-1,3-2 0,2-2 0,1 0 0,4 0 0,0 0 0</inkml:trace>
  <inkml:trace contextRef="#ctx0" brushRef="#br0" timeOffset="2151">1662 340 11372,'0'-8'0,"0"-1"0,-5 6 0,-4-1 0,-3 2 0,-1 4 0,0 1 0,0 1 0,0 6 0,-2-3 0,-1 2 0,-1 0 0,-1 0 0,5 4 0,0 0 0,0 0 0,4 0 0,2 0 0,0-1 0,0-4 0,4 4 0,0-5 0,6 1 0,4-3 0,8-5 0,1 0 0,1 0 0,2 0 0,-3-1 0,3-2 0,1-1 0,-4-7 0,2 3 0,-4-4 0,-1-1 0,0 0 0,0 0 0,1 0 0,-1 0 0,-5-5 0,0-1 0,-1-1 0,0-3 0,-4-2 0,1 0 0,-2 2 0,-2 1 0,0-3 0,0-2 0,-2 2 0,-2 0 0,1 5 0,-6 0 0,-1 1 0,-1-5 0,-2 4 0</inkml:trace>
  <inkml:trace contextRef="#ctx0" brushRef="#br0" timeOffset="2730">1820 340 11386,'13'0'1,"-5"0"1,1 0-2,1 0 0,-2 0 0,0 0 0,2 0 0,1-1 0,-1-2 0,-1-1 0,-7-2 0,3 1 0,-4-2 0,-7 0 0,-2 3 0,-4 2 0,-1 2 0,-4 0 0,-1 0 0,2 2 0,2 2 0,-4 2 0,1 4 0,1-1 0,1 1 0,6 3 0,2 3 0,0 1 0,0-1 0,4-1 0,-2-2 0,7 0 0,5 0 0,6 0 0,3-1 0,3-3 0,4-4 0,5 0 0,2-1 0,1-1 0,0-1 0,-1-2 0,6 0 0,-2 0 0</inkml:trace>
  <inkml:trace contextRef="#ctx0" brushRef="#br0" timeOffset="3721">2461 367 11373,'-2'-14'0,"-2"3"0,-5 2 0,-2 5 0,-2 2 0,0 2 0,-1 0 0,1 0 0,2 2 0,1 1 0,1 2 0,-1 3 0,-1 2 0,1 0 0,3 0 0,1-1 0,3 1 0,2 2 0,1 1 0,0 0 0,1 0 0,4-1 1,3-4 1,4-2 0,1-6 0,2 0-2,2 0 0,-1-1 0,4-4 0,-1-3 0,-3-4 0,3-1 0,-1-2 0,-2-1 0,-2-1 0,-1-6 0,-1 2 0,-2 0 0,-1-1 0,-6-2 0,1-5 0,-2-3 0,-2-1 0,0 4 0,-2-2 0,-2 5 0,-5 4 0,-3-2 0,-1 3 0</inkml:trace>
  <inkml:trace contextRef="#ctx0" brushRef="#br0" timeOffset="3963">2801 406 11355,'0'-13'0,"0"0"0,0 0 0,0-1 0,0 1 0,-1 2 0,-2 1 0,-3 2 0,-1 1 0,-3 1 0,-3 0 0,-3 3 0,-3 3 0,0 5 0,-2 4 0,2 2 0,-1 4 0,1 2 10,0 5 1,2-2-11,4 2 0,0-6 0,1 2 0,3-4 0,5-1 0,4-1 0,4-3 0,5-5 0,3-3 0,1-1 0,0 0 0,1-1 0,2-3 0,2-5 0,-2-1 0,-2 0 0,1 1 0,-1-1 0,1-1 0,-3 1 0,-1 2 0,-1 3 0,1-2 0,-4 0 0,-1-1 0,4 5 0,-9-1 0,4 8 0,-4 5 0,-2 1 0,-2 1 0,-2-3 0,3 2 0,0 2 0,2 1 0,2-1 0,0-2 0,3-1 0,11-6 0,-2 2 0</inkml:trace>
  <inkml:trace contextRef="#ctx0" brushRef="#br0" timeOffset="7230">2958 13 11359,'8'6'0,"-3"-3"0,-5 6 0,0 1 0,0 1 0,0 4 0,-1 2 0,-3 5 0,2 4 0,-2 3 0,2 3 0,2 2 0,0-5 0,0 3 0,0-1 0,0-1 0,0-1 0,0-7 0,2-5 0,2-2 0,-1-3 0,6-2 0,1-1 0,-4-1 0,0 5 0</inkml:trace>
  <inkml:trace contextRef="#ctx0" brushRef="#br0" timeOffset="7833">2971 196 11359,'6'8'0,"3"-4"0,3-3 0,2-1 0,2 0 0,2 0 0,5 0 0,-3 0 0</inkml:trace>
  <inkml:trace contextRef="#ctx0" brushRef="#br0" timeOffset="7939">3246 275 11359,'-13'0'0,"0"0"0,0 0 0,0 0 0,0 0 0,0 0 0,0 1 0,0 2 0,-1 3 0,1 1 0,2 4 0,1 0 0,1 2 0,6 0 0,-1 0 0,2 1 0,8-1 0,3-2 0,2-2 0,4 1 0,1-5 0,1-3 0,-1 0 0,-1-2 0,-2 0 0,0-2 0,0 0 0,0-4 0,0-2 0,-1-2 0,-2-1 0,-3-2 0,-1-1 0,-3 1 0,-1 0 0,-2 0 0,0 0 0,0 0 0,-6 0 0,-2 0 0</inkml:trace>
  <inkml:trace contextRef="#ctx0" brushRef="#br0" timeOffset="8464">3587 183 11340,'-2'-11'0,"-2"2"0,-3 3 0,-7 6 0,1 0 0,0 0 1,0 0-1,0 0 0,0 2 0,0 2 0,0 5 0,1 2 0,3 2 0,5 0 0,3 1 0,1-1 0,0 0 0,1-5 0,3 1 0,5 0 0,3-2 0,2 3 0,2-4 0,2 0 0,-2 0 0,-2 3 0,-1-4 0,1 1 0,-1 0 0,-2 4 0,-2-1 0,-5 1 0,-8-1 0,-5 1 0,-7-6 0,-3-1 0,-1-1 0,3-2 0,-5 0 0,0 0 0,2 0 0,-4 0 0,7 0 0,-6-6 0,2-1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6:26.98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4049 1308 12717,'-5'0'0,"5"0"0,7 0 0,2 0 0,4 0 0,3 0 0,6 0 0,1 0 0,6 0 0,2 0 0,1 0 0,-3-4 0,1 0 0,-1 2 0,-1 1 0,4 1 0,-9 0 0,4 0 0</inkml:trace>
  <inkml:trace contextRef="#ctx0" brushRef="#br0" timeOffset="646">4413 1197 12717,'7'0'0,"2"0"0,-6 0 0,3 2 0,-1 1 0,-2 3 0,-1 6 0,0-1 0,2 0 0,0 3 0,-3 1 0,1-2 0,2 0 0,0-2 0,-3 0 0,1 0 0,2 0 0,1-1 0,-3-2 0,2 0 0,1-6 0,-1 2 0,-3-4 0,2-4 0,-1-2 0,-2-5 0,0 0 0,0 0 0,0 0 0,0-1 0,-2-2 0,-1-1 0,0 1 0,-3 1 0,0 0 0,0-2 0,2 0 0,-2 4 0,0 0 0,0 0 0,3 0 0,-2 0 0,1 0 0,2 4 0,-1 0 0,1 4 0,4-2 0,1 6 0,5 3 0,2 2 0,1 5 0,0 0 0,1-1 0,1-1 0,2-2 0,-1 2 0,-2 0 0,-1 2 0,0-1 0,0-2 0,-1 1 0,-2-1 0,-2 2 0,-1 1 0,3 0 0,-5 0 0,0 0 0,-2 0 0,-2 0 0,-3 0 0,-2 0 0,-5 0 0,0 0 0,0-5 0,0-2 0,0-3 0,0 3 0,0-1 0,0 1 0,0-4 0</inkml:trace>
  <inkml:trace contextRef="#ctx0" brushRef="#br0" timeOffset="1761">5131 1087 12679,'0'-21'0,"0"3"0,0-2 0,0 6 0,0 0 0,0 2 0,0 4 0,0 1 0,0 6 0,0 2 0,0 8 0,0 5 0,0 4 0,0 2 0,0 4 0,1 3 0,1 1 0,2 3 0,-2-1 0,1 1 0,-1-3 0,2-1 0,-2-3 0,1 1 0,-1-2 0,2 1 0,-2-4 0,0-5 0,-2 0 0,0-9 0,0-6 0,0-6 0,0-4 0,0-2 0,0-2 0,-2-2 0,0-1 0,-2-2 0,1-2 0,-1-3 0,0 0 0,1-3 0,-1-1 0,0-3 0,-3-4 0,3-3 0,2 0 0,0 0 0,2 1 0,0 5 0,0 2 0,0 5 0,5 3 0,3 5 0,2 5 0,4 6 0,1 6 0,-2 2 0,0 1 0,1 5 0,2 5 0,0 3 0,0 1 0,0-2 0,-2 3 0,0 1 0,0-2 0,-3 4 0,-3-4 0,0 1 0,0 1 0,-3-2 0,-1 2 0,-3-1 0,-1-2 0,0-1 0,0-1 0,-1 1 0,-3-2 0,-2-2 0,-5-2 0,0-3 0,0-1 0,-4 2 0,1-2 0,0 1 0,-3 2 0,0 3 0</inkml:trace>
  <inkml:trace contextRef="#ctx0" brushRef="#br0" timeOffset="1829">5484 1319 12738,'-5'-11'0,"-1"0"0,-1 0 0,-2 1 0,2 1 0,0 2 0,0-2 0,-1 4 0,-3 2 0,0 2 0,0 1 0,0 0 0,0 1 0,0 2 0,0 5 0,0 2 0,1 2 0,2 1 0,2 3 0,1 0 0,2 0 0,2-2 0,1-2 0,0-1 0,1-1 0,3-2 0,3-2 0,3-1 0,1-2 0,0-2 0,0-1 0,0-1 0,2-2 0,0-2 0,0-1 0,-1-1 0,-4 0 0,1-1 0,0 1 0,1 0 0,-1 0 0,-3 1 0,0 1 0,0 1 0,3 1 0,-4 2 0,3 2 0,-4 3 0,-2 3 0,0-1 0,-1 2 0,3 0 0,-3-3 0,9 5 0,-4-4 0</inkml:trace>
  <inkml:trace contextRef="#ctx0" brushRef="#br0" timeOffset="3138">5616 1197 12738,'-6'2'0,"2"1"0,3 0 0,1 4 0,0 2 0,0 1 0,0 1 0,1 1 0,3 3 0,3 3 0,-1-1 0,2 0 0,1-1 0,5-2 0,-5-2 0,2-1 0,-2-1 0,1-3 0,-2 2 0,-1-6 0,2 0 0,-5-2 0,-2-6 0,-7-2 0,0-3 0,0-1 0,-2-1 0,3-2 0,1-2 0,1-1 0,0-1 0,-2-1 0,1 1 0,2 0 0,2 0 0,3 2 0,3 3 0,3 1 0,1 2 0,0 1 0,2 3 0,0 3 0,2 1 0,4 7 0,-1 1 0</inkml:trace>
  <inkml:trace contextRef="#ctx0" brushRef="#br0" timeOffset="3416">5969 1308 12738,'-7'-11'0,"-1"0"0,0 0 0,-2 0 0,0 0 0,2 0 0,0 1 0,0 2 0,-3 0 0,-3 4 0,-1 2 0,2 0 0,-3 9 0,1 2 0,2 6 0,1 1 0,2 1 0,1-1 0,3 1 0,1-1 0,1 0 0,1-2 0,-1-2 0,3-1 0,3-1 0,6-3 0,1-2 0,2 0 0,4-4 0,1 3 0,0-4 0,0-4 0,4 2 0,-3-6 0,0 0 0,-2-2 0,-3 3 0,-1-1 0,0 0 0,0-1 0,-1 1 0,-2 0 0,-1 2 0,-3 4 0,-1 5 0,-3 6 0,-3 2 0,0 0 0,0 0 0,2-4 0,2 1 0,3-1 0,3-1 0,-1 3 0,2-6 0,0 1 0,2 1 0,6-4 0,1 4 0</inkml:trace>
  <inkml:trace contextRef="#ctx0" brushRef="#br0" timeOffset="3417">6112 1208 12738,'-11'0'0,"4"0"0,1 2 0,1 1 0,1 4 0,1 1 0,-1 2 0,2 2 0,0 0 0,2 1 0,0-2 0,0 0 0,2 0 0,1 0 0,5-1 0,1-3 0,2 2 0,0-6 0,1 0 0,-1-2 0,3-1 0,1 0 0,-2 0 0,0 0 0,-2 0 0,0-1 0,0-3 0,-1-3 0,-2-3 0,0-1 0,-1 0 0,-1 0 0,-1 0 0,-1 0 0,-1 0 0,0 0 0,-3 2 0,-4 5 0,3 6 0,-4 9 0,1 0 0,1 0 0,-1 0 0,4 0 0,0 0 0,1 0 0,3-1 0,3-3 0,3-3 0,1-3 0,1-1 0,2 0 0,0-1 0,1-3 0,0-3 0,0-3 0,-1-1 0,-3 0 0,0 0 0,0 0 0,-1 0 0,-1 0 0,-3-2 0,-1-1 0,-2 1 0,-3-1 0,0 1 0,0 9 0,0 4 0,0 6 0,0 3 0,-3 6 0,-1 0 0,2 0 0,0 1 0,2-3 0,2 4 0,1-1 0,3-2 0,2-2 0,-1-1 0,3 0 0,4 0 0,-2 0 0,4 0 0</inkml:trace>
  <inkml:trace contextRef="#ctx0" brushRef="#br0" timeOffset="3663">6741 1286 12645,'0'-11'0,"0"0"0,0 3 0,0 1 0,0-2 0,-1 3 0,-3-1 0,-3-2 0,-3 4 0,-1 2 0,-1 1 0,-3 2 0,3 0 0,-4 0 0,1 2 0,1 1 0,-1 4 0,4 4 0,0 1 0,0 3 0,4-3 0,0 4 0,2-2 0,3 1 0,1 0 0,2-4 0,3-1 0,3-3 0,4 2 0,4-6 0,2 1 0,0 1 0,4-4 0,-3 2 0,2-5 0,-2-1 0,2-6 0,-5 3 0,-2-1 0,-1-1 0,-4 1 0,-2-4 0,-1 0 0,-3 0 0,-2 0 0,-3 0 0,-8 5 0,-7 1 0</inkml:trace>
  <inkml:trace contextRef="#ctx0" brushRef="#br0" timeOffset="4112">6951 1242 12645,'0'-11'0,"0"3"0,-1 2 0,-3 1 0,2-2 0,-6 3 0,0 2 0,-2 0 0,-1 2 0,0 0 0,0 0 0,0 0 0,0 0 0,0 2 0,1 1 0,1 3 0,3 2 0,1-1 0,4 1 0,3-1 0,7-1 0,3 0 0,4-1 0,1 1 0,3-1 0,1 1 0,1 0 0,-1 2 0,-2-1 0,0 0 0,0 1 0,1-1 0,-2 0 0,-4 2 0,-4 0 0,-4-1 0,-1 0 0,-4 0 0,-3 1 0,-7-1 0,-3 0 0,-4-1 0,-1-1 0,-2 0 0,-3-3 0,1 0 0,3 0 0,-3-2 0,4-1 0,0-1 0,2-3 0,3-2 0,1-5 0</inkml:trace>
  <inkml:trace contextRef="#ctx0" brushRef="#br0" timeOffset="5271">7536 1220 12606,'0'-8'0,"0"1"0,0-2 0,-1 4 0,-3 2 0,3 3 0,-3 3 0,3 6 0,1 4 0,0 1 0,0 4 0,0 1 0,0-2 0,0 4 0,0-4 0,0 0 0,0-2 0,0-3 0,1-1 0,3 0 0,2-1 0,5-3 0,0-3 0,0-3 0,0-1 0,0-1 0,0-3 0,0-3 0,1-3 0,2-1 0,0-1 0,0-3 0,-2 2 0,-2-5 0,-1 2 0,-2 3 0,-3 1 0,2 1 0,-1 0 0,-2 4 0,-3 4 0,-1 5 0,-3 2 0,3 5 0,-3-2 0,3 3 0,1-3 0,1-1 0,3-1 0,2-1 0,5-4 0,0 0 0,0 0 0,0 0 0,0 0 0,1-1 0,-1-3 0,0-2 0,0 0 0,-4-4 0,0 2 0,2-1 0,-3-2 0,0 0 0,-1 0 0,-2-1 0,-1 3 0,0 0 0,2 2 0,0 6 0,-4 1 0,-4 4 0,0 7 0,1 2 0,-2 1 0,4-1 0,-3 1 0,3-1 0,1-2 0,0 1 0,1 0 0,1 0 0,2-2 0,5-1 0,-2 1 0,3-3 0,6 3 0,1-4 0</inkml:trace>
  <inkml:trace contextRef="#ctx0" brushRef="#br0" timeOffset="5678">8043 1231 12606,'-10'1'0,"2"1"0,1 3 0,-1 1 0,2 3 0,2 1 0,3 1 0,1 0 0,0 0 0,0 0 0,0 0 0,5 0 0,2 0 0,3-1 0,1-2 0,1-2 0,2-1 0,1-2 0,-1-2 0,-3-1 0,0 0 0,2 0 0,0 0 0,2-1 0,-2-3 0,0-3 0,-4-3 0,0-1 0,-2 0 0,1 0 0,-2 0 0,-2 0 0,-3-2 0,-1-1 0,0 2 0,0-3 0,0 3 0,0 1 0,0 3 0,-1 2 0,-3 1 0,1 1 0,-4 4 0,-1 0 0,3 5 0,1 3 0,3 2 0,1 1 0,-4 1 0,0 1 0,2 2 0,1-2 0,1 3 0,0 0 0,0 0 0,0 0 0,1 4 0,1-3 0,2 1 0,-2 1 0,0-4 0,-2 2 0,0 0 0,0 0 0,0-4 0,0 2 0,0-3 0,0-1 0,-2 1 0,-1-3 0,-5 0 0,-1-2 0,-2-4 0,0 0 0,0-1 0,-1-2 0,0-2 0,-1-1 0,-2-5 0,2-1 0,-5-7 0,1-2 0</inkml:trace>
  <inkml:trace contextRef="#ctx0" brushRef="#br0" timeOffset="5879">8507 1231 12669,'-4'-8'0,"-1"2"0,0 0 0,0 0 0,2-2 0,-1 1 0,-1 1 0,-1 0 0,-3 1 0,-1 0 0,3 1 0,0 4 0,-2 0 0,-1 2 0,1 1 0,1 5 0,0-2 0,4 1 0,2 2 0,0 0 0,2 3 0,0-1 0,5-2 0,3 0 0,1-2 0,4-3 0,0 2 0,2 0 0,-2 0 0,1-2 0,-1 2 0,2 0 0,-2 0 0,0 1 0,-3 1 0,-2-1 0,-1 2 0,-3-3 0,2 2 0,-1 0 0,-2 2 0,-3 0 0,-4-2 0,-5 0 0,-4 0 0,-1 1 0,-3-2 0,0-2 0,0 0 0,2-4 0,-2 3 0,1-3 0,3-1 0,-3-1 0,1-2 0,1 0 0,2-6 0,6 3 0,1-5 0</inkml:trace>
  <inkml:trace contextRef="#ctx0" brushRef="#br0" timeOffset="6479">8882 1231 12751,'-1'-15'0,"-2"0"0,-2 2 0,-1 0 0,2 2 0,-3 0 0,-2 0 0,0 0 0,-2 4 0,0 1 0,-2 0 0,0 1 0,-3 0 0,0 2 0,0 3 0,3 4 0,0 5 0,1 3 0,0 4 0,0 1 0,2 3 0,1 0 0,3 3 0,2-1 0,3 0 0,1-2 0,0-1 0,0-4 0,5-3 0,4-1 0,3-1 0,3-3 0,4-2 0,0-5 0,1 0 0,1 0 0,-1 0 0,-3-1 0,0-2 0,-1-2 0,0-1 0,-2-2 0,-2-1 0,-2 0 0,-2 2 0,-2-1 0,-1-2 0,-2-1 0,-2 0 0,-2 0 0,-3 0 0,-3 0 0,-3 1 0,-1 2 0,0 5 0,0 2 0,1 2 0,1 1 0,3 3 0,1 1 0,3 4 0,1 2 0,1 3 0,0 0 0,0 1 0,0 2 0,0 2 0,1-1 0,3 0 0,3 0 0,-1 3 0,1 3 0,2 1 0,1-2 0,-3-1 0,-1-1 0,-1 1 0,-2-1 0,-2 0 0,-1-1 0,-1-2 0,-3-2 0,-3-1 0,-3-1 0,-3-2 0,0 0 0,-2-5 0,2-2 0,-1-3 0,0-2 0,1-1 0,-3 0 0,0 0 0,4-10 0,-4-2 0</inkml:trace>
  <inkml:trace contextRef="#ctx0" brushRef="#br0" timeOffset="6739">8716 1528 12751,'11'0'0,"0"0"0,0 0 0,0 0 0,0 0 0,0 0 0,1 0 0,-1 0 0,0 0 0,0-1 0,0-1 0,0-2 0,0 2 0,0-4 0,0-1 0</inkml:trace>
  <inkml:trace contextRef="#ctx0" brushRef="#br0" timeOffset="7540">8992 1308 12751,'-7'3'0,"2"1"0,2 0 0,6-1 0,2 1 0,3 0 0,2 1 0,1-4 0,0 3 0,0-3 0,0-1 0,0 0 0,0 0 0,0 0 0,0 0 0,-1-1 0,-1-3 0,-2-2 0,1-2 0,-1 1 0,0-1 0,1-2 0,-1-3 0,-1 0 0,-1-2 0,2-4 0,-2 0 0,0-2 0,0-1 0,0 4 0,-3 0 0,2-2 0,-1-1 0,-2 0 0,-1 3 0,1 2 0,1 1 0,2-1 0,-1 0 0,-2 0 0,-1 3 0,0 1 0,0 1 0,0-2 0,0 0 0,0-2 0,0 2 0,0-1 0,0 0 0,-1 0 0,-2-3 0,-1 1 0,2 2 0,-3 2 0,0 1 0,-1 0 0,2 5 0,-3 2 0,0 4 0,-1 4 0,1 5 0,-2 5 0,1 8 0,-1 7 0,2 2 0,-2 4 0,-1 2 0,1 3 0,0 3 0,3 1 0,1 0 0,3 0 0,0 0 0,2-1 0,2-2 0,1-4 0,7-4 0,6-5 0,1-5 0,3-3 0,-4-7 0,0 1 0,-2-6 0,1-4 0,0 2 0,1-5 0,1 4 0</inkml:trace>
  <inkml:trace contextRef="#ctx0" brushRef="#br0" timeOffset="9162">0 1043 11489,'0'7'0,"0"1"0,0 0 0,0 2 0,0 1 0,0 0 0,0 0 0,0 0 0,0 0 0,0-6 0,0-5 0,0-5 0,0-6 0,0 0 0,0-1 0,0-2 0,0 0 0,0-1 0,0 0 0,0-1 0,0 0 0,0 1 0,0 0 0,0 0 0,0 0 0,1 2 0,2-1 0,2 1 0,1-2 0,2 2 0,-1 0 0,0 2 0,3 0 0,3 0 0,-1 0 0,4 0 0,-1 0 0,0 0 0,4 0 0,0 0 0,2 0 0,1 0 0,0 4 0,0 1 0,0 1 0,0 2 0,0 2 0,0 1 0,0 0 0</inkml:trace>
  <inkml:trace contextRef="#ctx0" brushRef="#br0" timeOffset="10042">364 679 11467,'-3'11'0,"-1"0"0,1 0 0,2 0 0,1 0 0,0 0 0,0 0 0,0 0 0,0 0 0,0 0 0,0 0 0,0 0 0,0 0 0,0 0 0,1-1 0,2-1 0,2-3 0,0-2 0,0-6 0,-3-4 0,-1-4 0,-2-1 0,-3 0 0,2 0 0,-4 0 0,1 0 0,2 0 0,2-4 0,0 1 0,-1 0 0,-2 2 0,0 1 0,4 0 0,0 0 0,0 0 0,0 0 0,0 0 0,1 1 0,3 3 0,2 4 0,0 6 0,3 3 0,-4 5 0,1 0 0,1 0 0,3 0 0,-1 0 0,-2 0 0,-3-4 0,3 1 0,2 0 0,-1 2 0,1 0 0,-2-3 0,-4 3 0,0-3 0,-1 3 0,-2-2 0,-2-1 0,-1 0 0,-5-1 0,2 3 0,-1-4 0,-2 0 0,-1 0 0,-6 3 0,-1-2 0</inkml:trace>
  <inkml:trace contextRef="#ctx0" brushRef="#br0" timeOffset="11552">739 458 11452,'0'-11'0,"0"4"0,0-1 0,0 7 0,0 2 0,0 9 0,0 3 0,0 6 0,0 3 0,0 3 0,-3 5 0,-1 0 0,2 2 0,0 1 0,1-4 0,-1 1 0,-2-1 0,2-1 0,0-1 0,1-6 0,-1-3 0,-2-3 0,0-3 0,4-8 0,0-6 0,0-8 0,0-7 0,0 1 0,0-1 0,0-3 0,4-1 0,0-2 0,-2-2 0,-1 0 0,-1-1 0,0 3 0,0-2 0,0-1 0,0 1 0,0 2 0,0 3 0,0 1 0,0 0 0,0 4 0,0 1 0,0 2 0,-1 6 0,-3 2 0,3 4 0,-3 4 0,3 3 0,1 4 0,0 4 0,0 4 0,0 1 0,0 2 0,0 2 0,0 0 0,0 2 0,4 3 0,1-4 0,1-3 0,3-2 0,-3-3 0,1 1 0,2-3 0,2-4 0,2-4 0,2-3 0,-2-3 0,1-1 0,-1-1 0,2-3 0,-3-4 0,-2-5 0,-3-3 0,1-1 0,-2-1 0,-2 0 0,-3-1 0,-1 0 0,0-2 0,0-1 0,0 0 0,0-1 0,0 1 0,0 0 0,-4 4 0,-1 0 0,0-1 0,0 2 0,-3 1 0,2 5 0</inkml:trace>
  <inkml:trace contextRef="#ctx0" brushRef="#br0" timeOffset="11827">1059 657 11481,'-11'-6'0,"4"-3"0,1 4 0,0 0 0,1-1 0,-1 1 0,-1 0 0,-1 3 0,-2 1 0,-1 2 0,1 4 0,3 5 0,2 4 0,1 2 0,1 0 0,-1 3 0,4-3 0,0-1 0,0 1 0,1-2 0,3-6 0,3-1 0,3-2 0,1-2 0,0-3 0,0 0 0,0 0 0,4-5 0,0-2 0,-2-3 0,-4-1 0,-3 0 0,-1 0 0,-3 0 0,-1 4 0,-1-1 0,0 0 0,0-2 0,-1-1 0,-3 0 0,-2 0 0,-5 0 0</inkml:trace>
  <inkml:trace contextRef="#ctx0" brushRef="#br0" timeOffset="12133">1379 580 11416,'-3'7'0,"-2"-1"0,0 0 0,-1-1 0,0 0 0,3 0 0,-1-1 0,4 1 0,4 2 0,2-2 0,5-5 0,0 0 0,0 0 0,0 0 0,0 0 0,0-1 0,0-3 0,0 3 0,-1-4 0,-1 1 0,-2 0 0,-3-3 0,2 2 0,-1-1 0,-3 2 0,-5-2 0,-5 1 0,-1 2 0,-4 3 0,0 1 0,-2 3 0,-3-2 0,3 5 0,0 2 0,-1 1 0,4 1 0,-1 0 0,3 0 0,2 0 0,6 0 0,-2 0 0,3 0 0,2 0 0,3 0 0,3 0 0,4-1 0,4-3 0,2-3 0,0-3 0,9-1 0,-3 0 0</inkml:trace>
  <inkml:trace contextRef="#ctx0" brushRef="#br0" timeOffset="12804">1666 558 11416,'-11'0'0,"0"0"0,0 0 0,4 0 0,-1 0 0,0 0 0,-2 1 0,-1 1 0,1 3 0,2 0 0,1 1 0,2 0 0,4 2 0,4-1 0,4-1 0,3-1 0,1 2 0,0-3 0,1 1 0,2-3 0,0 2 0,0 0 0,-2-1 0,-2 2 0,-1 0 0,-2 1 0,0 1 0,-1 1 0,-2 2 0,-4 0 0,-4-2 0,-3 0 0,-3 0 0,-5-3 0,0 0 0,-3-1 0,-1-1 0,-2 1 0,-1-4 0,0 0 0,0 0 0,0 0 0,0 0 0,0 0 0</inkml:trace>
  <inkml:trace contextRef="#ctx0" brushRef="#br0" timeOffset="13027">2041 569 11438,'6'4'0,"-2"4"0,-3-2 0,-1 1 0,0 2 0,0 1 0,0 1 0,0 0 0,0 0 0,0-4 0,0 1 0,0 0 0,0 2 0,0-3 0,0 1 0,0-6 0,0 2 0,2-8 0,0-3 0,2-3 0,3-1 0,-2-1 0,1-2 0,3-1 0,0-1 0,2 3 0,0-2 0,1 2 0,-1 1 0,0 0 0,0 3 0,0 1 0,-4 0 0,0 4 0,2 2 0,-3 2 0,0 3 0,-1 5 0,-2 1 0,-2 6 0,-1 0 0,0 0 0,0 1 0,0-4 0,0 3 0,0-3 0,0-1 0,0 4 0,0-1 0,0 0 0,0-6 0,1-2 0,3-1 0,2 4 0,5-3 0</inkml:trace>
  <inkml:trace contextRef="#ctx0" brushRef="#br0" timeOffset="13162">2361 569 11438,'-6'11'0,"4"-2"0,4-1 0,5-5 0,3-1 0,1-2 0,0-2 0,0 0 0,0-2 0,0 2 0,-3-3 0,-2 0 0,0-1 0,0-3 0,-3 3 0,0-1 0,-1-2 0,-2-1 0,-2 1 0,-1 1 0,-4 3 0,-5 5 0,-2 0 0,1 2 0,-3 1 0,2 6 0,-1 4 0,0 1 0,4 3 0,0 0 0,0 0 0,5-3 0,1 2 0,1-2 0,1 1 0,0-4 0,7-3 0,3-1 0,3-1 0,1-1 0,1-5 0,3 0 0,3 0 0,0 0 0,0 0 0,0-5 0,4-1 0</inkml:trace>
  <inkml:trace contextRef="#ctx0" brushRef="#br0" timeOffset="13751">2659 502 11438,'-11'0'0,"0"0"0,0 0 0,0 0 0,0 0 0,0 2 0,0 1 0,0 5 0,1 1 0,1 2 0,2 0 0,0 1 0,1-1 0,2 0 0,3 0 0,1 0 0,0 0 0,1 0 0,3 0 0,3-1 0,3-2 0,1-2 0,1-1 0,2-2 0,1-2 0,1-1 0,2 0 0,-1 0 0,1-5 0,4-1 0</inkml:trace>
  <inkml:trace contextRef="#ctx0" brushRef="#br0" timeOffset="13845">2736 546 11438,'0'12'0,"2"-3"0,1-1 0,5-5 0,1-1 0,2-2 0,0 0 0,1 0 0,-1-2 0,0-1 0,0-3 0,0-1 0,-4-2 0,0 1 0,-4-2 0,0-1 0,-6 5 0,-5 3 0,-1 1 0,-2 2 0,0 0 0,0 0 0,-2 0 0,0 0 0,-2 2 0,2 1 0,0 5 0,2 1 0,0 2 0,0 2 0,0 0 0,0 2 0,4 3 0,1-2 0,1 0 0,2 0 0,2-1 0,2-4 0,3 0 0,3 0 0,4-4 0,3-1 0,2-1 0,1-2 0,1-2 0,4-1 0,1-1 0,-1-3 0,0-2 0,0-10 0,0-1 0</inkml:trace>
  <inkml:trace contextRef="#ctx0" brushRef="#br0" timeOffset="14678">3045 502 11438,'-5'-6'0,"-2"3"0,-3 1 0,-1 2 0,0 2 0,0 0 0,1 3 0,2 0 0,2 1 0,-1-1 0,3 1 0,-1 0 0,2 3 0,2-3 0,1 1 0,5-1 0,2 3 0,3-2 0,1-3 0,0 3 0,0 1 0,0-1 0,-1 0 0,-1 1 0,-3-1 0,-1 0 0,-3 2 0,-2 1 0,-4 0 0,-3-3 0,-6 2 0,-3-6 0,0 1 0,0 1 0,-4-4 0,2 3 0,-3-3 0,-1-1 0,0 4 0,1-1 0,3 0 0,3-2 0,3-6 0,1-1 0</inkml:trace>
  <inkml:trace contextRef="#ctx0" brushRef="#br0" timeOffset="16042">3233 558 11415,'-11'-2'0,"0"-1"0,0-5 0,0-2 0,0 1 0,0 1 0,0 3 0,0 5 0,0 0 0,-1 0 0,1 0 0,2 2 0,0 1 0,2 5 0,-2 3 0,1 2 0,-1 2 0,3-2 0,1 0 0,2-2 0,2 0 0,1 0 0,1 0 0,3 0 0,-1-5 0,4-2 0,3-3 0,3-1 0,0 0 0,1-1 0,-2-2 0,0-1 0,-1-4 0,0 2 0,0-2 0,0 1 0,0 3 0,0-2 0,0 1 0,0 3 0,-4-3 0,1 1 0,-2 2 0,1 6 0,-2 2 0,-4 5 0,3 0 0,-3-4 0,4-1 0,0-1 0,1 4 0,5-3 0</inkml:trace>
  <inkml:trace contextRef="#ctx0" brushRef="#br0" timeOffset="16615">3266 513 11415,'11'0'0,"0"2"0,0 0 0,0 2 0,0 4 0,0 0 0,0 1 0,-1 3 0,-1-3 0,-3 0 0,-1-2 0,-1 1 0,-1 3 0,1 0 0,-1 0 0,-3 0 0,-1-5 0,-3-2 0,-3-3 0,-3-1 0,0-1 0,2-3 0,2-3 0,1-3 0,2-1 0,2 0 0,1-2 0,0 0 0,0-3 0,0 0 0,1 0 0,3 1 0,3 1 0,3-2 0,1 0 0,0 0 0,2 2 0,0 3 0,2 4 0,4-3 0,-2 4 0</inkml:trace>
  <inkml:trace contextRef="#ctx0" brushRef="#br0" timeOffset="16616">3520 480 11421,'-6'11'0,"1"-3"0,5-1 0,0 2 0,0-3 0,0 1 0,0 2 0,0 0 0,0 3 0,0-1 0,1 0 0,1 0 0,3 0 0,0 0 0,1-1 0,-1-2 0,1-2 0,0-1 0,3-2 0,1 3 0,1 0 0</inkml:trace>
  <inkml:trace contextRef="#ctx0" brushRef="#br0" timeOffset="16617">3619 337 11421,'-11'0'0,"0"0"0,0 0 0,5 0 0,1 0 0,5 0 0</inkml:trace>
  <inkml:trace contextRef="#ctx0" brushRef="#br0" timeOffset="16618">3796 480 11421,'9'-1'0,"-1"-3"0,-5-3 0,-1-3 0,-4 0 0,0 2 0,-3 2 0,-1 1 0,-3 1 0,-4 4 0,-2 0 0,2 0 0,0 0 0,1 1 0,-1 3 0,-2 5 0,1 3 0,2 4 0,2 0 0,2 1 0,2-1 0,1 0 0,2-3 0,2 0 0,1-2 0,1 0 0,4-2 0,6-1 0,1-3 0,7-5 0,-1 0 0,-1 0 0,3-2 0,-5-1 0,-2-5 0,-1-1 0,2-2 0,-2 0 0,-3-2 0,-3-1 0,-2 1 0,-4-1 0,0 1 0,0 2 0,-5 0 0,-1 0 0,-5 0 0</inkml:trace>
  <inkml:trace contextRef="#ctx0" brushRef="#br0" timeOffset="16895">4138 513 11432,'0'11'0,"0"0"0,0 2 0,-2 0 0,0 3 0,-2 1 0,1 2 0,3 3 0,0 1 0,0 3 0,0-4 0,0 1 0,0-3 0,0-1 0,0-3 0,0-1 0,0-3 0,0-6 0,0-2 0,0-8 0,0-2 0,0-6 0,0-1 0,0-2 0,0-5 0,0 2 0,1-3 0,2-1 0,-1-1 0,1-2 0,0-1 0,0 2 0,0-3 0,3 2 0,0 3 0,0 3 0,-2 2 0,2-2 0,0 6 0,0 4 0,-2 0 0,3 6 0,2 0 0,-3 3 0,0 4 0,0 2 0,0 0 0,1 4 0,1-3 0,-2 3 0,-1 1 0,3 0 0,-4 0 0,1 0 0,0 0 0,-1 0 0,-4 0 0,0 1 0,0-1 0,-1 0 0,-3 0 0,2-4 0,-6-1 0,0-1 0,-2-1 0,-1-4 0,0 0 0,0 0 0,0 0 0</inkml:trace>
  <inkml:trace contextRef="#ctx0" brushRef="#br0" timeOffset="18054">4458 469 11440,'0'-11'0,"0"0"0,-2 1 0,-1 2 0,-5 2 0,-2 1 0,-1 2 0,0 2 0,0 1 0,0 1 0,0 3 0,1 3 0,2 3 0,2 1 0,0 0 0,1 1 0,0 2 0,2 1 0,2-2 0,1-1 0,0-1 0,0 0 0,1 1 0,3-3 0,3 0 0,3-3 0,1-1 0,0-3 0,0 0 0,0-6 0,-1-1 0,-1-1 0,-2-3 0,-3 0 0,2-3 0,-1 1 0,-3 0 0,-1 0 0,-1 0 0,0 0 0,0 0 0,0 0 0,-1 4 0,-2 1 0,-4 2 0,3 4 0,4 4 0,6 1 0,3 1 0,3-1 0,-1 1 0,-2 0 0,0 1 0,-2 1 0,2-1 0,-1 2 0,1 0 0,-2 1 0,1-1 0,-2-2 0,-2 2 0,-2-3 0,2 1 0,-3-3 0,1 2 0,-4-1 0,-1-1 0,-3-6 0,1-1 0,-2 0 0,2-4 0,-1-2 0,0 0 0,-1-4 0,2 0 0,0-2 0,4 0 0,-3 4 0,3 0 0,1 0 0,0-3 0,1-1 0,1 1 0,2 2 0,5 5 0,-3-1 0,2 1 0,3 1 0,-6-3 0,6 6 0,0 0 0,3 2 0,-4 1 0,3 0 0,-1 1 0,-3 3 0,2-2 0,-4 6 0,3-1 0,1 4 0</inkml:trace>
  <inkml:trace contextRef="#ctx0" brushRef="#br0" timeOffset="18441">4800 502 11448,'-4'-11'0,"0"0"0,-1 0 0,2 0 0,0 0 0,-4 0 0,-1 1 0,-3 3 0,0 3 0,0 3 0,0 1 0,0 0 0,0 5 0,0 2 0,0 4 0,1 3 0,2 1 0,2-2 0,1-1 0,2-1 0,2 0 0,2 0 0,2 0 0,2-1 0,2-2 0,4-3 0,3-2 0,-1 1 0,0-2 0,1 0 0,1-2 0,-2-2 0,-1 0 0,-1-3 0,-1-1 0,-1-2 0,-3 1 0,-1 0 0,-1-1 0,-1 1 0,1 0 0,-2-2 0,-2 1 0,-3 0 0,-5 6 0,0 4 0,0 6 0,3 1 0,2 4 0,-1 0 0,0 3 0,1 1 0,-1 3 0,2 1 0,0 1 0,2-1 0,0-2 0,0 0 0,0-1 0,0 0 0,0 0 0,0-3 0,0-1 0,0-2 0,0-1 0,-1 0 0,-2-1 0,-5-3 0,-2-2 0,-1 0 0,0 1 0</inkml:trace>
  <inkml:trace contextRef="#ctx0" brushRef="#br0" timeOffset="19083">4612 679 11448,'11'0'0,"0"0"0,0 0 0,0 0 0,0 0 0,0 0 0,0 0 0,0 0 0,0 0 0,0 0 0,0 0 0,0 0 0,0 0 0,0-5 0,0-1 0</inkml:trace>
  <inkml:trace contextRef="#ctx0" brushRef="#br0" timeOffset="19157">4855 436 11448,'-6'5'0,"2"2"0,3 3 0,1 1 0,0 0 0,0 0 0,1 0 0,3 0 0,2 0 0,1-1 0,-1-1 0,0-3 0,-1 0 0,1-1 0,0 0 0,3-3 0,1 0 0,1-4 0,0-1 0,0-3 0,0-1 0,-4-2 0,1 1 0,-1-2 0,0-1 0,0 0 0,-3 0 0,-1 0 0,-1 0 0,1 0 0,0 0 0,0 0 0,-2 0 0,-1 0 0,-5 5 0,-1-4 0,-5 4 0</inkml:trace>
  <inkml:trace contextRef="#ctx0" brushRef="#br0" timeOffset="20062">5097 436 11448,'-1'0'0,"5"0"0,1 0 0,2 0 0,2 0 0,1 0 0,-3 0 0,0 0 0,2 0 0,-1-1 0,1-2 0,-3-1 0,-1-3 0,-4 0 0,-3 1 0,-6 2 0,-1 3 0,-4 1 0,-1 0 0,1 1 0,-3 2 0,2 2 0,-1 1 0,0 1 0,6 4 0,0 0 0,2 0 0,3 0 0,-2 0 0,1 0 0,2 0 0,7-1 0,3-1 0,3-2 0,1 2 0,5-4 0,3-2 0,1-2 0,3-1 0,-1 0 0,0 0 0,0 0 0,0-4 0,0-3 0</inkml:trace>
  <inkml:trace contextRef="#ctx0" brushRef="#br0" timeOffset="21929">5793 436 11405,'6'-11'0,"-1"5"0,-7 1 0,-1 5 0,-5 0 0,-2 0 0,-1 0 0,0 0 0,0 0 0,-3 5 0,-1 1 0,3 1 0,2 0 0,3-1 0,-2 0 0,0 2 0,2 2 0,5 0 0,4-3 0,7-3 0,3-3 0,4-1 0,0 0 0,1 0 0,0 0 0,-3 4 0,1 0 0,0-2 0,0-1 0,0 3 0,-4 0 0,0-1 0,0 2 0,-5-2 0,-2 4 0,-3 2 0,-2 0 0,-3 3 0,-4-3 0,-3-1 0,-2-3 0,-2-2 0,2 1 0,1-2 0,0 0 0,1-2 0,0 0 0,0 0 0,0 0 0,0 0 0,0 0 0,0-5 0,1-3 0,3-1 0,-3-2 0,4-1 0</inkml:trace>
  <inkml:trace contextRef="#ctx0" brushRef="#br0" timeOffset="22571">6079 469 11430,'0'-11'0,"0"0"0,-1 1 0,-1 2 0,-3 0 0,-1 0 0,-3-1 0,-1 2 0,-1 3 0,0 3 0,0 1 0,0 0 0,-1 0 0,-2 1 0,0 3 0,0 3 0,2 3 0,1 1 0,1 1 0,3 2 0,2 1 0,1-2 0,0-1 0,3-1 0,4-1 0,3-1 0,2-3 0,2 0 0,2-1 0,2 0 0,1-3 0,1-1 0,0-1 0,-1 0 0,0 0 0,0-1 0,0-1 0,-3-3 0,-2-1 0,-3-3 0,0-1 0,0-1 0,-4 0 0,-6 0 0,-4 0 0</inkml:trace>
  <inkml:trace contextRef="#ctx0" brushRef="#br0" timeOffset="22877">6157 436 11430,'0'-11'0,"0"5"0,-5 1 0,-1 6 0,-1 3 0,1 2 0,4 5 0,-2 0 0,1 0 0,3 0 0,0 0 0,0-3 0,0-1 0,0 2 0,0-3 0,1 0 0,2-1 0,-1 0 0,3-3 0,-1 2 0,4-2 0,2-1 0,1-1 0,0 0 0,0-3 0,0-2 0,0-1 0,0-3 0,-1 3 0,-2-1 0,0-1 0,0 2 0,-2-2 0,0 3 0,-1-1 0,-2-1 0,-3 5 0,-3 6 0,-2 4 0,0 3 0,1 0 0,1 0 0,2 0 0,2-1 0,3-2 0,2-4 0,5-4 0,0 0 0,0 0 0,-1-1 0,-2-2 0,0-4 0,-1 0 0,0 0 0,1-2 0,-1-1 0,1-1 0,-2 0 0,0 1 0,-1 2 0,0 1 0,-3-2 0,-1-1 0,1 4 0,1 2 0,-2 3 0,4 2 0,-5 3 0,0 3 0,2 3 0,0 1 0,3-1 0,0-1 0,1-3 0,0 0 0,3-1 0,0 1 0,2-1 0,1 0 0,3-2 0,3-3 0</inkml:trace>
  <inkml:trace contextRef="#ctx0" brushRef="#br0" timeOffset="22878">6642 436 11430,'0'-11'0,"0"0"0,0 0 0,0 0 0,0 0 0,-1 1 0,-2 2 0,-2 1 0,-1 3 0,-2 1 0,-2 2 0,-1 1 0,0 0 0,0 0 0,0 0 0,0 5 0,0 3 0,0 5 0,0 1 0,3 1 0,2-4 0,1 1 0,3 3 0,-3-3 0,2 3 0,5-3 0,-1-2 0,6-3 0,2-2 0,1 0 0,4-4 0,1 3 0,-1-3 0,-2-1 0,-1-3 0,0-2 0,0 0 0,0 0 0,-1-4 0,-2 2 0,-1-3 0,-3-1 0,0 4 0,-4 0 0,0-2 0,0-1 0,0 3 0,0-1 0,-5 1 0,-1-4 0</inkml:trace>
  <inkml:trace contextRef="#ctx0" brushRef="#br0" timeOffset="23250">6819 359 11430,'-8'-4'0,"1"-1"0,-2-1 0,3 3 0,-1-4 0,-2 3 0,3-4 0,-1 4 0,-2 2 0,3 1 0,-1 1 0,-1 1 0,-1 3 0,1 3 0,4 3 0,3 1 0,1 0 0,0 0 0,1 0 0,3-1 0,2-2 0,2-1 0,-1-1 0,2-1 0,0 1 0,2-1 0,0 1 0,0 0 0,1 1 0,-1-1 0,-4 0 0,0-2 0,2 3 0,-4 0 0,-2 0 0,-3-1 0,-3 1 0,-5-3 0,-1-1 0,-2-1 0,0 2 0,-1-2 0,0-1 0,-1-1 0,-2 0 0,2 0 0,0-1 0,2-1 0,0-2 0,0 2 0,0-5 0,0 1 0</inkml:trace>
  <inkml:trace contextRef="#ctx0" brushRef="#br0" timeOffset="23817">7116 359 11419,'5'6'0,"-3"0"0,1-2 0,-1 3 0,-2-1 0,1 0 0,1 1 0,2-1 0,1 1 0,-3 4 0,2 0 0,0-1 0,-1-1 0,1-2 0,-2 1 0,-2 2 0,-3 0 0,-5-3 0,0-4 0,-1-6 0,3-4 0,1-3 0,3-1 0,0 0 0,4-1 0,0-2 0,3-1 0,1-1 0,3 0 0,2 1 0,2 0 0,2 1 0,0 0 0,-1 2 0,2 2 0,0 3 0,0 3 0,4-2 0,-3 0 0</inkml:trace>
  <inkml:trace contextRef="#ctx0" brushRef="#br0" timeOffset="25306">7425 425 11419,'-4'-11'0,"1"1"0,-3 2 0,1 0 0,1 1 0,-1 0 0,-2 1 0,-3 1 0,-1 2 0,0 2 0,0 2 0,0 3 0,1-2 0,2 6 0,0 0 0,2 2 0,-2 1 0,2 0 0,1 0 0,2 0 0,2 0 0,1 0 0,0 0 0,1-1 0,3-1 0,3-3 0,3-1 0,1-3 0,0-1 0,0-1 0,0 0 0,0-1 0,0-3 0,0-3 0,-1-3 0,-1-1 0,-3 0 0,-1 0 0,-3 0 0,-1 0 0,-1 0 0,0 0 0,5 0 0,1 0 0</inkml:trace>
  <inkml:trace contextRef="#ctx0" brushRef="#br0" timeOffset="25646">7591 392 11419,'0'-11'0,"-4"0"0,1 0 0,-6 0 0,2 0 0,0 5 0,0 2 0,-1 3 0,-2 1 0,-3 0 0,0 0 0,-2 0 0,2 1 0,1 2 0,2 1 0,1 3 0,2 1 0,-2 2 0,1 1 0,-1 0 0,3 0 0,1 1 0,3 3 0,0-3 0,2 3 0,0-3 0,0-1 0,2-3 0,1-1 0,5 2 0,1-1 0,2-1 0,0-3 0,1-3 0,-1-1 0,1 0 0,1 0 0,2 0 0,-2-1 0,0-3 0,-2-3 0,0-3 0,-1-1 0,-3 0 0,-3 0 0,-3 0 0,-1 0 0,0 0 0,0 0 0,-5 0 0,-1 0 0</inkml:trace>
  <inkml:trace contextRef="#ctx0" brushRef="#br0" timeOffset="25647">7657 6 11419,'0'-5'0,"0"5"0,-1 10 0,-2 9 0,0 6 0,0 4 0,2 3 0,1 3 0,0 1 0,0 5 0,0 2 0,0 1 0,0-1 0,0-2 0,1-3 0,2-3 0,2-8 0,0-6 0,1-7 0,0-3 0,2-3 0,-3-3 0,0-10 0,-5-2 0</inkml:trace>
  <inkml:trace contextRef="#ctx0" brushRef="#br0" timeOffset="25707">7591 304 11419,'5'-10'0,"2"1"0,3 3 0,1 1 0,0 3 0,0 1 0,1 1 0,2 0 0,2 0 0,1 0 0,1 0 0,-1 0 0,-2 0 0,2 5 0,1 1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7:19.85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24 222 12867,'-9'0'0,"1"0"0,5 0 0,-1 0 0,8 0 0,-1-1 0,5-2 0,2-1 0,2 0 0,3 4 0,2 0 0,-2 0 0,4 0 0,0 0 0,2 0 0,-1 0 0,-3 0 0,3 0 0,2 0 0,1 0 0,2 0 0,0 0 0,-1-2 0,1-2 0,1 3 0,1-3 0,2 1 0,-2-1 0,-2 3 0,-3-3 0,-2 2 0,2 2 0,0-1 0,0-2 0,-3-1 0,-1 1 0,2 2 0,-2 1 0,0 0 0,0 0 0,2 0 0,-3 0 0,-1 0 0,2 0 0,-4 0 0,3 0 0,0 0 0,-1 0 0,2 4 0,-3 0 0,1-1 0,-1-2 0,0-1 0,1 0 0,0 2 0,-1 2 0,0-3 0,0 3 0,2-1 0,-2 1 0,0-3 0,0 5 0,1-2 0,-1 0 0,-1 0 0,-2-2 0,2 0-1,2 2 0,-2 5 0,2-5 1,-1-2-2,2 0 1,-2 2 0,4 0-1,0-1 1,0-2-1,-2 3 1,2 0 0,0-1 0,0-2 0,0-1 0,3 0 0,-1 0-1,1 0 1,-2 0 0,2 0 0,1 0 0,-1 0 0,0 0 0,1 0 0,1 0 0,0 0 0,-6 0 0,8 0 0,0 0-1,1 0 1,3 0 0,-1 0 0,3 0-1,-1 0 1,5 0-1,-5 0 1,3 0-1,3 0 1,-7 0 0,7 0 0,-1 0-1,-1 0 1,2 0 0,0 0 0,-1 0 0,-3 0 0,2 0 0,-2 2 0,3 1 0,1 1 0,-1 0 0,1-3 0,0 2 0,0 1 0,2 0 0,2-4 0,4 0 0,3 0 0,1 0 1,0 0-1,3 0 0,6 0 1,-5 0-1,7 0 1,-2 0-1,-2 0 1,3-4-1,3 0 1,1 1-1,-2 2 0,-7 1 1,2 0-1,0 0 0,1 0 1,-5 0-1,1 0 1,-2 0-1,-2 0 1,1 0 0,2 0-1,0 0 0,-4 0 1,1 0 0,-3 0-1,2 0 0,1 0 1,-4 1 0,-1 2 0,-1 1-1,1-1 0,-3-2 1,4-1-1,1 0 0,-3 0 1,0 0-1,-6 0 1,1 0-1,3 0 1,1 0-1,4 0 1,-5 0-1,-3 0 1,3 4 0,1 0-1,2-1 0,3-2 1,-4-1 0,3 0 0,0 0-1,2 0 1,1 0 0,0 0 0,1 0-1,-1 0 1,2 0 0,2 0 0,3 0-1,0 0 1,0-1 0,-4-2-1,2-2 0,-2-2 1,2 3 0,0-3-1,-2 2 0,-2 2 1,-1-3-1,1 2 1,-2 1-1,-3 2 0,-3-3 1,-4 0-1,2 1 0,1 2 0,0 1 0,-4-2 0,0 0 0,0-2 0,-4-1 0,1 5 0,2-1 0,-1-3 0,3 3 0,-7-3 0,-1 2-1,0 2 1,3 0 0,-3 0 0,0 0 0,0 0 0,-1 0 0,-3 0 0,1 0-1,2 0 1,4 0 0,-5 0 0,0 0 0,-2 0 0,2-1 0,1-2 0,-2-1 0,-1 1 0,0 2 0,2-1 1,0 0-1,0-2 0,-2 0 0,-2 4 0,1 0-1,0 0 1,-2-2 0,-3-1 0,-2-1-1,0 2 1,-4 0 0,4 2 0,-2 0-1,0 0 1,1-1 0,-5-2 0,0-1-1,1 1 0,-1 2 1,0 1-1,1 0-1,-1 0 1,-4-4-1,0 0-1,2 1 1,1 2 0,1 1 0,-4 0-2,1 0 1,-7 0 1,4 0 1,-6 0 1,1 0-1,3 0 1,-2 0 1,3 0 0,-5 0 0,0 0 0,6 0 0,-5 0 0,4 0 0,-5 0 0,0 0 0,0-6 0,0 5 0,0-5 0,0 6 0,0 0 0,-5 0 0,4 0 0,-5 0 0,6 0 0,0 0 0,-5 0 0,3 0 0,-3 0 0,5 0 0,0 0 0,-6 0 0,5 0 0,-4 0 0</inkml:trace>
  <inkml:trace contextRef="#ctx0" brushRef="#br0" timeOffset="1346">7854 37 12410,'0'13'0,"0"-5"0,0 0 0,0 2 0,0 1 0,0-3 0,0 0 0,0 2 0,0 1 0,2 1 0,0 0 0,2 1 0,6-1 0,-3 0 0,0 1 0,-2-5 0,-4-1 0,4-2 0,-4 1 0,3-2 0,-3-4 0,-1 0 0,-1 0 0,-2-6 0,-1 1 0,1-4 0,-2-1 0,0-3 0,-2 1 0,4 0 0,-3-2 0,2-1 0,0-2 0,-1 2 0,2 4 0,-1-1 0,0 3 0,2-8 0,-2 3 0,3 2 0,-3 0 0,3 5 0,2 2 0,3 5 0,-1 0 0,5 0 0,2 1 0,0 3 0,4-3 0,3 5 0,2-2 0,0 0 0,4 4 0,-4-2 0,2-1 0,-1 1 0,-5 3 0,2-2 0,-4 1 0,0 1 0,-2-1 0,-3 4 0,-4 0 0,-3 1 0,-2-5 0,-3 0 0,-6 2 0,-5 1 0,2 1 0,-5 0 0,1-1 0,1-3 0,-5 2 0,5-5 0,1 1 0,1-1 0,2 4 0,0-5 0,-1-2 0,1 5 0,0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7:22.86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235 0 11674,'-13'8'0,"1"1"0,-2 2 0,-1 2 0,-1 4 0,1-1 0,0 2 0,0 2 0,-2 4 0,2 0 0,-2 1 0,0-2 0,2-1 0,1-1 0,6-5 0,1 3 0,2-1 0,2-3 0,2-1 0,1-2 0,0 0 0,5-1 0,2-1 0,1-3 0,0-2 0,2 5 0,5-4 0,2 1 0,-2-3 0,2 2 0,1-2 0,1-1 0,3-2 0,-3-1 0,0 0 0,-1 0 0,4 0 0,-3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7:23.12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0 296 11547,'6'-7'0,"-1"0"0,3 3 0,3 3 0,-2-4 0,7-1 0,3-1 0</inkml:trace>
  <inkml:trace contextRef="#ctx0" brushRef="#br0" timeOffset="1">74 37 11565,'12'-5'0,"1"2"0,-1-4 0,0 2 0,1 2 0,3-3 0,2 2 0,1 2 0,3 0 0,1 2 0,2 0 0,1 0 0,3 0 0,-3 0 0,2 0 0,-2 0 0,-1 0 0,-1 6 0,1 1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7:23.40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185 0 11634,'0'13'0,"0"-1"0,0 0 0,0 1 0,0-1 0,0 0 0,0 2 0,0 1 0,0 1 0,-4 5 0,0-3 0,1 1 0,2 3 0,-3 1 0,-2 2 0,0-1 0,-4 1 0,3 0 0,-1-1 0,-2-1 0,-1-2 0,-1 2 0,0-4 0,-1-1 0,1-6 0,0-1 0,-1-7 0,1-1 0,1-3 0,3-4 0,4-4 0,3-3 0,1-1 0,0-1 0,0 1 0,1-4 0,3-1 0,4 1 0,3-2 0,1 0 0,1-2 0,-1 2 0,0 0 0,1 4 0,0-2 0,2 1 0,2-1 0,-2 6 0,-5-2 0,-2 1 0,5 0 0,7-2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7:23.67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25 13 11565,'-5'-7'0,"2"2"0,-5 5 0,5 0 0,-3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7:23.95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37 11565,'0'13'0,"1"-6"0,3-3 0,5-3 0,2-1 0,-3 0 0,1 0 0,4 0 0,2 0 0,1-1 0,-4-2 0,1-3 0,-1 0 0,-1-4 0,-3-1 0,-5 0 0,-6 3 0,-5 4 0,-3 2 0,-3 2 0,-1 2 0,-1 2 0,1 4 0,1 3 0,0 1 0,-1 1 0,0-1 0,3 0 0,3 2 0,0 1 0,2 2 0,3-2 0,4-2 0,4 0 0,3-3 0,7-1 0,1-5 0,1-3 0,9-1 0,-4 0 0,10 0 0,-5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7:24.50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123 75 11565,'-12'-8'0,"0"-1"0,4 7 0,-1-2 0,1 4 0,-4 4 0,1 2 0,1 7 0,3-1 0,2 0 0,-3 1 0,2-1 0,1 0 0,-1 1 0,2-1 0,4 0 0,0 1 0,0-1 0,2-1 0,2-2 0,4 0 0,3-7 0,1 2 0,0-2 0,1-2 0,0 0 0,3 0 0,0-2 0,-1-2 0,-1-2 0,-1-7 0,4 1 0,-4 0 0,2-1 0,-4 1 0,-2 0 0,-7 3 0,2 1 0,-2 6 0,-4-3 0,-2 10 0,3 1 0,-3 7 0,3-1 0,1-4 0,0 0 0,0 2 0,5 0 0,3-1 0,3-1 0,1-5 0,1 1 0,-1-2 0,0-2 0,1-2 0,-1-2 0,0-3 0,1 0 0,-1-5 0,-1 1 0,-2-4 0,0 0 0,-2 1 0,1 1 0,-4-2 0,-3-2 0,-1-3 0,0 3 0,-1 2 0,-3 2 0,-3 0 0,-5 1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7:25.45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38 0 11530,'0'18'0,"0"3"0,-2 5 0,-2 6 0,-1 3 0,-5 10 0,3 1 0,2 2 0,1 1 0,4-1 0,0-3 0,0-4 0,0-9 0,0-7 0,0-8 0,0-3 0,1-3 0,3-3 0,-3 3 0,5-4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7:25.56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25 11530,'9'-4'0,"-3"-2"0,1 1 0,0-1 0,3 4 0,1 0 0,2 2 0,2 0 0,2 0 0,-2 0 0,4 11 0,0 3 0</inkml:trace>
  <inkml:trace contextRef="#ctx0" brushRef="#br0" timeOffset="1">407 136 11532,'-4'-8'0,"-1"-1"0,-4 1 0,1-4 0,1 1 0,-1 1 0,-2 3 0,-1 1 0,-1 0 0,-2 1 0,-1 2 0,-1 2 0,1 1 0,1 1 0,2 3 0,-1 4 0,1 5 0,0 2 0,-1 1 0,5 5 0,1-5 0,2-1 0,2-1 0,2-2 0,1 0 0,0 1 0,0-1 0,1-5 0,3-3 0,4-3 0,3-1 0,3 0 0,1 0 0,1 0 0,0 0 0,-1-5 0,0-2 0,1-1 0,-1 0 0,-1-1 0,-2-3 0,0 1 0,1 3 0,-1-2 0,-1 5 0,-1-1 0,-2 1 0,-6 1 0,4 5 0,-6 3 0,0 3 0,0 5 0,0 1 0,0-1 0,1-1 0,3-3 0,-2 3 0,3-4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7:26.72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73 67 11532,'-8'0'0,"0"0"0,4 0 0,-5 2 0,0 1 0,-1 2 0,2 2 0,3-3 0,3 3 0,-1 0 0,-1 0 0,2 2 0,2 1 0,2-1 0,4-2 0,1-1 0,2-2 0,2 1 0,1-3 0,1 2 0,-1-3 0,0-1 0,1 0 0,-1 0 0,0 0 0,1-1 0,-1-3 0,0 1 0,1-4 0,-1 0 0,0 0 0,-4-1 0,1-4 0,0-1 0,-2 1 0,1 0 0,-5 4 0,1-1 0,-4 7 0,-4-2 0,1 2 0,-4 4 0,2 2 0,1-2 0,4 7 0,1-7 0,3 2 0,3 2 0,5-2 0,1-1 0,-1-2 0,0-2 0,1-2 0,-1-1 0,0-2 0,1 4 0,-2-4 0,-3-1 0,3 1 0,-4-4 0,-1 2 0,-1-2 0,0 3 0,-1-1 0,0 4 0,-4-4 0,0 6 0,0 2 0,0 6 0,0 6 0,0 1 0,0-1 0,0 0 0,0 0 0,2 1 0,2-1 0,4 0 0,3-1 0,1-2 0,0 2 0,1-5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7:27.37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210 87 11532,'-8'-4'0,"1"-2"0,0 1 0,2-2 0,-2 2 0,0-2 0,-2 1 0,-2 1 0,-2 1 0,1-2 0,0 5 0,-1-2 0,1 6 0,0 0 0,0 5 0,-1 1 0,1 2 0,4 2 0,1-1 0,0 0 0,2 1 0,-1-1 0,3 0 0,2 0 0,2 1 0,2-1 0,3-1 0,2-1 0,4-4 0,5 0 0,0-3 0,2-2 0,1-1 0,0 0 0,-1 0 0,-1-1 0,-2-2 0,1-3 0,-2 0 0,-1-4 0,-8-1 0,-1-1 0,-4-1 0,-2 1 0,-4 0 0,-3 1 0,-3 3 0,-1-3 0,0 4 0</inkml:trace>
  <inkml:trace contextRef="#ctx0" brushRef="#br0" timeOffset="1">420 38 11555,'6'-6'0,"-1"-2"0,-5-2 0,-5 2 0,-3 4 0,-3 3 0,-1 1 0,0 1 0,-1 2 0,1 2 0,0 2 0,-1 3 0,2 1 0,3 1 0,4 0 0,4-1 0,4-1 0,4-3 0,5-1 0,3 0 0,5 1 0,1 0 0,0 1 0,-2-1 0,-1 4 0,3-3 0,-3 1 0,-1 0 0,-3 2 0,-7-3 0,-4 3 0,-2 1 0,-4-4 0,-2 0 0,-4 1 0,-4-1 0,-5-1 0,-3-2 0,-3-1 0,-2 0 0,0 1 0,2-3 0,1 0 0,2-4 0,-1-2 0,2-3 0,3 0 0,-4-9 0,1 2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7:28.00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12 19 11521,'0'13'0,"0"-1"0,0 0 0,0 1 0,-4-1 0,0 0 0,1 2 0,2 2 0,1-2 0,0 4 0,0-2 0,0 1 0,0-1 0,0-4 0,0 1 0,0-5 0,0 0 0,0-7 0,0-1 0,1-6 0,2-9 0,3-2 0,0 2 0,1-4 0,3 0 0,-2-2 0,2 2 0,1 0 0,2 1 0,2 0 0,2 3 0,-2 2 0,-2 2 0,0 1 0,-1 3 0,0 3 0,-1 6 0,-2 6 0,-5 5 0,-3 5 0,-1 1 0,0 3 0,0 0 0,0-1 0,0-4 0,0 1 0,4-4 0,0 2 0,0-2 0,2-2 0,-5 1 0,5-1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7:28.90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0 124 11530,'0'-12'1,"0"-1"1,0 5-1,0 0 1,0-2 0,1 1-1,2-1 1,1 2 1,0 7-1,-4 1-2,0 7 0,0 4 0,0 1 0,0 0 0,0 0 0,-1 1 0,-2-1 0,-1 0 0,1 1 0,2-1 0,1 0 0,0 1 0,1-2 0,2-2 0,3-2 0,0-1 0,4-5 0,1-4 0,1-5 0,2-3 0,1-1 0,1-2 0,-1-2 0,-1 2 0,-3-4 0,-1 2 0,-2-1 0,0 2 0,0 2 0,-1 0 0,-1 1 0,-4 2 0,0 6 0,-2 8 0,-2 5 0,0 0 0,-3-1 0,3 1 0,6 3 0,-1-5 0,5-3 0,1-3 0,-2-1 0,1 0 0,2 0 0,1-4 0,0-1 0,-2-1 0,0 1 0,-2-5 0,2 3 0,-2-1 0,-2 0 0,4 0 0,-4-3 0,2 2 0,-4 4 0,2 6 0,-5 3 0,-1 5 0,-3 2 0,2 1 0,-2 0 0,3 1 0,1-1 0,0 0 0,0 0 0,0 1 0,0-1 0,0 0 0,11 1 0,2-1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7:31.01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210 99 11546,'0'-13'0,"0"1"0,0 0 0,0-1 0,0 5 0,-1 0 0,-3-2 0,1 3 0,-5 1 0,-2 0 0,-1 3 0,-1 2 0,0 2 0,-1 4 0,1 3 0,-2 3 0,-1 2 0,-1 2 0,1 2 0,1 3 0,2-2 0,1 0 0,1 0 0,4-3 0,0 0 0,3 0 0,2 1 0,2-2 0,3-4 0,6-5 0,4-1 0,2 0 0,1-1 0,-1-3 0,0-3 0,1-2 0,-1-2 0,1-3 0,-2-1 0,-2-1 0,-2 0 0,-1-1 0,-2 1 0,0 0 0,0-1 0,-1 1 0,-3 1 0,-5 4 0,-4 7 0,-4 7 0,3 4 0,0 1 0,2 1 0,0-1 0,0 0 0,1 1 0,2-1 0,1 0 0,0 1 0,1-1 0,3 0 0,3 1 0,5-1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7:31.13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62 123 11546,'-7'5'0,"1"2"0,2 1 0,0 0 0,1 2 0,2 1 0,1 1 0,0 2 0,0 2 0,0 5 0,0 2 0,-1 2 0,-2-1 0,-1 1 0,1 0 0,2-1 0,1 1 0,0-1 0,0 1 0,0 0 0,-2-2 0,0-3 0,-3-2 0,1-3 0,0-1 0,0-3 0,1-3 0,2-5 0,1-7 0,0-6 0,0-2 0,0-2 0,1-1 0,2-3 0,3-1 0,-1-3 0,2-1 0,-2-2 0,2 1 0,0-2 0,1-2 0,1-2 0,-1-1 0,1-3 0,2-1 0,2 1 0,-1 3 0,0 1 0,-1 2 0,-1 4 0,-2 3 0,1 3 0,2 3 0,2 3 0,-2 4 0,-3 12 0,1 3 0,-4 6 0,-3 3 0,0 0 0,-2 4 0,0-2 0,0 1 0,0 3 0,0-3 0,0 2 0,0 1 0,-2 0 0,0 0 0,-4-3 0,1-1 0,-2-3 0,1-2 0,-1 0 0,1-2 0,-4-3 0,0-3 0,1-1 0,1 0 0,-2-2 0,-1-4 0,0-3 0,3-2 0,-3-7 0,4-5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7:50.28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99 419 12427,'7'0'-78,"0"0"63,-3 0 14,-3 0 0,6 0 1,-3 0 0,-3 2 0,3 2 0,-2 4 0,2-1 0,0 1 0,-1 1 0,-2 2 0,-1 2 0,0-1 0,0 0 0,0 1 0,0-1 0,0 0 0,0 2 0,0 1 0,0 1 0,0-1 0,0 1 0,0-1 0,0 1 0,0-1 0,0 0 0,0 0 0,0 2 0,0-2 0,0-4 0,0-1 0,0 4 0,0 1 0,0-2 0,-1-3 0,-2 0 0,-1-2 0,0-4 0,4 5 0,0-5 0,0 4 0,0-5 0,0 8 0,0-9 0,0 7 0,0-7 0,1 5 0,3-3 0,-2-2 0,9 3 0,-3-5 0,-1 0 0,1 1 0,1 3 0,-2-2 0,1 2 0,2-3-1,1-1 1,-3 0-1,0 0 1,2 0-2,1 0 1,1 0 0,2 0-1,1 0 0,1 0 1,2 4 0,-3 1 0,3-3-1,1 0 1,-2-2 0,2 0-1,0 0 0,0 0 0,-3 0 1,4 0-1,-1 0 0,0 0 0,-4 0 0,3 0 0,0 0-1,2 0 0,-2 0 1,-2 0-1,-2 0 0,-2 0 0,2 0 1,1 0-1,1 0 0,-1 0 0,-1 0 0,-2 0 1,1 0-1,-1 0 0,0 0 0,1 0 0,-1 0-1,0 0 1,1 1-1,-1 2 1,0 1 1,1 0 0,-1-4 0,0 0-1,0 0 1,1 0 0,-1 0-1,0 0 1,1 0 0,-1 0 0,0 0 0,1 0-1,-1 0 1,2 0 0,1 0-1,1 0 0,-1 0 1,-1 0 0,-2 0 0,0 0-1,1 0 0,-1 4 1,0 0-1,1-1 0,-1-2 1,0-1-1,1 0 1,-1 0-1,0 0 1,1 0-1,-1 0 1,0 2-1,1 2 1,-1-3-1,0 3 1,0-2-1,1-2 1,-1 0 0,0 0-1,1 0 1,-1 0 0,0 4 0,1 0 0,-1-1 0,0-2 0,1-1 0,-1 0 1,0 0-1,1 0 0,-1 0 1,0 1-1,0 2 0,1 1 0,-1 0 0,0-4 0,1 0 1,-1 0-1,0 0 1,1 0-2,-1 0 1,0 0 0,1 0 0,-1 0 0,0 0 0,1 0 0,-1 0 0,0 0 1,0 0-1,1 0 0,-1 0 0,0 0 0,2 0 0,2 0 1,-6 0-1,2 0 1,-1 0-1,0 0 0,2 0 1,-1 0-1,0 0 0,1 0 1,-1 0-1,0 0 1,0 0-2,1 0 0,5 4 1,2 0 1,2 1 0,-2-5 0,-3 0-1,-3 0 1,-6 4-1,0 0 1,3-2-1,4 0 0,-4-2 1,4 0-1,0 0 1,1 4-1,-1 0 1,2-1 0,-1-2 0,-3-1 0,-1 0-1,0 0 1,1 0 0,-1 0 0,0 0-1,1 0 1,0 0 0,2 0-1,2 0 0,-2 0 1,-2 0-1,0-1 1,-1-2-1,0-1 0,1 0 0,0 2 0,4-2 1,1 3-1,1-4 1,-6 0-1,-3 1 1,-2-1-1,4 2 1,-1-2-1,-2-2 0,2 4 1,-3-2-1,3-1 1,-3 5-1,-1-5 0,-2 1 1,3 2 0,-2-4-1,1 2 1,-5-1-1,4 4 1,-1-3 0,-2-3 0,4 3 0,-2-2 0,0 3 0,-5-4 0,0-2 1,4-1-1,0-1 1,-1-1 0,-2 1 0,-1 0 0,0 0 0,0-1 0,0 1 0,0 0 0,0-1 0,4 5 0,0 0 0,-1-2 0,-2-1 0,-1-1 0,0 0 0,0 4 0,0-1 0,0 0 0,0 2 0,0-1 0,0-2 0,0 3 0,-1 0 0,-2 1 0,-1-1 0,0 3 0,4-5 0,-4 5 0,0-4 0,0 4 0,2-3 0,-2 2 0,1 1 0,-5 4 0,5 0 0,-3 0 0,1 0 0,4 0 0,-4 0 0,3 0 0,-2 0 0,3 0 0,-6 0 0,3 0 0,1 0 0,-5 0 0,4-5 0,-4 1 0,-1-1 0,-3 1 0,0 2 0,-1-2 0,2 2 0,3-2 0,-3 2 0,3-2 0,-4 3 0,-5 1 0,4-4 0,-5-1 0,2 3 0,-1 0 0,-1 2 0,3 0 0,-3 0 0,-1 0 0,3 0 0,-3 0 0,0 0 0,-1 0 0,1 0 0,-3 0 0,3 0 0,1 0 0,-2 0 0,2 0 0,-1 0 0,-3 0 0,4 0 0,1 0 0,0-1 0,1-3 0,-1 3 0,4-4 0,-1 3 0,2-2 0,-7 2 0,6-2 0,0 3 0,-1 1 0,2-4 0,-1 0 0,1 1 0,0 1 0,-5 2 0,-1 0 0,1 0 0,-1 0 0,0 0 0,2 0 0,-4 0 0,1 0 0,0 5 0,4-1 0,-3-2 0,-1 0 0,3-2 0,-3 0 0,-1 0 0,1 0 0,4 0 0,-3 0 0,2 0 0,0 0 0,-1 4 0,4 0 0,-3-1 0,0-2 0,0-1 0,2 0 0,-1 0 0,-1 0 0,-1 0 0,5 0 0,-1 0 0,1 0 0,0 0 0,0 0 0,-2 0 0,-3 0 0,4 0 0,-4 0 0,4 0 0,0 0 0,1 0 0,-2 0 0,-1 0 0,-1 0 0,-1-4 0,4 0 0,-2 1 0,-2 2 0,-3 1 0,2 0 0,0 0 0,0 0 0,2 0 0,2 0 0,-1 0 0,-1 0 0,-2 0 0,3 0 0,-1 0 0,1 0 0,1 0 0,0 0 0,-1 0 0,-1 0 0,-1 0 0,5 0 0,0 0 0,-1 0 0,-3 0 0,0 0 0,1 0 0,1 0 0,-4 0 0,-1 0 0,-2 0 0,1 0 0,3 4 0,-3 0 0,-1-1 0,2-2 0,-3 3 0,5 0 0,-1 0 0,0 2 0,-2-5 0,3 3 0,1-2 0,-2-2 0,4 4 0,-2 0 0,2-1 0,2-2 0,0-1 0,-1 0 0,1 0 0,0 0 0,-1 0 0,1-1 0,0-2 0,-1-1 0,5 0 0,0 2 0,-2 0 0,-1-3 0,-1 1 0,0 3 0,-1-2 0,1-1 0,-2 0 0,-1 4 0,-1 1 0,1 4 0,0-3 0,0 5 0,-2 0 0,2 0 0,2 1 0,0 4 0</inkml:trace>
  <inkml:trace contextRef="#ctx0" brushRef="#br0" timeOffset="2364">2943 764 12695,'12'0'0,"1"0"0,-1 0 0,0 0 0,2 0 0,2 0 0,6 0 0,4 0 0,3 0 0,5 4 0,0 0 0,5-1 0,2-2 0,4-1 0,-4 0 0,0 0 0,1 0 0,-3 0 0,3-5 0,-5-2 0</inkml:trace>
  <inkml:trace contextRef="#ctx0" brushRef="#br0" timeOffset="3031">3522 665 12695,'0'-8'0,"-2"1"0,-2 2 0,3 1 0,-5 5 0,6 3 0,0 4 0,2 3 0,0 2 0,3-1 0,-3 0 0,1 2 0,0 1 0,1 1 0,-1 0 0,2-7 0,-1-1 0,0 2 0,2 1 0,-5-3 0,3 0 0,-2 2 0,3-5 0,-4 1 0,4-12 0,-8-2 0,-1-3 0,-2-1 0,3 0 0,-2-1 0,-2 1 0,3 0 0,-3-1 0,2 1 0,2 0 0,0-1 0,1 1 0,-3 0 0,1-1 0,6 1 0,2 0 0,1 4 0,5 1 0,-2 1 0,2 4 0,1 0 0,2 1 0,2-2 0,2-1 0,1 0 0,-3 4 0,1 0 0,-1 0 0,0 4 0,0 1 0,2 2 0,-2 3 0,-6-1 0,-1 1 0,1-2 0,-3 2 0,4 1 0,-5 1 0,2 0 0,-4 1 0,1-1 0,-2 0 0,-2 1 0,-5-5 0,0-1 0,-1-1 0,1 1 0,-5-4 0,2 3 0,-3-1 0,-1-4 0,0 3 0,-1-2 0,1-2 0</inkml:trace>
  <inkml:trace contextRef="#ctx0" brushRef="#br0" timeOffset="4020">4470 407 12878,'-13'0'0,"1"1"0,0 3 0,-1-1 0,0 5 0,-2 3 0,-2 4 0,-5 4 0,3 6 0,-1 0 0,-1-1 0,1 5 0,-4 1 0,4 0 0,4 0 0,2 5 0,3-4 0,3-1 0,4-5 0,2-2 0,4-7 0,3-1 0,7-1 0,1-7 0,4-2 0,1 0 0,3-1 0,2 0 0,2-4 0,-1 0 0,1 0 0,0-2 0,-2-2 0,-1-3 0,-2 1 0,1-5 0,3 4 0</inkml:trace>
  <inkml:trace contextRef="#ctx0" brushRef="#br0" timeOffset="4144">4211 678 13217,'12'0'0,"1"0"0,-1 0 0,0 0 0,1-2 0,-1 0 0,0-2 0,1-1 0,0 1 0,2-1 0,2-2 0,5-1 0,-3-5 0</inkml:trace>
  <inkml:trace contextRef="#ctx0" brushRef="#br0" timeOffset="4304">4347 395 13217,'12'-13'-1,"0"5"1,1 1-1,-1 2-14,0 2 1,2-3 0,2 2 0,5 2-5,2 0 1,2 2 0,1 0-1,1 0 3,2 0 0,1 0 0,-3 0 16,2 0 0,5 0 0,-2 0 0</inkml:trace>
  <inkml:trace contextRef="#ctx0" brushRef="#br0" timeOffset="5976">4851 592 13082,'-11'-2'0,"2"-1"0,1-1 0,-2 2 0,-1 0 0,-1 2 0,1-1 0,1-2 0,2-1 0,-1 1 0,-2 2 0,-2 1 0,1 0 0,0 0 0,-1 0 0,1 1 0,0 3 0,1 5 0,3 2 0,5 1 0,6-1 0,5-2 0,3-2 0,1-1 0,2-2 0,1 0 0,1 1 0,1 2 0,-1 3 0,0-1 0,-1 1 0,-1-2 0,-2 0 0,1 1 0,-1-1 0,-1 1 0,-3 2 0,-4 2 0,-4-1 0,-4-1 0,-4-2 0,-3-2 0,-3 0 0,-2-1 0,-3 0 0,-2 0 0,1-1 0,-2-2 0,-1-2 0,-1-1 0,2 0 0,3 0 0,2 0 0,-5-5 0,3-2 0</inkml:trace>
  <inkml:trace contextRef="#ctx0" brushRef="#br0" timeOffset="6285">4999 234 12751,'0'-8'0,"0"0"0,0 1 0,0 4 0,0 9 0,0 6 0,0 6 0,0 1 0,0 3 0,0 1 0,1 2 0,2 0 0,1-1 0,-1 1 0,-2 1 0,-1 1 0,0 2 0,0 0 0,0 1 0,5-4 0,-1 2 0,-2-2 0,0-1 0,-2-6 0,0-1 0,0-2 0,0 1 0,0-5 0,0-4 0,0-5 0,0 3 0</inkml:trace>
  <inkml:trace contextRef="#ctx0" brushRef="#br0" timeOffset="6286">4987 555 12751,'12'0'0,"0"0"0,1 0 0,0 0 0,2 0 0,3 0 0,1 0 0,3 0 0,2 0 0,0 0 0,6-6 0,2-1 0</inkml:trace>
  <inkml:trace contextRef="#ctx0" brushRef="#br0" timeOffset="6287">5393 592 12751,'-8'-5'0,"1"0"0,0-2 0,0-2 0,-2-1 0,-2 0 0,-1 4 0,-1 0 0,1 3 0,0 2 0,-1 2 0,1 3 0,0 5 0,-1 2 0,1 1 0,0 0 0,1 2 0,1 1 0,3 3 0,2 0 0,1-1 0,0-2 0,0-1 0,1-2 0,3-1 0,3-1 0,2-3 0,2-2 0,1-1 0,6-4 0,1 0 0,1 0 0,1-1 0,-5-2 0,0-2 0,1-2 0,-1-3 0,0-1 0,1-1 0,-1 0 0,-1-1 0,-3 1 0,-3 1 0,0 4 0,-1 7 0,-2 7 0,0 4 0,-1-3 0,2 1 0,1 0 0,6 1 0,-4-1 0,3-2 0,-1-1 0,0-2 0,4-4 0,1 0 0,-1 0 0,0 0 0</inkml:trace>
  <inkml:trace contextRef="#ctx0" brushRef="#br0" timeOffset="6288">5578 161 12837,'-13'12'0,"1"0"0,0 1 0,0 0 0,-1 2 0,1 3 0,0 1 0,-1 2 0,1-1 0,0 1 0,-1 5 0,1 5 0</inkml:trace>
  <inkml:trace contextRef="#ctx0" brushRef="#br0" timeOffset="6498">6046 518 12742,'-9'-7'0,"1"3"0,0 1 0,1-1 0,-4 3 0,3-4 0,-3 4 0,-1 2 0,-1 4 0,1 3 0,0 4 0,0 3 0,1 3 0,2 1 0,0-3 0,5 5 0,1-1 0,2 0 0,1 2 0,0-6 0,1-1 0,3-1 0,3-3 0,7-2 0,2-2 0,5-2 0,-2 0 0,3-5 0,2 0 0,4 0 0,0-5 0,-3 1 0,5-11 0,1 2 0</inkml:trace>
  <inkml:trace contextRef="#ctx0" brushRef="#br0" timeOffset="6939">6169 567 12760,'1'8'0,"3"-1"0,4-2 0,3-2 0,2-1 0,-1-2 0,0 0 0,1 0 0,-1-2 0,0-1 0,1-1 0,-1 0 0,-1-1 0,-3-3 0,-5-2 0,-6 2 0,-5 4 0,-3 2 0,-1 2 0,-1 0 0,0 0 0,-2 0 0,-2 0 0,2 2 0,1 2 0,2 3 0,1 1 0,2 0 0,2 2 0,0 1 0,1 1 0,1 0 0,2 0 0,2 1 0,1-1 0,1 0 0,3 1 0,3-1 0,0 0 0,8-3 0,-3-3 0,3 1 0,3 0 0,-3-4 0,6 1 0,-1-3 0,-1-1 0,5 0 0,0-5 0,8-2 0</inkml:trace>
  <inkml:trace contextRef="#ctx0" brushRef="#br0" timeOffset="7282">6403 555 12760,'8'4'0,"0"1"0,2 2 0,1 1 0,1-1 0,-1 4 0,-2-4 0,0 1 0,0 0 0,2-1 0,0 3 0,-1-2 0,-2 1 0,-4-2 0,4 2 0,-5-5 0,1 4 0,-8-7 0,-3-1 0,0-7 0,-2 1 0,3-4 0,1-2 0,-1-3 0,-2-3 0,4 3 0,1-3 0,2-1 0,1 4 0,0-3 0,0 2 0,0-1 0,1-1 0,3 5 0,5-1 0,2 3 0,1 3 0,2 0 0,1 2 0,1 1 0,0 3 0,-3-2 0,4 3 0,3 1 0</inkml:trace>
  <inkml:trace contextRef="#ctx0" brushRef="#br0" timeOffset="7684">6686 567 12766,'0'12'0,"0"-4"0,0 1 0,0 0 0,0-2 0,0 1 0,0 2 0,0 1 0,0 1 0,0 0 0,0-3 0,0-1 0,0 1 0,4-2 0,0 1 0,0-5 0,-4 1 0,0-8 0,0-4 0,0-7 0,0-1 0,0-1 0,0 3 0,0-2 0,0-5 0,0 2 0,2 0 0,0 0 0,2 0 0,6 2 0,-3-2 0,1 2 0,0 1 0,0 7 0,6 1 0,1-1 0,2 3 0,0-4 0,0 6 0,2-6 0,6 4 0</inkml:trace>
  <inkml:trace contextRef="#ctx0" brushRef="#br0" timeOffset="8131">7080 579 12766,'0'-12'0,"1"0"0,3-1 0,-2 1 0,2 0 0,-3-1 0,-1 1 0,0 0 0,-5-1 0,-4 1 0,-1 5 0,-3 3 0,0 3 0,-4 1 0,3 0 0,-2 3 0,2 3 0,2 7 0,-2 3 0,1-1 0,-1 3 0,3 1 0,3-3 0,0 4 0,4-1 0,2 0 0,2-4 0,0 1 0,0-2 0,6-3 0,2-3 0,4-4 0,5-2 0,-4-2 0,5-2 0,-2 0 0,1-2 0,1-5 0,-5 4 0,1-2 0,-3-3 0,-1 4 0,2-1 0,0 1 0,-4-2 0,1 4 0,-7 1 0,2 7 0,-1 3 0,0 5 0,1 1 0,1-5 0,0 0 0,3 2 0,3-5 0,7 6 0,1-4 0</inkml:trace>
  <inkml:trace contextRef="#ctx0" brushRef="#br0" timeOffset="8499">7326 358 12766,'-19'6'0,"3"-1"0,2-4 0,2-1 0,-1 0 0,5 1 0,1 3 0,0 3 0,1 0 0,3 4 0,-1-1 0,2 3 0,2 4 0,-4 0 0,0-1 0,1 0 0,2-1 0,5-1 0,2-2 0,-1 0 0,1 1 0,3-2 0,-1-3 0,3-3 0,2 1 0,-1-5 0,0 3 0,0-2 0,1-2 0,-1-2 0,0-2 0,1-4 0,-5-3 0,0-1 0,0-1 0,-1 1 0,4-2 0,-4-1 0,0-3 0,-3-1 0,-1 0 0,-1-3 0,3 2 0,-3-2 0,0-3 0,-4-3 0,0-5 0,-3-3 0,-4-1 0,1 0 0,-3 0 0,-2 0 0,5 5 0,0-1 0,0 11 0,-5-1 0</inkml:trace>
  <inkml:trace contextRef="#ctx0" brushRef="#br0" timeOffset="9054">7659 481 13043,'0'-13'-17,"-5"1"1,0 0-7,-2-1 1,3 5 0,-4 0 0,-2 0 5,-1 1 1,-1 2 0,0 5 0,-1 0 8,1 0 1,0 0 0,-1 0-1,1 1 7,0 3 0,-1 4 1,3 7-1,0 2 1,2-2 0,5-2 0,-1 1 0,3 1 0,1 2 0,0-1 0,0-4 0,0 1 0,0-1 0,4-4 0,1-1 0,2-2 0,3-2 0,0-1 0,4-2 0,1 0 0,2 0 0,-1-5 0,-4-1 0,1-4 0,-1-4 0,0-1 0,-1 3 0,-3 0 0,-3-1 0,-4-3 0,-1 0 0,0 0 0,0 3 0,-11 0 0,-3 1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8:58.36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1 199 11384,'1'6'0,"1"-2"0,2 1 0,4-4 0,0 3 0,4-3 0,2-1 0,4 0 0,0 0 1,3 0-1,3 0 0,2 0 0,3 0 0,-1 0 0,1 0 0,4-1 0,4-2 0,-1-1 0,0-2 0,2 4 0,-3-2 0,0 2 0,1-2 0,-3 3 0,3-2 0,-1 2 0,-1 1 0,1 0 0,-2 0 0,2 0 0,3 0 0,-2 0 0,-1 0 0,-2 0 0,-2 0 0,3 0 0,-1 0 0,-3 0 0,0 0 0,-3 0 0,0 0 0,-2 0 0,-2 0 0,0 0 0,-2 0 0,-1 0 0,1 0 0,0 1 0,-1 1 0,-1 2 0,-2-2 0,0-1 0,1-1 0,0 0 0,0 0 0,-1 0 0,0 0 0,0 0 0,0 0 0,2 0 0,-1-1 0,1-1 0,-2-2 0,3 1 0,-3 3 0,2-2 0,-2-1 0,2 2 0,-4-3 0,0 3 0,0 1 0,3 0 0,-4 0 0,-1 0 0,-2 0 0,0 0 0,-1 0 0,1 0 0,-1 0 0,1 0 0,-1 0 0,0 0 0,1 0 0,-4 0 0,0 0 0,-5 0 0,3 0 0,-5-1 0,0-3 0,0 3 0,-1-5 0,-3 3 0,3 1 0,-2-5 0,-3 0 0,5-4 0,-4 1 0</inkml:trace>
  <inkml:trace contextRef="#ctx0" brushRef="#br0" timeOffset="684">1865 63 11367,'0'10'0,"0"1"0,0-1 0,0 1 0,0-1 0,0 2 0,0 2 0,0-3 0,0 3 0,0-2 0,0-1 0,0-1 0,0 2 0,1-1 0,3 0 0,-2 2 0,4-6 0,-1 1 0,1-1 0,-2 1 0,3-5 0,-4 1 0,4-4 0,-4-1 0,0-3 0,-2-3 0,-1-2 0,0-2 0,0 1 0,0-1 0,0 1 0,-3-2 0,-2 0 0,0-4 0,1 0 0,-3 2 0,2-2 0,0 0 0,1-1 0,-3 4 0,3 0 0,1 1 0,-2 1 0,4 1 0,-2-1 0,1 1 0,2 0 0,-1 4 0,-2 2 0,2 3 0,-3 5 0,6 0 0,3 1 0,1-1 0,-3 5 0,4-2 0,1 1 0,2-1 0,0 2 0,1-3 0,-1 1 0,1 0 0,-1-1 0,1 2 0,0-1 0,3 1 0,-2 0 0,1 0 0,-4-1 0,-2 1 0,0-2 0,2 1 0,-2 1 0,-2 2 0,-5 0 0,0 1 0,-1-2 0,-3-1 0,-3-2 0,-2-2 0,-2 5 0,1-4 0,0 1 0,-1-2 0,1 0 0,-1 0 0,1 4 0,-1-2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29:03.46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145 742 11383,'7'-9'0,"-2"1"0,0 3 0,-4 4 3,-3 6 0,0 3 0,-5 4 1,-2 0-4,0 2 0,0 2 0,1-3 0,1 5 0,-1 2 0,-2 0 0,0-2 0,-1 0 0,1 0 0,-1 5 0,1 2 0,1-2 0,2-1 0,-2-4 0,6-1 0,-1 1 0,0-2 0,3-1 0,-2-6 0,6 0 0,4-2 0,3-5 0,3 1 0,2-2 0,1-1 0,-2 0 0,4-1 0,-1-2 0,-1-4 0,4 1 0,-3-1 0,-1-1 0,-2-1 0,2-2 0,0 1 0</inkml:trace>
  <inkml:trace contextRef="#ctx0" brushRef="#br0" timeOffset="278">50 941 11437,'11'0'0,"-1"0"0,1 0 0,-1-1 0,1-1 0,-1-2 0,1 2 0,-1-4 0,1 1 0,-1-6 0</inkml:trace>
  <inkml:trace contextRef="#ctx0" brushRef="#br0" timeOffset="635">145 711 11423,'10'-7'0,"1"1"0,-1 0 0,2 2 0,2-1 0,-2-2 0,6 2 0,0 1 0,2-1 0,1-2 0,1 4 0,2 0 0,0 2 0,0 1 0,-3 0 0</inkml:trace>
  <inkml:trace contextRef="#ctx0" brushRef="#br0" timeOffset="924">323 952 11378,'-4'10'0,"1"1"0,0-1 0,-1-3 0,0 0 0,1 0 0,-2-1 0,4 3 0,-3-2 0,3 3 0,0-1 0,-1-1 0,-2-1 0,1-3 0,3 3 0,1-5 0,2 1 0,2-3 0,3-3 0,-1-4 0,-5-2 0,3-2 0,-1 0 0,-1-3 0,4 1 0,-2-4 0,1 2 0,2 3 0,0-4 0,0 2 0,-1 2 0,1 0 0,1 2 0,2 0 0,-1 3 0,1 4 0,-2 3 0,-2 3 0,-3 4 0,-3 4 0,-1 3 0,0 2 0,0 1 0,0 1 0,0-1 0,0 1 0,0-2 0,0-1 0,0-2 0,1-1 0,2-2 0,-1 1 0,2-1 0</inkml:trace>
  <inkml:trace contextRef="#ctx0" brushRef="#br0" timeOffset="1400">731 931 11404,'-3'-7'0,"-1"0"0,-1 1 0,3-2 0,-3 2 0,0 2 0,1-3 0,-3 2 0,-1 0 0,-1 1 0,2 0 0,0 4 0,-1 0 0,-2 1 0,0 3 0,-1 3 0,1 2 0,-1 3 0,2 2 0,1 3 0,2 2 0,1-1 0,3-1 0,1-1 0,1-1 0,1-1 0,3-3 0,3-3 0,3-1 0,4-2 0,2 0 0,5-5 0,0 0 0,-1-1 0,-1-3 0,-2-1 0,2-2 0,0 0 0,-1 0 0,-1-4 0,-4-4 0,2-1 0</inkml:trace>
  <inkml:trace contextRef="#ctx0" brushRef="#br0" timeOffset="1966">867 952 11404,'0'7'0,"1"-1"0,3-2 0,-2 0 0,5-4 0,1 0 0,2-1 0,0-3 0,1-3 0,-1 1 0,-1-1 0,-1 0 0,-1 2 0,-3-5 0,2 3 0,-2-2 0,0 2 0,-4 0 0,-1 1 0,-3-1 0,-3 4 0,-3 2 0,-3 1 0,-1 1 0,1 2 0,2 0 0,0 4 0,1 1 0,-1 1 0,1 3 0,0 0 0,2 2 0,1-1 0,5-1 0,-2-2 0,3 1 0,1-1 0,0 1 0,1-2 0,3-1 0,3-1 0,3-3 0,3 2 0,1-1 0,-1 1 0,2-4 0,-1 2 0,0-3 0,1-1 0,-3 0 0,2 0 0,-3 0 0,0 0 0,-1 0 0,1 0 0,-5 0 0,-2-1 0,-4-3 0,0-3 0,0 2 0,-1-1 0,-1 0 0,-2 0 0,1-1 0,2-2 0,-2 1 0,0 1 0,-1 0 0,4-4 0,0 1 0,0-1 0,5 1 0,1-1 0,1 1 0,0 0 0,0-1 0,4 1 0,2-1 0,1 1 0,1 0 0,-2 2 0,1 2 0,-1 2 0,2 0 0,-1 4 0,-1 0 0,-2 0 0,0 5 0,-2 2 0,-1 2 0,-1 2 0,-4-1 0,0 2 0,-2 1 0,-1 0 0,0 1 0,0-3 0,0-1 0,0 1 0,0-1 0,0 1 0,0-1 0,0 1 0</inkml:trace>
  <inkml:trace contextRef="#ctx0" brushRef="#br0" timeOffset="3000">1496 868 11398,'-2'-9'0,"0"1"0,-3 1 0,1-1 0,-2-1 0,1 1 0,-1 2 0,1 2 0,-3 1 0,-2 3 0,0 4 0,-1 3 0,1 3 0,0 4 0,2 3 0,1-1 0,0 4 0,-2-4 0,1 1 0,1 1 0,5-5 0,-2 1 0,3-3 0,2-1 0,3-3 0,4-4 0,3-3 0,5-5 0,-1-5 0,1-6 0,0-4 0,2-1 0,-1-1 0,-1-1 0,0-3 0,-4 0 0,0 0 0,-3-2 0,-2-5 0,-3-3 0,-3-2 0,-1-1 0,-1 1 0,-3-3 0,-2 2 0,1 0 0,-4 10 0,5 2 0,-2 8 0,4 3 0,-3 6 0</inkml:trace>
  <inkml:trace contextRef="#ctx0" brushRef="#br0" timeOffset="3158">1621 847 11354,'0'-6'0,"0"2"0,0 4 0,1 0 0,3 0 0,3 0 0,2 0 0,2 0 0,-1 0 0,1 0 0,-1-1 0,1-2 0,-1 0 0,0-1 0,1 1 0,-1-2 0,1-1 0,-2-2 0,-2-1 0,-4 0 0,-6 2 0,-4 3 0,-2-1 0,-3 2 0,-2 1 0,-3 0 0,-3 6 0,0 1 0,2 0 0,1 4 0,1 1 0,1 3 0,0 2 0,2 0 0,3 1 0,3 1 0,3 0 0,3 1 0,2-2 0,4 0 0,5-1 0,7-1 0,2-3 0,3-4 0,3-3 0,3-1 0,2-2 0,1-1 0,1 0 0</inkml:trace>
  <inkml:trace contextRef="#ctx0" brushRef="#br0" timeOffset="5305">1925 763 11512,'-9'5'0,"2"2"0,2 1 0,2 0 0,-1 0 0,1 3 0,-1 2 0,1 1 0,0 0 0,1 1 0,-2 1 0,3-3 0,-2 1 0,2-2 0,1-2 0,1-1 0,1-1 0,3-2 0,1-1 0,1-2 0,3-3 0,0 0 0,1-1 0,-1-2 0,1-4 0,-1-3 0,1 0 0,-1 0 0,1-2 0,-2-1 0,-1-1 0,-2 1 0,0 3 0,-1 2 0,-1 1 0,-1 1 0,-2 4 0,-1 5 0,1 4 0,2 0 0,4-3 0,3-3 0,0-1 0,1-1 0,0-2 0,2-1 0,1-2 0,-1-2 0,0-2 0,-1 0 0,2-2 0,-1-1 0,-1-1 0,-3 2 0,-1 0 0,-2 1 0,-1 1 0,-3 7 0,-5 6 0,-3 3 0,-5 9 0,2-1 0,2 0 0,-1 4 0,3-1 0,0-1 0,1-2 0,-1 1 0,3-1 0,-2-1 0,2-1 0,4-2 0,3 1 0,2-1 0,5 0 0,-2-4 0,5-1 0</inkml:trace>
  <inkml:trace contextRef="#ctx0" brushRef="#br0" timeOffset="5416">2428 826 11512,'0'-10'0,"0"-1"0,0 1 0,0-1 0,0 1 0,0-1 0,-2 2 0,0 1 0,-1 1 0,-5 1 0,1-1 0,-3 3 0,0 5 0,-1 2 0,1 3 0,-1 6 0,1 0 0,-1 2 0,2 4 0,1-3 0,2 0 0,1 0 0,-2 0 0,4-2 0,1 1 0,0-1 0,2-5 0,2-2 0,1-1 0,4-3 0,2 3 0,3-2 0,1-2 0,1-3 0,0 0 0,-4-5 0,0-2 0,-3 0 0,2 2 0,-3 0 0,0-1 0,-3-1 0,-2-2 0,-1 1 0,0-1 0,0 1 0,-4-1 0,-2 1 0</inkml:trace>
  <inkml:trace contextRef="#ctx0" brushRef="#br0" timeOffset="7076">2658 722 11396,'-9'-11'0,"1"2"0,1 2 0,0 2 0,0 2 0,0-1 0,-1 2 0,-2 1 0,1 2 0,1 1 0,2 3 0,0 1 0,1 2 0,1 1 0,1 2 0,2-1 0,2-1 0,3-1 0,3-2 0,2-1 0,2-2 0,-1 1 0,1 1 0,-1-1 0,2 2 0,1 0 0,1 1 0,-2 0 0,0 0 0,-3 1 0,-1 1 0,-2 2 0,-1-1 0,-3 1 0,-1-1 0,-2 1 0,-2-2 0,-5-2 0,-4-2 0,-3-2 0,0 1 0,-2-2 0,1-1 0,2-1 0,-3 0 0,-1 0 0,1-1 0,1-1 0,0-2 0,2-4 0,4 2 0,-1-4 0</inkml:trace>
  <inkml:trace contextRef="#ctx0" brushRef="#br0" timeOffset="7488">3046 722 11389,'-5'-6'0,"-2"2"0,-2 3 0,-1 2 0,3 3 0,3 3 0,0 2 0,1 1 0,0 1 0,1-1 0,0 1 0,-2-1 0,2 1 0,1 0 0,2 1 0,1 0 0,3-4 0,1-1 0,2-2 0,1-1 0,3 0 0,2-4 0,1-1 0,2-3 0,-3-2 0,-2 0 0,-2-4 0,1 1 0,-2-4 0,-1 0 0,-1 0 0,1 0 0,2-1 0,-1 2 0,-2 0 0,-2 3 0,-2 3 0,1 6 0,-2 6 0,-1 3 0,-1 1 0,0 1 0,0-4 0,1-1 0,3-2 0,2 3 0,4-3 0,1-2 0,-1-2 0,1-2 0,-1-3 0,2-1 0,0-2 0,1-1 0,-2-2 0,-3 0 0,0-2 0,1-1 0,1 1 0,-2 2 0,-2 0 0,-2 1 0,0 0 0,0 3 0,-6 4 0,2 6 0,-2 4 0,-3 3 0,4 4 0,-4 0 0,2 0 0,-1 1 0,1-2 0,3 3 0,0-1 0,0-2 0,1-2 0,2 0 0,3-1 0,5 1 0</inkml:trace>
  <inkml:trace contextRef="#ctx0" brushRef="#br0" timeOffset="7932">3538 669 11391,'-4'7'0,"1"0"0,0 1 0,2 2 0,0 0 0,-1 2 0,-2 2 0,1-3 0,3 4 0,0-1 0,0 0 0,1 0 0,1-3 0,3-2 0,1-2 0,1 1 0,3-4 0,1-2 0,-1-1 0,-1-2 0,0-1 0,-2-2 0,-4-4 0,4 1 0,0-3 0,-1-4 0,-1 2 0,-5-2 0,0 1 0,0-1 0,0 3 0,0-3 0,0 2 0,0 2 0,0-2 0,0-1 0,0-1 0,0 0 0,0 4 0,0 5 0,0 5 0,1 5 0,1 5 0,3 1 0,0-1 0,-1 2 0,2 1 0,0 2 0,-1 1 0,-2 1 0,1 3 0,0-1 0,-1-2 0,1 1 0,-4 2 0,0-2 0,0-2 0,-1 1 0,-3-2 0,-3 1 0,-2 0 0,-3 2 0,0-2 0,-4-2 0,0-2 0,-3-2 0,1 0 0,0-3 0,3-4 0,1-2 0,0-1 0,-4-9 0,1-3 0</inkml:trace>
  <inkml:trace contextRef="#ctx0" brushRef="#br0" timeOffset="8482">3978 617 11422,'0'-11'0,"0"1"0,0-1 0,-2 2 0,0 1 0,-3 2 0,1 0 0,-2 2 0,0-1 0,-2 3 0,-1 0 0,-2 2 0,1 0 0,-1 2 0,1 1 0,-1 4 0,1 2 0,-1 2 0,1-1 0,-1 1 0,4-1 0,2 1 0,0-1 0,3 1 0,1-1 0,1 1 0,4-2 0,3-2 0,4-2 0,3-1 0,-2-1 0,5 2 0,-1 0 0,0-3 0,-3 3 0,1 0 0,-2-1 0,-2 1 0,1 3 0,-1-1 0,-5 2 0,-4 2 0,-3-1 0,-7-4 0,1-1 0,-3-2 0,-3 1 0,-1-1 0,2-1 0,-1 0 0,1 1 0,0 1 0,0-4 0,-1 0 0,2 0 0,0-4 0,2 0 0,0-2 0,3-2 0,-2-2 0,3 0 0</inkml:trace>
  <inkml:trace contextRef="#ctx0" brushRef="#br0" timeOffset="9757">4198 638 11395,'0'-11'0,"0"1"0,0-1 0,0 1 0,-4 3 0,1 0 0,-1-1 0,-1-2 0,0 1 0,-5 1 0,2 2 0,1 2 0,0 0 0,-3 4 0,-1 1 0,1 3 0,-1 1 0,2 6 0,1 1 0,1 2 0,0 3 0,0 2 0,1-1 0,1-1 0,3-2 0,1-3 0,1 0 0,1-1 0,3-2 0,3-1 0,2-2 0,1-1 0,2-3 0,1-2 0,2-2 0,0-3 0,0-1 0,-2-2 0,-1-1 0,-2-2 0,1 1 0,-1-1 0,-1 1 0,-2-1 0,-3 1 0,-3-1 0,-2 2 0,-3 3 0,-2 6 0,1 6 0,0 4 0,2 3 0,-1 2 0,2 2 0,-1 1 0,1 3 0,-1 2 0,0 3 0,2 0 0,1-1 0,0-1 0,0-1 0,0 0 0,0 2 0,0-2 0,0-2 0,0-3 0,0-1 0,0-2 0,-1-2 0,-3-2 0,-3 0 0,-2-1 0,-3-1 0,0-2 0,-2-3 0,1-3 0,-3-6 0,-1 0 0</inkml:trace>
  <inkml:trace contextRef="#ctx0" brushRef="#br0" timeOffset="13432">4334 617 11446,'9'-1'0,"-1"-2"0,-1 0 0,0-5 0,4 1 0,-4 1 0,-2-1 0,1 0 0,-1 0 0,1 1 0,-2 0 0,2 0 0,0-2 0,1-1 0,0-1 0,-1-1 0,0 1 0,-2-1 0,2-1 0,-1 0 0,0-3 0,0-2 0,0-1 0,-2-2 0,1-2 0,-1-2 0,0 0 0,-2-5 0,-1 1 0,0-1 0,0 1 0,0-2 0,0 3 0,0-1 0,0 0 0,0 5 0,-1 0 0,-2 4 0,0 5 0,-2 4 0,2 3 0,-4 3 0,-3 4 0,1 4 0,1 3 0,1 3 0,-1 3 0,-2 2 0,0 2 0,1 6 0,1 3 0,1 6 0,-2 3 0,1 3 0,0 4 0,2 2 0,0 4 0,1 3 0,2-1 0,0 6 0,2-3 0,1 0 0,1-2 0,2-3 0,4-6 0,3-6 0,0-10 0,1-5 0,4-4 0,1-7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1:15.89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20 556 11770,'1'9'0,"3"-2"0,3-4 0,2-1 0,1-2 0,0 0 0,1 0 0,2-4 0,2 0 0,0-1 0,0 0 0,-1-1 0,-4 1 0,0 0 0,1 0 0,-2-1 0,-2-2 0,-5 0 0,-4 1 0,-6 4 0,-4 1 0,-3 4 0,-1 1 0,-1 4 0,0 3 0,0 3 0,0 1 0,1-1 0,2 1 0,2 0 0,2 0 0,0 0 0,4-2 0,3 2 0,3-4 0,3-3 0,3 1 0,5-5 0,3 0 0,3-2 0,6-1 0,2 0 0,2 0 0,5-5 0,4-1 0</inkml:trace>
  <inkml:trace contextRef="#ctx0" brushRef="#br0" timeOffset="131">329 577 11770,'-10'6'0,"0"0"0,-1-1 0,10-2 0,5-3 0,4 0 0,5-4 0,1-3 0,0-2 0,1-2 0,-3 1 0,4-1 0,0-2 0,-1-2 0,1-1 0,-1-2 0,0-2 0,-2-1 0,-2-4 0,-1-2 0,0-4 0,-4-4 0,-2-5 0,-3-5 0,-1-1 0,0 1 0,-1 5 0,-3 6 0,-1 5 0,-2 8 0,0 6 0,-1 8 0,-1 6 0,-1 4 0,-2 7 0,-1 9 0,0 4 0,0 4 0,-2 8 0,2 3 0,0 6 0,1 4 0,3 1 0,1 0 0,3-2 0,0-1 0,2 0 0,3-4 0,1 0 0,2-6 0,3-7 0,5-6 0,3-5 0,2 6 0,5-2 0</inkml:trace>
  <inkml:trace contextRef="#ctx0" brushRef="#br0" timeOffset="335">999 618 11748,'0'10'0,"0"0"0,0 1 0,0 0 0,0 4 0,-1 6 0,-1 5 0,-3 5 0,0 3 0,0 3 0,0 1 0,-1-2 0,2 0 0,-1-3 0,3-1 0,1-2 0,1-4 0,0-5 0,0-6 0,0-4 0,4-5 0,1-7 0,2-8 0,-4-5 0,-2-2 0,3-1 0,-1-5 0,1-2 0,0-4 0,-3-5 0,3-2 0,-3-3 0,-1-5 0,0 1 0,0-6 0,1 0 0,3 1 0,-2-1 0,5 7 0,1 4 0,1 4 0,-2 8 0,0 5 0,1 9 0,1 6 0,1 4 0,-1 2 0,-1 4 0,-1 5 0,-1 2 0,2 4 0,-2 0 0,-2 0 0,3 1 0,-3 2 0,-2 0 0,-1-2 0,-1-4 0,0 4 0,-1-3 0,-3-1 0,-1 2 0,-6-1 0,1-2 0,0 0 0,-1-3 0,2-1 0,1-2 0,1-2 0,1 0 0,-5-4 0,1 0 0,0 0 0</inkml:trace>
  <inkml:trace contextRef="#ctx0" brushRef="#br0" timeOffset="2291">1298 504 11695,'-5'-5'0,"-2"1"0,-1 4 0,2 5 0,1 4 0,2 4 0,-1 0 0,2 2 0,1 1 0,1 1 0,0 1 0,0-1 0,0-1 0,1-1 0,2-3 0,4 0 0,2-3 0,2-1 0,0-2 0,2-3 0,0-2 0,1-1 0,1 0 0,-4-4 0,3-4 0,-2-4 0,-2-3 0,-1-1 0,-1-2 0,-2 0 0,-2-1 0,0 2 0,-1-1 0,1 0 0,-2 0 0,-1-1 0,-1 3 0</inkml:trace>
  <inkml:trace contextRef="#ctx0" brushRef="#br0" timeOffset="2649">1555 556 11695,'5'6'0,"2"-3"0,2-2 0,1-1 0,1 0 0,-1 0 0,0-1 0,1-1 0,-1-3 0,0 0 0,1-3 0,-1-2 0,-1 0 0,-2 0 0,-3-1 0,-4 1 0,-1 0 0,-2 0 0,-3 3 0,-5 1 0,-2 1 0,-1 3 0,-4 2 0,1 2 0,-3 4 0,0 3 0,3-1 0,1 7 0,1 0 0,2 2 0,2-1 0,1 1 0,4 1 0,2-1 0,4-1 0,5-1 0,4-3 0,6 0 0,3-2 0,5-1 0,2-2 0,3-2 0,3-5 0</inkml:trace>
  <inkml:trace contextRef="#ctx0" brushRef="#br0" timeOffset="2650">1782 453 11680,'0'10'0,"0"1"0,0-1 0,0 0 0,0 0 0,0 1 0,0-1 0,0 0 0,0 1 0,1-1 0,2 1 0,0 2 0,-1 1 0,1-3 0,-1-2 0,1-2 0,1 1 0,0 1 0,-1-3 0,4-2 0,-5-4 0,1-4 0,-2-3 0,-1-2 0,0-1 0,0-2 0,0 0 0,0-3 0,0-1 0,0-1 0,2 0 0,0-1 0,2 0 0,1-1 0,1-1 0,-2 3 0,2 2 0,0 2 0,2 2 0,1 2 0,1 1 0,1 2 0,-2 4 0,-1 3 0,-1 4 0,1 0 0,5 7 0,3 4 0</inkml:trace>
  <inkml:trace contextRef="#ctx0" brushRef="#br0" timeOffset="2651">2143 20 11710,'-1'-6'0,"-2"4"0,-1 4 0,-1 6 0,1 6 0,1 8 0,2 8 0,0 8 0,-1 6 0,-2 7 0,2 2 0,1 1 0,2-2 0,1-3 0,3-4 0,-1-7 0,2-8 0,-1-7 0,-1-6 0,-1-3 0,-2-2 0,-1-2 0,0-4 0,0-2 0</inkml:trace>
  <inkml:trace contextRef="#ctx0" brushRef="#br0" timeOffset="2652">2060 381 11710,'5'-10'0,"2"0"0,2 4 0,1 1 0,2 1 0,1 1 0,4 1 0,-1 1 0,3 1 0,-2 0 0,3 0 0,0 0 0,1 4 0,-1 3 0,1 2 0,0 2 0</inkml:trace>
  <inkml:trace contextRef="#ctx0" brushRef="#br0" timeOffset="2653">2390 504 11710,'6'-6'0,"-3"-1"0,-2 0 0,-1-3 0,0-1 0,-1 2 0,-2 1 0,-5 2 0,-4 2 0,-1 2 0,-1 0 0,-1 2 0,-1 2 0,-1 1 0,1 4 0,0 3 0,1 3 0,0 2 0,2 1 0,3 1 0,3 0 0,4-1 0,2-1 0,3 2 0,4-3 0,5-2 0,4 0 0,6-3 0,4-2 0,0-4 0,0-2 0,3-1 0,-4-1 0,-3-2 0,-2-4 0,-1-3 0,-5-3 0,-4-2 0,-5-1 0,-2 2 0,-2-3 0,0-1 0,0-2 0,-6 4 0,-3 3 0,-5 1 0,-2 2 0,-1 1 0,-4 2 0,1-2 0,-1 3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1:13.05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248 458 11865,'-1'-9'0,"-2"1"0,-1 2 0,-2 2 0,-2 2 0,-1 0 0,-1 2 0,-2 0 0,0 0 0,-3 0 0,-1 0 0,-1 2 0,1 0 0,1 1 0,1 1 0,0 0 0,0 2 0,2 1 0,0-1 0,3-2 0,2 4 0,-1-2 0,3 1 0,0 0 0,2 0 0,4 3 0,2 0 0,3-3 0,4-1 0,2-2 0,1-1 0,2 1 0,4 0 0,-2-1 0,1 2 0,2-3 0,0 4 0,0-1 0,-3 1 0,-2-2 0,-5 1 0,0 1 0,1-1 0,-2 0 0,-2 1 0,-4 2 0,-3 1 0,-3 0 0,-5-1 0,-4-1 0,-3 0 0,-1 0 0,-2-1 0,-2-1 0,1 0 0,1 1 0,2-2 0,0 1 0,1-3 0,0 0 0,2 1 0,2 0 0,0-1 0,1-5 0,0-3 0</inkml:trace>
  <inkml:trace contextRef="#ctx0" brushRef="#br0" timeOffset="317">598 510 11806,'-6'-10'0,"2"-1"0,-1 1 0,1 3 0,-4 0 0,1-1 0,-1-1 0,-1 2 0,-2 0 0,1 0 0,0 2 0,-1 0 0,0 5 0,-2 0 0,0 0 0,0 1 0,2 3 0,0 4 0,1 3 0,0 4 0,-1 1 0,2 4 0,2 1 0,4 3 0,2-1 0,1-1 0,0-3 0,1-1 0,2-4 0,4 0 0,4 0 0,1-3 0,3-3 0,1-4 0,2-3 0,-2-1 0,0-1 0,-1-3 0,-2-2 0,-2-4 0,-1 0 0,-4 0 0,-2-1 0,0 0 0,0-2 0,-3 0 0,-3 0 0,-1-2 0,-2 1 0,-1 2 0,0 0 0,-1-2 0,-3-2 0</inkml:trace>
  <inkml:trace contextRef="#ctx0" brushRef="#br0" timeOffset="935">804 26 11732,'0'-11'0,"-1"2"0,-1 3 0,-2 6 0,2 8 0,1 7 0,1 7 0,0 4 0,0 6 0,0 6 0,0 5 0,0 2 0,0 1 0,1 0 0,1-1 0,2-1 0,-2 0 0,-1-4 0,-1-6 0,0-5 0,0-6 0,0-5 0,0-4 0,0-5 0,0-6 0,0-6 0,0-5 0,1-4 0,2-1 0,1-3 0,1-2 0,1 1 0,-1-1 0,2-1 0,0-1 0,0 2 0,1 2 0,1 1 0,1 2 0,1 2 0,-1 0 0,0 2 0,2 2 0,0 4 0,1 3 0,-2 3 0,0 4 0,-1 4 0,-1 2 0,-2 5 0,-1 1 0,-2 2 0,1-1 0,-3 0 0,-1-2 0,-1-2 0,0-1 0,0-2 0,0-2 0,-4 2 0,-3-2 0,-2-2 0,-5-4 0,0 0 0,1 0 0,-2-3 0,-2-1 0,0-1 0,1-1 0,2-2 0,1-4 0,-3-2 0,0-1 0,-5-1 0</inkml:trace>
  <inkml:trace contextRef="#ctx0" brushRef="#br0" timeOffset="1526">1124 489 11770,'3'7'0,"1"0"0,-1 0 0,0 0 0,2 0 0,1 1 0,2 1 0,0 1 0,0-1 0,-1-1 0,1-1 0,0 1 0,0 0 0,-3-2 0,-1-6 0,-4-6 0,-2-4 0,-2-3 0,1-2 0,-1-1 0,2-2 0,1-1 0,1-2 0,0 0 0,0 1 0,4-1 0,3 2 0,2 0 0,2 2 0,0 5 0,2-2 0,2 4 0,1 3 0,-3 2 0,5 5 0,-1 0 0,3 0 0</inkml:trace>
  <inkml:trace contextRef="#ctx0" brushRef="#br0" timeOffset="1690">1443 469 11770,'-1'0'0,"4"0"0,5 0 0,3 0 0,-1 0 0,0-2 0,1 0 0,-2-2 0,-1-1 0,-2-1 0,-2 1 0,-3-2 0,-3 0 0,-5 1 0,-2 2 0,-1 1 0,-2 2 0,0 2 0,-2 3 0,1 3 0,2 2 0,1 1 0,-1 0 0,1 2 0,1 0 0,2 3 0,3 0 0,4 0 0,4-2 0,3 1 0,7 0 0,3-2 0,2-4 0,3-5 0,2-2 0,2 4 0,5-4 0,0 4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1:27.86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21 350 12002,'-6'4'0,"1"2"0,2 1 0,0 0 0,0 1 0,2 1 0,1 1 0,0 1 0,0-1 0,1-1 0,3-2 0,3-4 0,2 0 0,1-1 0,0 1 0,1 0 0,-1-2 0,0-2 0,2-3 0,0-3 0,2-2 0,0-1 0,-1 0 0,1-1 0,-1 1 0,-2 0 0,0-1 0,-1 2 0,-1 1 0,-1 2 0,-1 2 0,-5 0 0,2 6 0,-7 1 0,-1 3 0,-2 0 0,4 3 0,-2-2 0,3 2 0,1-2 0,0-1 0,1 0 0,3 1 0,3-4 0,2-1 0,1-2 0,0 0 0,1-2 0,-1 0 0,-1-2 0,-1-2 0,0-1 0,1 0 0,3 0 0,-2-1 0,0 0 0,-2 0 0,2 2 0,-2 1 0,-2 1 0,-2 3 0,-3 6 0,-2 3 0,-1 2 0,-3 2 0,-1 1 0,4-1 0,-3 1 0,2-1 0,0-2 0,0 1 0,2-1 0,1 0 0,5 0 0,0 1 0</inkml:trace>
  <inkml:trace contextRef="#ctx0" brushRef="#br0" timeOffset="1">495 329 11898,'-11'0'0,"1"0"0,1 1 0,1 3 0,2 3 0,0 2 0,2 1 0,-1 0 0,3 1 0,1-1 0,1 0 0,0 1 0,4-2 0,3-1 0,2-2 0,2-2 0,-1 3 0,0-4 0,1 0 0,-1-2 0,1-1 0,2 0 0,1-1 0,-2-3 0,0 0 0,-3-4 0,-1 1 0,-1-1 0,0-1 0,2-2 0,-2 1 0,-3 0 0,-4-1 0,-1 6 0,-2 1 0,-3 4 0,-3 4 0,2 3 0,-1 2 0,3 1 0,1 0 0,-1 1 0,1 2 0,1 2 0,0 1 0,1 3 0,1 0 0,1 2 0,0-1 0,-2 1 0,0 1 0,-1 1 0,-1 1 0,1-2 0,-2 0 0,-1-2 0,-2-2 0,-1-1 0,-1 0 0,0 1 0,-1-2 0,0-2 0,-2-1 0,0-3 0,0-3 0,0-3 0,1-3 0,-3-1 0,-1 0 0,3-9 0,-2-3 0</inkml:trace>
  <inkml:trace contextRef="#ctx0" brushRef="#br0" timeOffset="1155">876 339 11954,'-1'-6'0,"-1"-1"0,-2-1 0,-3 2 0,3-1 0,-2-1 0,2 4 0,-2 0 0,-2 3 0,-2 1 0,2 0 0,-1 0 0,-2 1 0,-1 3 0,1-2 0,1 5 0,-1 1 0,1 1 0,1 1 0,1 0 0,1 1 0,6-1 0,1 0 0,4 0 0,8-2 0,0-3 0,2 0 0,3 2 0,-2-4 0,1 1 0,3 0 0,-3 1 0,0 3 0,-1-1 0,-3 1 0,2-3 0,-3 2 0,-2 0 0,1-1 0,-6 3 0,-2-2 0,-4 2 0,-4 0 0,-5-1 0,-2-2 0,0-1 0,-6-2 0,3-3 0,-1 0 0,0 0 0,1 0 0,-1 0 0,2 0 0,0 0 0,4-3 0,-3-2 0,4-1 0,3-2 0,-2-6 0,3-2 0</inkml:trace>
  <inkml:trace contextRef="#ctx0" brushRef="#br0" timeOffset="1156">1092 329 12018,'-1'-10'0,"-1"0"0,-2-1 0,1 1 0,-2 1 0,0 1 0,-2 2 0,0 1 0,-1 3 0,-1 1 0,-3 2 0,0 3 0,-3 3 0,-1 3 0,-1 4 0,0 2 0,0 1 0,3 0 0,2 0 0,4-1 0,5-2 0,2-3 0,1 0 0,0-1 0,0 0 0,4-3 0,4-1 0,4-2 0,1-1 0,6-2 0,-2-1 0,2 0 0,2-1 0,-2-2 0,0-1 0,-3-2 0,-1-1 0,-2 0 0,1 0 0,0-1 0,-3-1 0,-2-1 0,-3 0 0,-1-1 0,-3 1 0,-1 0 0,-2 1 0,-2 2 0,-4 3 0,-2 3 0,-2 2 0,1 4 0,0 4 0,-1 4 0,1 2 0,0-2 0,1 4 0,2 3 0,-1 1 0,4 0 0,1 3 0,-2 4 0,4-2 0,-2 0 0,3 0 0,2-3 0,3-2 0,-1 0 0,2-2 0,-2-1 0,1-5 0,-3-1 0,-2-2 0,-3 0 0,-3-4 0,-4-1 0</inkml:trace>
  <inkml:trace contextRef="#ctx0" brushRef="#br0" timeOffset="1804">907 597 12012,'-7'-3'0,"1"-2"0,3 0 0,4 1 0,5 2 0,3 0 0,1 2 0,2 0 0,0 0 0,3 0 0,0 0 0,1 0 0,-1 0 0,0 0 0,3 5 0,-2 1 0</inkml:trace>
  <inkml:trace contextRef="#ctx0" brushRef="#br0" timeOffset="1805">1216 381 12012,'-6'4'0,"1"-3"0,2 4 0,0 0 0,1 1 0,2 4 0,3-1 0,4-2 0,2-4 0,1-2 0,1-1 0,-1 0 0,0 0 0,-1-1 0,-1-2 0,-1-3 0,1 0 0,0-3 0,0 3 0,-1-1 0,1 1 0,-2-1 0,0-5 0,-1 0 0,1-2 0,-2 0 0,1 3 0,0-2 0,-3-1 0,3 1 0,-2 2 0,-1 1 0,0 0 0,1-1 0,0 1 0,1 3 0,-3 2 0,1-1 0,2 0 0,-1-1 0,1 0 0,0 2 0,1-1 0,-1 0 0,-1-2 0,-2-1 0,0-1 0,1-2 0,2 0 0,-2-2 0,-1 0 0,-1 0 0,0 1 0,0 0 0,0 2 0,0 0 0,-1 1 0,-3 1 0,-2 2 0,-4 4 0,0 4 0,1 4 0,2 6 0,-2 6 0,2 0 0,-1 4 0,1 3 0,-1 2 0,5 5 0,-1 0 0,0 0 0,3 0 0,-3 0 0,3 0 0,1-1 0,1 0 0,3-2 0,1-5 0,1-5 0,3 0 0,-2-3 0,2-1 0,2-2 0,-1-2 0,0-7 0,0 2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1:25.44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11 62 11985,'0'-1'0,"0"4"0,-1 6 0,-1 4 0,-2 2 0,2 2 0,1 4 0,1 2 0,0-1 0,0 0 0,0-1 0,1-1 0,1 0 0,3-3 0,0-3 0,3-4 0,2-3 0,0-4 0,0-1 0,1-4 0,-1-1 0,4-7 0,-1-7 0,0-3 0,-2-1 0,-4 1 0,0-2 0,0-1 0,-1-1 0,-1 0 0,-2 3 0,0 1 0,-1-1 0,0 2 0,-2 2 0,0 3 0,-5 2 0,-1 2 0</inkml:trace>
  <inkml:trace contextRef="#ctx0" brushRef="#br0" timeOffset="85">361 113 11942,'7'-10'0,"-1"0"0,-1 0 0,-3-1 0,-1 1 0,-1 0 0,-1 1 0,-3 2 0,-3 3 0,-2 3 0,-1 1 0,0 0 0,-1 5 0,1 0 0,0 2 0,0 0 0,-1 0 0,1 3 0,0 1 0,-1-1 0,6 0 0,0 0 0,0 1 0,4-1 0,-1-1 0,4-1 0,5-1 0,3-3 0,3 1 0,2 1 0,1 0 0,1-3 0,3 3 0,-2 0 0,-1-1 0,-1-1 0,2 2 0,-2-1 0,-1 1 0,-2-3 0,-5 3 0,-2 0 0,-2 0 0,-1-3 0,-7 4 0,-5-4 0,-5 3 0,0-1 0,0-3 0,1-1 0,-4 0 0,0 1 0,1 2 0,1-1 0,4-3 0,1 0 0,0 0 0,0 0 0,-1 0 0,1-4 0,0-2 0</inkml:trace>
  <inkml:trace contextRef="#ctx0" brushRef="#br0" timeOffset="1716">743 134 11866,'-10'-7'0,"2"0"0,2 0 0,-2 2 0,-3-4 0,-1 2 0,-2-1 0,1 1 0,1 1 0,-1 4 0,-2-2 0,-1 2 0,2 2 0,-2 2 0,2 4 0,1 3 0,2-1 0,0 6 0,2-1 0,2 0 0,3-1 0,4 2 0,0-3 0,0-1 0,1 1 0,2-2 0,4-1 0,2-1 0,3-4 0,0 3 0,3-2 0,1-1 0,-2-2 0,2-1 0,0-1 0,0-3 0,-2 2 0,2-4 0,-1 1 0,-3-1 0,0 2 0,-2-1 0,0 0 0,1 3 0,-1-3 0,0 2 0,-4 0 0,-3 7 0,-2 2 0,-1 4 0,0 0 0,0 1 0,0-1 0,0 0 0,0 0 0,2 0 0,1-4 0,7-1 0,6-5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1:20.35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259 103 11746,'-2'-9'0,"0"1"0,-2 2 0,-1 1 0,-1 0 0,1 0 0,-3 3 0,-2 1 0,0 1 0,0 0 0,-1 0 0,1 1 0,0 3 0,0 2 0,-1 4 0,1 1 0,0 2 0,-1 1 0,2 1 0,1 1 0,2-1 0,2 0 0,2-1 0,0 0 0,4-1 0,1-1 0,4-3 0,2-3 0,1-2 0,2-1 0,0-2 0,3-1 0,0 0 0,0-1 0,-1-3 0,-1-3 0,1-2 0,-1-1 0,-2 0 0,0-1 0,-1 0 0,0-2 0,-1-2 0,-1 0 0,-1 1 0,-4 0 0,0 3 0,-2 1 0,-1 0 0,0 0 0,0-1 0,0 7 0,-1 5 0,-2 8 0,0 6 0,-2 7 0,0 1 0,3 1 0,-3 6 0,0 0 0,1 1 0,-1 2 0,1 1 0,1-2 0,0 1 0,1 1 0,1-3 0,1-5 0,0 0 0,0-3 0,-2-2 0,0-1 0,-1-3 0,0-3 0,-2-3 0,-2-2 0,-2-2 0,-2-2 0,-4-5 0,-1 0 0</inkml:trace>
  <inkml:trace contextRef="#ctx0" brushRef="#br0" timeOffset="348">1 454 11746,'10'0'0,"1"0"0,-1 1 0,0 1 0,0 1 0,2 0 0,1-2 0,1-1 0,4 1 0,2 1 0,3 2 0,0-2 0,-1-1 0,-2-1 0,1-4 0,0-2 0</inkml:trace>
  <inkml:trace contextRef="#ctx0" brushRef="#br0" timeOffset="349">423 41 11746,'-10'2'0,"1"1"0,2 4 0,4 2 0,0 1 0,1 2 0,-1 0 0,0 3 0,2 0 0,1 0 0,1-2 0,3-2 0,3-1 0,2 1 0,1-2 0,2-1 0,0-2 0,2-2 0,0-2 0,-1 0 0,1-2 0,-1-2 0,-2-1 0,-1-4 0,1-3 0,-1-3 0,-1-1 0,-2 1 0,-2-2 0,-2-1 0,1-1 0,-2 1 0,-1 0 0,-1 0 0,0 3 0,0-2 0</inkml:trace>
  <inkml:trace contextRef="#ctx0" brushRef="#br0" timeOffset="437">691 72 11746,'6'0'0,"3"0"0,-2 0 0,-1 0 0,1 0 0,1 0 0,-3 0 0,2 0 0,0-1 0,-1-2 0,3 0 0,-2-3 0,1-1 0,-1-4 0,-4 1 0,-2 3 0,-1 0 0,0-1 0,-4 4 0,-3 0 0,-2 3 0,-2 1 0,-3 0 0,-2 1 0,-2 3 0,1 3 0,3 5 0,-3 3 0,0 0 0,1 0 0,0 2 0,5-2 0,-1 1 0,3 2 0,6-2 0,-1 0 0,3-1 0,2-2 0,4-3 0,5-2 0,6-2 0,4-2 0,0-1 0,2-2 0,1-1 0,2 0 0,1 0 0,2-5 0,3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1:36.61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1 437 11879,'14'0'0,"0"0"0,0 0 0,0 0 0,0 0 0,1 0 0,0 0 0,2 0 0,2 0 0,-2 0 0,5-6 0,0-2 0</inkml:trace>
  <inkml:trace contextRef="#ctx0" brushRef="#br0" timeOffset="616">325 367 11879,'8'0'0,"-2"1"0,-6 4 0,5-2 0,0 6 0,-2 2 0,-2 2 0,-1 1 0,0 0 0,0 0 0,0 0 0,0 0 0,0 1 0,0-1 0,0 0 0,0 0 0,0 0 0,0-5 0,0 1 0,0-7 0,0 2 0,0-10 0,0-5 0,0-2 0,0-2 0,0 0 0,0 0 0,0 0 0,0-1 0,0 1 0,0 0 0,0-5 0,0 1 0,0 0 0,0 3 0,0 1 0,0 0 0,0-1 0,0 1 0,5 5 0,0 0 0,-2-2 0,5 4 0,1 3 0,-1 2 0,0 4 0,-2 2 0,3-1 0,-4 7 0,0 1 0,1 1 0,-4-2 0,2-1 0,-2 2 0,-2 2 0,0-4 0,0 0 0,0 2 0,0-3 0,0 2 0,0-6 0,-2 4 0,-2-2 0,1-1 0,-7-5 0,-1 0 0,3-1 0,-1-4 0,0 3 0,-6-4 0</inkml:trace>
  <inkml:trace contextRef="#ctx0" brushRef="#br0" timeOffset="1782">692 141 11710,'0'-9'0,"1"1"0,4 2 0,4 2 0,4 3 0,1 1 0,0 0 0,0 0 0,0 0 0,0 0 0,1 0 0,-1 1 0,0 3 0,0 2 0,-2 2 0,-2 3 0,-5 1 0,-5-2 0,-5-3 0,-5 0 0,-2-4 0,2 3 0,1-1 0,-2-2 0,-1 0 0,1 2 0,6 3 0,10 1 0,6-1 0,3 0 0,0-2 0,-2 2 0,-1-2 0,-1 2 0,1-2 0,0 2 0,0 0 0,-4 3 0,1 0 0,-1 0 0,-1-2 0,-3 2 0,-2 2 0,-2-1 0,-4-1 0,-4-3 0,-4 0 0,-1-2 0,0 0 0,0-3 0,0-1 0,0-2 0,0 0 0,0 0 0,-1 0 0,1 0 0,0-6 0,0-2 0</inkml:trace>
  <inkml:trace contextRef="#ctx0" brushRef="#br0" timeOffset="1982">974 127 11704,'9'0'0,"1"0"0,1 0 0,1 0 0,2 0 0,0 0 0,0 0 0,0 0 0,1 2 0,-1 1 0,0 1 0,0 1 0,0 0 0,-1 1 0,-4 2 0,-6 3 0,-6 0 0,-6-2 0,-2-3 0,0-1 0,1 0 0,-1-2 0,3-1 0,-1-2 0,7 0 0,2 0 0,8 0 0,5 1 0,1 2 0,0 2 0,0 0 0,0-1 0,0 3 0,0 0 0,0 4 0,-1 2 0,-4 1 0,2 0 0,-6 0 0,-2 0 0,-1 0 0,-2 1 0,-5-6 0,-1-1 0,-2-2 0,-1-1 0,-6-5 0,1 0 0,0 0 0,0 0 0,0 0 0,5-5 0,-1-1 0,-1-2 0,-1-1 0,-2-6 0</inkml:trace>
  <inkml:trace contextRef="#ctx0" brushRef="#br0" timeOffset="4566">1538 141 11618,'0'-14'0,"0"0"0,-6 0 0,-4 0 0,-2 0 0,-3 1 0,1 4 1,0 2 0,0 7 0,0 0-1,0 0 1,0 2 0,0 3 0,0 6-1,1 4 1,2 6 0,2-1 0,-1 2 0,3-2-1,2 2 1,3-1 0,2-1 0,0-3-1,2-1 1,3-2 0,2 0 0,3-1-1,1-2 1,3-4 0,3 0 0,0-4 0,-1-2-1,-2-1 1,0 0 0,0-1 0,0-4-1,0-3 1,-1-1 0,-2-1 0,-2-2 0,1-4-1,-1-3 1,-1 2 0,-2 0 0,-1 0-1,0-2 1,-1 2-1,0 1 0,-3-4 0,-1-2 0</inkml:trace>
  <inkml:trace contextRef="#ctx0" brushRef="#br0" timeOffset="4966">1862 113 11717,'0'-14'0,"0"0"0,0 0 0,0-1 0,0 1 0,-1 2 0,-4 1 0,-5 3 0,-2 2 0,-2 3 0,-2 1 0,-1 2 0,-2 2 0,0 2 0,-1 6 0,4 2 0,-4 4 0,1 1 0,0 2 0,2 4 0,6-4 0,3 0 0,2 1 0,1-4 0,5 3 0,0-2 0,0 2 0,2-3 0,4 1 0,7-5 0,5-2 0,3-1 0,1-1 0,0-3 0,3-2 0,0 0 0,0 2 0,-3-2 0,-2-2 0,-3-2 0,-1-4 0,-2-4 0,-1-4 0,-4-1 0,-6 0 0,-4 0 0,-6 1 0,0 2 0,-4 4 0,-3 0 0,-4 4 0,-1 0 0,2 0 0,2-2 0,0 2 0,1 1 0,2 4 0,1 1 0,1 3 0,0 2 0,2-3 0,-2 4 0,1 1 0,-5 4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2:08.54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14 381 12639,'-7'2'0,"2"2"0,3-2 0,4 4 0,3-6 0,-2 0 0,6 0 0,2 0 0,-3 0 0,1 0 0,2 0 0,2 0 0,1 0 0,0 0 0,0 0 0,0 0 0,2 0 0,1-1 0,2-4 0,1 3 0,-2-2 0,2 2 0,2 2 0,-5-5 0,3 1 0,1 0 0,2 3 0,-1-4 0,0 0 0,0 2 0,0 2 0,-3 1 0,3 0 0,-2 0 0,-3 0 0,4 0 0,-2 0 0,-1 0 0,3 0 0,-6 0 0,6 0 0,-2 0 0,-1 0 0,3 0 0,-4 0 0,2 0 0,-2 0 0,0 0 0,0 0 0,2 0 0,-1 0 0,2 0 0,-1 0 0,-1 0 0,3 0 0,-5 0 0,4 0 0,-1 0 0,-1 0 0,3-2 0,-4-1 0,3-2 0,2 2 0,0 0 0,3 0 0,-3-2 0,-1 2 0,4-3 0,-3 1 0,1 0 0,1-1 0,-6 5 0,6-4 0,-1 3 0,-1 2 0,3-4 0,-6-1 0,0 2 0,1 1 0,-2 2 0,4 0 0,0 0 0,-1 0 0,-2 0 0,3 0 0,0 0 0,0 0 0,0 0 0,3 0 0,-1 0 0,1 0 0,-3 0 0,1 0 0,2 0 0,2 0 0,-4 0 0,1 0 0,1 0 0,1 0 0,-2 0 0,-1 0 0,1-1 0,-2-4 0,5 3 0,-4-2 0,2 2 0,-1 2 0,2 0 0,-4-1 0,2-3 0,-1 0 0,-1-1 0,3 5 0,-1 0 0,1 0 0,-2 0 0,2 0 0,2 0 0,-2 0 0,0-1 0,5-3 0,1 0 0,2 1 0,0 1 0,-3 2 0,1 0 0,2 0 0,1 0 0,-1 0 0,3 0 0,0 0 0,0 0 0,-3 0 0,5 0 0,3 0 0,-4 0 0,-1 0 0,0 0 0,0 0 0,2 0 0,4 0 0,-1 0 0,-3 0 0,2 0 0,-2 0 0,3 0 0,1 0 0,0 0 0,-1 0 0,-2 0 0,-1 0 0,-1 0 0,4 2 0,-3 1 0,-5 1 0,1 1 0,-1-5 0,0 0 0,1 0 0,-4 0 0,3 0 0,-3 0 0,-2 0 0,2 0 0,-1 0 0,1 0 0,-3 0 0,-4 0 0,2 0 0,-1-1 0,1-4 0,0 3 0,0-2 0,-3 2 0,-2 2 0,6 0 0,-5-2 0,1-1 0,-3-1 0,2-1 0,-1 5 0,2 0 0,3 0 0,-5-5 0,1 0 0,-3 2 0,1 2 0,6-1 0,-3-1 0,0-2 0,-3 2 0,1 2 0,1 1 0,-1 0 0,0 0 0,4-5 0,-5 0 0,0 2 0,1 2 0,-3 1 0,5 0 0,0 0 0,0 0 0,0 0 0,3 0 0,-3-2 0,-2-3 0,4 4 0,-4-4 0,2 3 0,3 2 0,2 0 0,-1 0 0,-1 0 0,-1 0 0,-1 0 0,6 0 0,-1 0 0,0 0 0,-1 0 0,-2 0 0,-2 0 0,2 0 0,2 0 0,1 0 0,-1 0 0,-4 0 0,4 0 0,-4 0 0,4 0 0,1 0 0,-4 0 0,-1 0 0,1 0 0,-2 0 0,4 0 0,-2 0 0,1 0 0,-2 0 0,2 0 0,-4 0 0,1 0 0,3 0 0,-5 0 0,1 0 0,-1 0 0,3 0 0,1 0 0,3 0 0,2 0 0,1 0 0,-5 0 0,-1 0 0,1 0 0,1 0 0,1 0 0,-2 0 0,-3 0 0,-2 0 0,1 0 0,-4 0 0,2 0 0,-2 0 0,-1 0 0,-2 0 0,0 0 0,0 0 0,0 0 0,0 0 0,0 0 0,-4 0 0,-1 0 0,2 0 0,2 0 0,-4 0 0,0 0 0,2 0 0,2 0 0,1 0 0,0 0 0,0 0 0,0 0 0,0 0 0,0 0 0,1 0 0,-1 0 0,0-1 0,1-2 0,4-2 0,-3 0 0,3 5 0,-4 0 0,-1 0 0,1 2 0,-1 1 0,1 2 0,4-2 0,-3-2 0,4-1 0,0 0 0,4 0 0,-4 2 0,1 1 0,-2 2 0,-1-2 0,1-1 0,-5-2 0,0 0 0,0 0 0,1 0 0,-1 0 0,0 0 0,-6 0 0,-8 0 0,-10 0 0,-2 0 0,-4 0 0,-1 0 0,-2 0 0,0 6 0,5 2 0</inkml:trace>
  <inkml:trace contextRef="#ctx0" brushRef="#br0" timeOffset="615">6867 127 12639,'0'-14'0,"0"0"0,0 0 0,0 8 0,2 6 0,2 7 0,-1 8 0,5 2 0,-1 2 0,-3-1 0,-2-4 0,1 1 0,2-1 0,1 0 0,-3 0 0,2 0 0,-2 0 0,-2 0 0,1 0 0,3 0 0,-4-4 0,4-1 0,-3-6 0,-2 2 0,0-10 0,0-4 0,0-5 0,0-3 0,0-2 0,-5-2 0,0 4 0,0-2 0,-1 2 0,3-5 0,-5 0 0,0 0 0,1 4 0,2-3 0,-3 2 0,2 2 0,3 1 0,-4 7 0,3 0 0,-1 6 0,6-4 0,4 9 0,5 3 0,1-2 0,1 6 0,1 0 0,2-1 0,3 3 0,-4-4 0,1 0 0,4 4 0,-3 0 0,3 0 0,-4-1 0,-1 1 0,-1-4 0,-2 3 0,-2-1 0,2-1 0,-5 5 0,-1-4 0,-5 2 0,-6-2 0,-8-4 0,0 1 0,-7-1 0,3-2 0,-1-1 0,-2-1 0,4 2 0,-2 2 0,2-2 0,1-1 0,2-2 0,0 0 0,0 0 0,6 0 0,-4 6 0,4 2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2:17.03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15 692 11539,'1'8'0,"4"-4"0,3-2 0,6-2 0,0 0 0,-5-2 0,1-1 0,1-3 0,1-2 0,-2 3 0,-1-4 0,2-2 0,0-1 0,-2-3 0,-2 1 0,-14 7 0,-2 2 0,-4 3 0,-1 2 0,0 7 0,0 2 0,0 3 0,0 3 0,0 0 0,1 2 0,2 2 0,2-1 0,6-3 0,-2-1 0,3 0 0,2 0 0,0-4 0,2-2 0,3 0 0,4-1 0,8-3 0,4 0 0,-1-2 0,0-2 0,1-2 0,-2-1 0,3-3 0,-1-2 0,6-1 0,-5-6 0</inkml:trace>
  <inkml:trace contextRef="#ctx0" brushRef="#br0" timeOffset="723">282 635 11538,'0'-14'0,"2"2"0,1 4 0,2 8 0,-2 8 0,-1 4-1,-2 2 0,0 2 1,0 3-1,0 4 1,0 4 0,0 1 0,0 0 0,0 1 0,0-1 0,0 0 0,0 2 0,-2 1-1,-3 2 1,2 5 0,-6-5 0,-1-1 0,1 1-1,0 2 1,-2-1 0,-4-1 0,-2-5 0,-2-4 0,1-4-1,-1-2 1,0-4 0,2-5 0,1-4 0,4-5-1,1-3 1,1-5 0,1-3 0,1-5 0,3-1 0,4-2-1,1-1 1,1-2 0,4-3 0,4-2 0,4 0 0,3 2-5,2 2 1,-2-1 0,4-2 0,-1 2 3,0 5 1,5-1 0,-6 1 0,1 2 0,2 1 0,-6 7 0,4 1 0,-3 2 0,4-5 0,2 3 0</inkml:trace>
  <inkml:trace contextRef="#ctx0" brushRef="#br0" timeOffset="724">268 424 11446,'-14'-5'0,"0"1"0,0 0 0,6 9 0,2 3 0</inkml:trace>
  <inkml:trace contextRef="#ctx0" brushRef="#br0" timeOffset="725">395 579 11421,'10'5'0,"-3"1"0,1 0 0,0 1 0,3-3 0,2 1 0,1 0 0,0-2 0,0-2 0,-2-2 0,-2-4 0,-7-4 0,-6-2 0,-7 0 0,-2 3 0,-2 2 0,0 3 0,0 1 0,0 2 0,1 2 0,2 2 0,2 6 0,-1 2 0,1 2 0,-1 0 0,1 0 0,1 1 0,4-1 0,2 0 0,2 0 0,2 0 0,4 0 0,6-1 0,7-2 0,1-4 0,2 0 0,0-4 0,2-2 0,-2-1 0,3-1 0,-6-4 0,6-3 0,-3-6 0</inkml:trace>
  <inkml:trace contextRef="#ctx0" brushRef="#br0" timeOffset="812">691 537 11421,'0'-14'0,"-1"1"0,-4 4 0,-4 6 0,-2 6 0,0 6 0,3 4 0,2 1 0,-5 0 0,3 2 0,0 2 0,-3-2 0,5 3 0,0-4 0,-1 0 0,4-1 0,2 0 0,1 0 0,1-2 0,4-2 0,4-5 0,4-4 0,1-2 0,0-3 0,0-2 0,0 0 0,0-2 0,-1 0 0,-2-1 0,-3-1 0,-1 1 0,1-2 0,2-2 0,-3-1 0,0 7 0,-7 7 0,0 9 0,0 3 0,0-2 0,0-1 0,0 2 0,0-3 0,1 0 0,4-2 0,4-3 0,4-1 0,1-4 0,0-1 0,-1-3 0,-4-2 0,-3-3 0,-1-1 0,0-3 0,-1 1 0,1 0 0,0-1 0,-2-3 0,-1 0 0,-2 0 0,0 3 0,0-1 0,0-1 0,0-2 0,0 0 0,0 5 0</inkml:trace>
  <inkml:trace contextRef="#ctx0" brushRef="#br0" timeOffset="813">1086 1 11436,'0'14'0,"0"0"0,0 0 0,0 2 0,0 3 0,0 4 0,0 10 0,0 6 0,0 7 0,0 4 0,0 5 0,0-4 0,0-4 0,0 0 0,-1-4 0,-3-6 0,0-1 0,-1-12 0,5-1 0,0-5 0,-6-11 0,-2 0 0</inkml:trace>
  <inkml:trace contextRef="#ctx0" brushRef="#br0" timeOffset="924">1044 438 11436,'14'0'0,"-5"-1"0,1-3 0,1 0 0,1-1 0,2 3 0,0-2 0,-3 2 0,2-3 0,3 4 0,7 1 0,-1 0 0</inkml:trace>
  <inkml:trace contextRef="#ctx0" brushRef="#br0" timeOffset="1552">1368 537 11436,'0'-10'0,"0"1"0,0 4 0,0-4 0,0-1 0,0-4 0,-5 5 0,1 0 0,-1 4 0,3-3 0,-2 2 0,-4 1 0,-6 7 0,0 2 0,4-1 0,1 7 0,-2 1 0,-2 1 0,4 7 0,1 0 0,0-2 0,1-1 0,3-2 0,0 0 0,2 0 0,2 0 0,0-4 0,0-1 0,2 0 0,2-1 0,0 0 0,5-5 0,2 2 0,1-2 0,3-1 0,-1-4 0,0-1 0,0-3 0,0-2 0,0-3 0,-1-2 0,-2-1 0,-2 0 0,2 0 0,0 3 0,-2 6 0,-4 10 0,-3 6 0,-2 3 0,0 0 0,0 0 0,0-6 0,0-2 0</inkml:trace>
  <inkml:trace contextRef="#ctx0" brushRef="#br0" timeOffset="1827">1481 410 11436,'0'14'0,"0"0"0,0 0 0,0-4 0,0-1 0,0 2 0,0 1 0,2 3 0,1-1 0,1 0 0,1 0 0,0 0 0,-1 0 0,1-1 0,0-2 0,0-5 0,-2-5 0,-2-7 0,-1-5 0,0-3 0,0-2 0,0-1 0,0-3 0,0-1 0,2 1 0,3 3 0,2 0 0,3-1 0,-1 0 0,2 2 0,2 3 0,1 6 0,0-1 0,0 1 0,0 1 0,0 3 0,7 1 0,0 2 0</inkml:trace>
  <inkml:trace contextRef="#ctx0" brushRef="#br0" timeOffset="3271">2017 396 11480,'0'-2'0,"0"7"0,0 6 0,0 3 0,0 0 0,0 0 0,1 0 0,2 0 0,4 0 0,-1 1 0,2-3 0,0-2 0,3-4 0,1-2 0,2 1 0,0-2 0,-1-3 0,-4-4 0,-2-4 0,-3-2 0,1 1 0,-2-2 0,3-2 0,-1-1 0,-2-1 0,-1-4 0,-2 3 0,0-3 0,0 4 0,0 1 0,0 0 0,0-1 0,1 3 0,2 4 0,2 8 0,-2 10 0,-1 5 0,-2 4 0,0 0 0,0 0 0,0-1 0,0 1 0,0 0 0,0 0 0,1-2 0,3-1 0,0-2 0,1-2 0,0-1 0,1-3 0,0 0 0,0 0 0,5-5 0,-3 3 0</inkml:trace>
  <inkml:trace contextRef="#ctx0" brushRef="#br0" timeOffset="3398">2369 396 11480,'-8'1'0,"4"4"0,2-3 0,2 4 0,0-6 0,0 0 0,0 6 0,0 4 0,0 2 0,2 4 0,1 1 0,2 2 0,-2-2 0,-2-1 0,1-2 0,1 0 0,2 0 0,-1-1 0,1-3 0,1-2 0,2 0 0,3-2 0,2 1 0,1-4 0,0-3 0,0-5 0,-5-3 0,-1-7 0,0-3 0,0 0 0,-5-3 0,2 4 0,-4-2 0,1 2 0,1 1 0,2 2 0,-2 0 0,-2 0 0,-1 0 0,0 3 0,0 6 0,-1 10 0,-2 6 0,-2 3 0,2 0 0,3 0 0,5 0 0,-2-1 0,4-2 0,1-3 0,0-2 0,-3-1 0,4-5 0,2 0 0,2 0 0,1 0 0,-2-2 0,-2-3 0,2 2 0,-4-6 0,2-2 0,-1-2 0,-4-1 0,2 0 0,1 0 0,0 0 0,-5 0 0,2 0 0,-3 0 0,-2 4 0,0 1 0,0 7 0,0 2 0,0 6 0,0 9 0,-2-1 0,-3 0 0,4 0 0,-4 0 0,3 0 0,2 0 0,0 0 0,2-1 0,1-2 0,2-2 0,4 1 0,-3 2 0,2-2 0,3-6 0,2 4 0,1 0 0</inkml:trace>
  <inkml:trace contextRef="#ctx0" brushRef="#br0" timeOffset="5376">2990 410 11480,'-7'-14'0,"6"0"0,-4 0 0,4-1 0,-1 1 0,-1 0 0,-2 0 0,2 0 0,0 2 0,-2 1 0,-4 3 0,-4 1 0,-1 6 0,0 4 0,0 6 0,1 4 0,1 3 0,1 1 0,-2 3 0,2 1 0,0 1 0,2-2 0,1 0 0,2-2 0,1-3 0,-1-1 0,4 0 0,-1-1 0,6-4 0,5 2 0,6-6 0,0-2 0,1-3 0,0-5 0,2-4 0,2-4 0,-2 1 0,-1 1 0,-2 2 0,0-2 0,0 0 0,-1 0 0,-4 4 0,-4 6 0,-3 7 0,-2 5 0,0 3 0,0 0 0,1 0 0,4 0 0,3 1 0,6-1 0</inkml:trace>
  <inkml:trace contextRef="#ctx0" brushRef="#br0" timeOffset="6026">3060 325 11480,'-9'7'0,"1"2"0,2 3 0,2 3 0,3-1 0,1 0 0,0 1 0,0 3 0,1 2 0,3 2 0,2 1 0,0 1 0,2-1 0,-2 3 0,2-1 0,-2 0 0,1-3 0,-3 0 0,1-2 0,0 0 0,-2-2 0,-2-3 0,-1-1 0,0 0 0,0 0 0,0-3 0,0-6 0,0-10 0,0-6 0,0-3 0,0-1 0,0-3 0,0-2 0,0-2 0,0-3 0,0-3 0,0-3 0,0-2 0,0 0 0,0 0 0,0 0 0,0 2 0,0 1 0,0 2 0,0-1 0,0 3 0,0 2 0,2 6 0,1 2 0,3 3 0,2 4 0,3 4 0,2 4 0,-1 2 0,-1 4 0,-1 4 0,-1 4 0,0 1 0,-1 0 0,0 0 0,-2 2 0,1 1 0,-4 2 0,0-2 0,0-1 0,2-2 0,-2 0 0,-2 0 0,-2-1 0,-4-4 0,-4-4 0,-4-4 0,-1-1 0,0 0 0,0 0 0,0-1 0,0-2 0,0-2 0,0-6 0,-1 3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2:11.41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14 543 11671,'0'9'0,"0"0"0,0 2 0,-4 2 0,-1 3 0,2 1 0,1 2 0,2 10 0,0 0 0,0 0 0,0 1 0,0 3 0,0 1 0,0 1 0,0-1 0,0-5 0,0-7 0,0-2 0,0-3 0,2-3 0,3-4 0,4-7 0,2-6 0,0-7 0,-2-4 0,2-3 0,2-3 0,1-4 0,0-4 0,0-5 0,0-3 0,2-3 0,1-2 0,4-3 0,-1 0 0,0 0 0,-2 5 0,-3 3 0,-1 5 0,0 3 0,0 4 0,1 5 0,-8 10 0,0 3 0</inkml:trace>
  <inkml:trace contextRef="#ctx0" brushRef="#br0" timeOffset="1361">367 951 11527,'5'-14'0,"-1"0"0,0 0 0,-3 0 0,-1 0 0,0 0 0,0 0 0,2 0 0,2 0 0,-2-1 0,3 1 0,-4 0 0,-1 0 0,0 0 0,0 0 0,0 0 0,-1 1 0,-4 4 0,-4 4 0,-4 5 0,-1 5 0,0 4 0,1 5 0,2 5 0,2 5 0,-2 2 0,0 3 0,0-1 0,3 0 0,2 0 0,1-1 0,0-2 0,1-3 0,1 0 0,3-2 0,4 0 0,-1-2 0,7-9 0,1-4 0,1-4 0,2-2 0,1-4 0,-1-4 0,0-4 0,0-1 0,0 0 0,-1 0 0,-4 0 0,-4 0 0,-4 0 0,-1-1 0,0 1 0,0 0 0,0 0 0,0 0 0,-1 2 0,-3 1 0,-2 3 0,-2 1 0,-1-3 0,-5 2 0</inkml:trace>
  <inkml:trace contextRef="#ctx0" brushRef="#br0" timeOffset="1362">564 740 11527,'5'-9'0,"1"-1"0,1-1 0,0 0 0,1-1 0,2-1 0,-1-2 0,0-3 0,2-1 0,2-1 0,0-2 0,-3-3 0,0-3 0,-1-5 0,-1-5 0,-3-2 0,-4-4 0,-1-3 0,0-5 0,0-1 0,0 1 0,-1 7 0,-2 6 0,-2 7 0,0 7 0,-1 8 0,-2 8 0,-1 10 0,-1 12 0,-1 10 0,0 8 0,0 7 0,4 4 0,-1 4 0,2 2 0,-2 4 0,1 4 0,0 2 0,0-1 0,0-2 0,0 1 0,1 4 0,3-1 0,1-1 0,2-3 0,0-5 0,0-8 0,0-7 0,0-7 0,2-4 0,3-7 0,4-6 0,3-7 0,3-2 0,5-8 0,2-2 0</inkml:trace>
  <inkml:trace contextRef="#ctx0" brushRef="#br0" timeOffset="1571">734 698 11540,'0'-10'0,"0"1"0,0 6 0,0-2 0,0 10 0,0 4 0,0 4 0,1 2 0,2 4 0,2 3 0,-2 2 0,-1-1 0,-1 1 0,2-2 0,2-2 0,-2-1 0,-1-1 0,-1 0 0,2-3 0,4-2 0,-1-5 0,2-10 0,-2-9 0,0-8 0,-1-1 0,0-2 0,1 0 0,0-3 0,2-2 0,0-1 0,1 2 0,1 2 0,-2 5 0,-1 4 0,0 1 0,-1-1 0,5 1 0,-3 0 0</inkml:trace>
  <inkml:trace contextRef="#ctx0" brushRef="#br0" timeOffset="1572">945 825 11540,'0'7'0,"2"0"0,2-7 0,-1 0 0,7-2 0,-1-3 0,1-2 0,-2-3 0,-1 2 0,0 1 0,0-1 0,0-3 0,-1-2 0,-3-1 0,-1 0 0,-4 1 0,-3 4 0,-4 4 0,-4 4 0,-1 7 0,0 3 0,0 4 0,0 1 0,5 0 0,-1 0 0,1 2 0,1 3 0,-3-4 0,6 4 0,2-3 0,2-2 0,1 0 0,1 0 0,4-1 0,6-4 0,5-4 0,2-4 0,1-1 0,0 0 0,1 0 0,2 0 0,-4-6 0,2-2 0</inkml:trace>
  <inkml:trace contextRef="#ctx0" brushRef="#br0" timeOffset="1676">1142 726 11540,'8'6'0,"-3"4"0,-3 2 0,-2 2 0,0 0 0,-5 0 0,0 0 0,2 1 0,1-6 0,2 0 0,0 2 0,2-4 0,3-3 0,-2-2 0,6-2 0,1-2 0,2-2 0,-1-6 0,-1-2 0,-6-2 0,6-1 0,-1 1 0,-1 0 0,3 0 0,-6 0 0,6 0 0,-10 8 0,4 6 0,-4 1 0,-1 9 0,0 1 0,0 1 0,2-2 0,1-1 0,3 0 0,2-1 0,3-3 0,2-4 0,1-2 0,0-4 0,-2-3 0,-1-6 0,-1 0 0,-6 5 0,4-1 0,-1-1 0,-4-1 0,3 2 0,-1 1 0,-1 6 0,-4-2 0,0 10 0,0 4 0,0 4 0,0 1 0,0 0 0,0 0 0,2 0 0,3 0 0,-2-6 0,5-2 0,-2 1 0,5-6 0,-2 4 0,4-3 0,1-2 0</inkml:trace>
  <inkml:trace contextRef="#ctx0" brushRef="#br0" timeOffset="2324">1650 712 11540,'0'-10'0,"0"1"0,0 0 0,-1-4 0,-4 4 0,2 2 0,-7 7 0,1 0 0,-5 2 0,0 3 0,0 2 0,-1 8 0,1-1 0,0 0 0,6 1 0,2 3 0,1 0 0,1 0 0,-1-3 0,5-1 0,0 1 0,6-3 0,4-2 0,4-6 0,3-2 0,2-2 0,-2 0 0,0-2 0,1-1 0,0-3 0,-2-2 0,-3-3 0,-6-2 0,0-2 0,-4-2 0,-2-2 0,-1 2 0,0 1 0,0 2 0,-12 0 0,-4 0 0</inkml:trace>
  <inkml:trace contextRef="#ctx0" brushRef="#br0" timeOffset="2489">1918 585 11540,'-2'-10'0,"-2"1"0,-6 0 0,-2 1 0,-2 3 0,0 4 0,-1 1 0,1 1 0,2 4 0,1 4 0,3 4 0,2 1 0,3 0 0,1 0 0,2 0 0,0 0 0,0 0 0,6 0 0,4-1 0,2-4 0,2 2 0,0-4 0,1-1 0,-1 0 0,1-1 0,3 0 0,0 1 0,-2 2 0,-5 3 0,-8 1 0,-6 1 0,-8-4 0,-5-3 0,-2 1 0,-3-6 0,2 4 0,-3-4 0,1-1 0,-5 0 0,8-1 0,0-4 0,-3-3 0,-1-6 0</inkml:trace>
  <inkml:trace contextRef="#ctx0" brushRef="#br0" timeOffset="3639">2524 599 11516,'0'-14'0,"0"0"0,-1 0 0,-2 0 0,-4 1 0,1 2 0,0 2 0,-5 6 0,1-2 0,-2 3 0,-2 2 0,0 0 0,0 2 0,-1 3 0,3 2 0,1 9 0,2 1 0,-2 2 0,4 0 0,1-3 0,1 1 0,1 2 0,-1-1 0,5-4 0,0 1 0,2-3 0,1-1 0,3-3 0,2-2 0,3-3 0,1-1 0,2-2 0,0 0 0,1 0 0,-1 0 0,0-2 0,-2-2 0,-1-4 0,-1-2 0,-1 1 0,0-2 0,1 0 0,-1 0 0,-1 2 0,-2-1 0,-1 4 0,0 6 0,-2 8 0,-2 0 0,-1 1 0,0 2 0,0 2 0,0 1 0,2 0 0,3 0 0,-4-5 0,4 1 0,3-1 0,0 5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2:55.36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57 99 11504,'-14'-6'0,"1"-4"0,2 0 0,2 0 0,6 4 0,-3 7 0,6 4 0,1 3 0,4 0 0,-3 4 0,2-2 0,-2 2 0,-1 2 0,2 0 0,2 1 0,-2-1 0,-1 0 0,-2 0 0,1 0 0,3 0 0,0 0 0,-1 0 0,-1 0 0,-2 0 0,0 1 0,2-1 0,1 0 0,1 0 0,0 0 0,-3 0 0,-1 0 0,0 0 0,0-4 0,0-1 0,0 2 0,0-3 0,0 1 0,0-6 0,0 10 0,2-10 0,2 6 0,-2-5 0,4 2 0,-6-6 0,0 0 0,0 6 0,0-4 0,2 4 0,2-6 0,-2 6 0,11-4 0,-7 6 0,5-5 0,-2 1 0,1 1 0,4-5 0,0 0 0,0 0 0,0 5 0,0 0 0,2-2 0,3-2 0,-2-1 0,6 2 0,2 1 0,2 2 0,1-1 0,0-4 0,1 0 0,-1 0 0,5 0 0,0 0 0,-2 0 0,-1 0 0,-2 0 0,0 0 0,0 0 0,-1 0 0,-2 0 0,-2 0 0,1 0 0,-1 0 0,-1 0 0,0 0 0,-1 0 0,-1-1 0,-3-2 0,1-2 0,-1 2 0,2 1 0,-2 1 0,-2-2 0,0-2 0,-1 2 0,0 1 0,0 2 0,0 0 0,0 0 0,0 0 0,0 0 0,0 0 0,0 0 0,1 0 0,-1 0 0,0 0 0,0 0 0,0 0 0,0 0 0,0 0 0,2 0 0,1 0 0,2 0 0,-2 0 0,-1 0 0,-2 0 0,2 0 0,1 0 0,2-1 0,-2-3 0,-2 0 0,0 1 0,-1 1 0,0 2 0,1 0 0,4 0 0,3 0 0,5 0 0,-4 0 0,-7 0 0,-7 0 0,2 0 0,2 0 0,1 0 0,0 0 0,0 0 0,0 0 0,0 0 0,0 0 0,1 0 0,-1 0 0,0 0 0,0 0 0,0 0 0,0 0 0,0 0 0,0 0 0,0 0 0,0 0 0,1 0 0,-1 0 0,0 0 0,0 0 0,0 0 0,0 0 0,0 0 0,-4 0 0,-1 0 0,2 0 0,1 0 0,3 0 0,-1 0 0,0 0 0,0 0 0,0 0 0,0 0 0,0 0 0,-4 0 0,-1 0 0,2 0 0,1 0 0,3 0 0,-1 0 0,0 0 0,0 0 0,0 0-1,0 0 1,-5 0 0,1 0-1,1 0 0,-3 0 0,1 0 0,2 0 1,-3 0-1,1 0 0,2 0 0,-3 0 0,1 0 1,1 0-1,4 0 1,-5 0 0,-1-2 0,0-1-1,0-1 1,-3-1 0,4 5 0,-4-2 0,4-2 0,-4 2 0,3-4 0,-1 1 0,0-1 0,-1-2 0,-1-1 0,-1-1 0,1 1 0,0-1 0,-1 1 0,1 0 0,-2-2 0,0-2 0,1-1 0,0 0 0,-1 0 0,-1 0 0,-2 0 0,0 0 0,0-1 0,0 1 0,-2 5 0,-1 0 0,-1-2 0,-3-2 0,4-1 0,-2 0 0,2 0 0,0 1 0,0 2 0,-2 2 0,2-2 0,2-2 0,-1 1 0,-3 2 0,-2 4 0,-3 1 0,1 1 0,-2 1 0,-2-1 0,-1 1 0,0-1 0,0-1 0,0 5 0,0 0 0,0 0 0,1-2 0,2-1 0,2-1 0,-2 0 0,-3 3 0,-4-1 0,0-1 0,0-2 0,3 2 0,1 2 0,0 1 0,-1 0 0,0 0 0,-2 0 0,-2 0 0,2 0 0,1 0 0,2 0 0,0 0 0,0 0 0,-1 0 0,1 0 0,0 0 0,0 0 0,0 0 0,0 0 0,0 0 0,0 0 0,0 0 0,0 0 0,-1 0 0,1 0 0,0 0 0,0 1 0,0 2 0,0 2 0,0-2 0,0-1 0,0-2 0,0 0 0,-1 1 0,1 3 0,0 0 0,0-1 0,0-1 0,0-2 0,0 0 0,0 0 0,0 0 0,0 0 0,-1 0 0,1 0 0,0 0 0,0 0 0,0 0 0,0-2 0,0-1 0,0-1 0,0 0 0,0 1 0,-1-1 0,1 2 0,0-3 0,0 4 0,5 1 0,-1 0 0,-1 0 0,4-5 0,-3 0 0,-1 2 0,-1 2 0,-2 1 0,-1 0 0,1 0 0,0 0 0,0 0 0,0 0 0,0 0 0,0-2 0,0-1 0,0-2 0,0 1 0,-1 4 0,1 0 0,0 0 0,0 0 0,0 0 0,0 0 0,0 0 0,0 0 0,0 0 0,4 0 0,1 0 0,-2 0 0,-2 0 0,-1 0 0,5 0 0,-1 0 0,1 0 0,-5 0 0,5-2 0,-1-3 0,1 4 0,-5-4 0,4 3 0,1 2 0,-1 0 0,-4 0 0,0 0 0,0 0 0,0 0 0,0 0 0,0 0 0,0 0 0,0 0 0,4 0 0,1 0 0,-2 0 0,-2 0 0,-1 0 0,0 0 0,5 0 0,-1 0 0,-1 0 0,-1 0 0,-2 0 0,0 0 0,0 0 0,-1 0 0,1 0 0,0 0 0,5 0 0,-1 0 0,0 0 0,-3 0 0,4 0 0,-1 0 0,-1 0 0,-1 0 0,-2 0 0,4 0 0,1 0 0,-1 0 0,-4 0 0,5 0 0,-1 0 0,0 0 0,2 0 0,-2 0 0,1 2 0,1 3 0,-4-4 0,2 4 0,-2-3 0,2-2 0,1 0 0,-2 0 0,-2 0 0,-1 0 0,0 0 0,5 0 0,-1 0 0,1 1 0,1 4 0,-4-4 0,2 4 0,-2-3 0,-3-2 0,1 1 0,0 4 0,0-4 0,0 4 0,5 1 0,-1-1 0,1 0 0,-1-5 0,1 0 0,12-13 0,-1-2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3:03.53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14 500 11487,'14'10'0,"1"-3"0,-1 1 0,0-2 0,0 1 0,0-4 0,0-2 0,0-1 0,0 0 0,0 0 0,0-1 0,-1-4 0,-4-4 0,-4-4 0,-3-1 0,-2 0 0,-2 0 0,-3 1 0,-4 4 0,-4 3 0,-1 6 0,0 0 0,0 0 0,0 1 0,0 4 0,0 4 0,0 6 0,0 2 0,0 2 0,1-1 0,4 1 0,2 0 0,3 0 0,-1 0 0,2-1 0,1 0 0,4-3 0,2-2 0,6-2 0,2-3 0,3-2 0,0-3 0,2-1 0,2-2 0,6 0 0,-3 0 0</inkml:trace>
  <inkml:trace contextRef="#ctx0" brushRef="#br0" timeOffset="1625">423 486 11487,'0'-9'0,"-1"1"0,-4 2 0,2-4 0,-7 5 0,1 1 0,-5 4 0,0 0 0,1 1 0,4 4 0,-2-2 0,5 7 0,-2 1 0,5-4 0,-2 3 0,3 1 0,2-3 0,2-1 0,3 0 0,2 4 0,8-4 0,-1 1 0,0 3 0,0-6 0,0 0 0,0 1 0,-5-5 0,-1 6 0,-1-1 0,2 2 0,-4 6 0,-2-5 0,-8-1 0,-4 0 0,-4 0 0,-6-5 0,-1 3 0,0-1 0,-1 0 0,-4-1 0,3-4 0,-1 0 0,-1 0 0,6 0 0,-6 0 0,1 0 0,1 0 0,1 0 0,7 7 0,0 0 0</inkml:trace>
  <inkml:trace contextRef="#ctx0" brushRef="#br0" timeOffset="1730">677 21 11556,'-5'20'0,"1"5"0,-1 8 0,0 9 0,-1 10 0,0 8 0,-1 5 0,-2-2 0,4-2 0,2-4 0,2-6 0,1-4 0,0-11 0,0-7 0,0-9 0,-2-6 0,-3-5 0,4-2 0,-12-7 0,5 0 0</inkml:trace>
  <inkml:trace contextRef="#ctx0" brushRef="#br0" timeOffset="1731">592 416 11556,'14'0'0,"1"0"0,-1 0 0,-5 0 0,0 0 0,2 0 0,2 0 0,1 0 0,0 0 0,0 0 0,0 0 0,0-7 0,1-1 0</inkml:trace>
  <inkml:trace contextRef="#ctx0" brushRef="#br0" timeOffset="1732">874 486 11556,'-1'-12'0,"-2"1"0,-2 1 0,-4 5 0,2-2 0,1-1 0,0 0 0,-5 5 0,1-2 0,-2 4 0,2 2 0,1 2 0,-2 4 0,-1 0 0,-3 7 0,3 5 0,1 0 0,2 1 0,5-4 0,-2 3 0,1-2 0,1 2 0,-1-8 0,5 3 0,2-3 0,2-3 0,-1 3 0,7-7 0,1 0 0,1-3 0,-2-1 0,-1 0 0,2 0 0,2 0 0,-4-6 0,0-4 0,2-2 0,0-2 0,0 0 0,-1 0 0,-7 4 0,3 2 0,0 2 0,-4-5 0,4 11 0,-6 0 0,0 2 0,0 7 0,0 2 0,5-3 0,0 1 0,6 1 0,-4 4 0,8 0 0</inkml:trace>
  <inkml:trace contextRef="#ctx0" brushRef="#br0" timeOffset="1733">1086 77 11556,'-14'14'0,"0"0"0,0 0 0,-1 1 0,1-1 0,0 1 0,0 3 0,0 0 0,-6 7 0,-2-3 0</inkml:trace>
  <inkml:trace contextRef="#ctx0" brushRef="#br0" timeOffset="4215">1382 585 11539,'0'-14'0,"0"0"0,0-1 0,0 1 0,-2 0 0,-2 0 0,-6 0 0,-2 2 0,-2 1 0,0 1 0,4 7 0,1-2 0,-4 4 0,-4 1 0,4 4 0,-4 3 0,0 1 0,1 3 0,5 6 0,2 2 0,0-1 0,1 1 0,1 0 0,3-2 0,-1-1 0,2 0 0,3 1 0,3 2 0,3-4 0,2-4 0,2-5 0,-1-1 0,0 0 0,2-2 0,2-3 0,-1-5 0,-1-4 0,-3-4 0,0-1 0,-2 0 0,1 0 0,-3 2 0,3 2 0,-6 5 0,4 10 0,3 3 0,1 6 0,-3-6 0,7 4 0,-5-4 0</inkml:trace>
  <inkml:trace contextRef="#ctx0" brushRef="#br0" timeOffset="4611">1523 134 11539,'0'-15'0,"0"1"0,2 2 0,2 2 0,-2 1 0,3 11 0,-2 7 1,0 8-1,1 5 0,0 5 0,-3 3 1,-1 4-1,0 2 0,0 2 0,0-2 1,0-2-1,0-1 0,0 0 0,-1 0 1,-3-2-1,0-1 0,1-5 0,1-3 1,2-5-1,-1-1 0,-3-2 0,-2-2 1,0-4-1,0-8 0,2-8 0,3-4 1,1-2-1,0 0 0,1 1 0,4 4 0,-2-4 1,7 4-1,1-2 0,1 2 0,-2-2 0,-1 6 0,2 2 0,1 1 0,-2 2 0,-1 0 0,2 0 0,2 2 0,-1 2 0,-1 6 0,-3 2 0,-2 2 0,-2 1 0,-3-1 0,-1 0 0,0 0 0,0 0 0,-1 0 0,-3 0 0,-2-1 0,0-2 0,-2-2 0,0 0 0,-3 1 0,-1-2 0,-2-2 0,-1-3 0,1-1 0,0-2 0,0 0 0,0 0 0,0-7 0,0 0 0,0-8 0</inkml:trace>
  <inkml:trace contextRef="#ctx0" brushRef="#br0" timeOffset="4612">1805 472 11547,'-5'14'0,"-1"-1"0,0-2 0,-1-2 0,4 2 0,2 1 0,1 3 0,0-1 0,0 0 0,0 0 0,0 0 0,0 0 0,0 0 0,1-1 0,2-2 0,2-2 0,6-6 0,-3 3 0</inkml:trace>
  <inkml:trace contextRef="#ctx0" brushRef="#br0" timeOffset="4613">1805 373 11547,'-9'-4'0,"1"-3"0,0 1 0,0 0 0,5 1 0,-3 5 0</inkml:trace>
  <inkml:trace contextRef="#ctx0" brushRef="#br0" timeOffset="4614">1960 514 11547,'2'13'0,"2"-2"0,6-3 0,2-2 0,2-3 0,-1-3 0,-2-3 0,-2-2 0,2 0 0,2-1 0,1-2 0,-2-1 0,-1 0 0,-1-2 0,-2-2 0,1-1 0,-4 0 0,-5 6 0,-5 3 0,-3 4 0,-6 1 0,0 1 0,0 4 0,0 4 0,-2 4 0,-1 1 0,-2 2 0,2 1 0,1 2 0,2-2 0,2-1 0,1-2 0,3 1 0,0 3 0,2 0 0,-1 0 0,4-3 0,3-2 0,5-4 0,4-4 0,4-3 0,1-2 0,0 0 0,0 0 0,0 0 0,0 0 0,0 0 0,1 0 0,-1 0 0,0-2 0,0-3 0,-5 4 0,1-4 0,1 3 0,1 2 0,2 0 0,0 0 0,-1-1 0,-4-4 0,-4-4 0,-3-4 0,-2-1 0,0 0 0,0 0 0,0 0 0,0 0 0,0 0 0,0 0 0,0-1 0,0 1 0,0 0 0,1 0 0,2 0 0,2 0 0,4 0 0,-2 1 0,-1 2 0,0 2 0,5 6 0,-1-2 0,2 10 0,2 3 0</inkml:trace>
  <inkml:trace contextRef="#ctx0" brushRef="#br0" timeOffset="4731">2524 7 11547,'-5'-7'0,"1"7"0,1 8 0,-4 11 0,3 5 0,-1 4 0,-1 5 0,2 3 0,-3 6 0,-1 2 0,0 3 0,3-2 0,-3 5 0,1-1 0,-1-4 0,3-7 0,-3-5 0,0-5 0,1-4 0,3-4 0,-2-8 0,0-2 0,3 1 0,-7-6 0,7-7 0,-3-6 0</inkml:trace>
  <inkml:trace contextRef="#ctx0" brushRef="#br0" timeOffset="4958">2383 373 11547,'-9'-4'0,"-1"-1"0,2-1 0,-1 1 0,4 3 0,10-2 0,4 2 0,4 2 0,6 0 0,1 0 0,2 0 0,3 0 0,2 0 0,1 0 0,-1-2 0,-4-2 0,10 2 0,-3-4 0</inkml:trace>
  <inkml:trace contextRef="#ctx0" brushRef="#br0" timeOffset="5642">2721 500 11547,'0'-14'0,"0"0"0,0 0 0,0 0 0,-1 1 0,-4 4 0,-3 3 0,-1 1 0,0 0 0,-2 2 0,-2 1 0,-3 2 0,-1 0 0,-2 2 0,1 3 0,-1 4 0,0 5 0,2 3 0,1 2 0,2-2 0,1 1 0,4-1 0,4 2 0,4-2 0,1-1 0,1-2 0,4-2 0,4-1 0,4-3 0,1-2 0,0-3 0,0-1 0,2-2 0,1-2 0,2-1 0,-2-3 0,-1-2 0,-4-3 0,-1-1 0,-3-2 0,0 0 0,-2-1 0,1 1 0,-4 0 0,-2 0 0,-7 0 0,-2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2:57.20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168 410 11569,'8'-7'0,"-2"4"0,-6-6 0,0 7 0,0 2 0,-6 2 0,-3 9 0,-2 3 0,0 3 0,1 2 0,-1 0 0,-1 1 0,-2 2 0,0 3 0,0 2 0,0 1 0,1 0 0,2-1 0,3-2 0,0-2 0,1 3 0,3-6 0,0-1 0,4-4 0,4-1 0,4-1 0,6-4 0,2-2 0,3-1 0,-2-5 0,7 3 0,-1-6 0,-1-3 0,5-6 0,-5 4 0,1-3 0,1 1 0,-7-1 0,3-4 0,-6 0 0</inkml:trace>
  <inkml:trace contextRef="#ctx0" brushRef="#br0" timeOffset="421">98 621 11483,'14'0'0,"0"-1"0,0-2 0,0-2 0,0-6 0,0 3 0</inkml:trace>
  <inkml:trace contextRef="#ctx0" brushRef="#br0" timeOffset="1075">140 367 11484,'6'-7'0,"-2"0"0,5 6 0,2-2 0,1-2 0,4 2 0,3 1 0,3 2 0,0 0 0,4-6 0,-4-2 0</inkml:trace>
  <inkml:trace contextRef="#ctx0" brushRef="#br0" timeOffset="1200">422 593 11519,'14'0'0,"0"0"0,0 0 0,1 0 0,-3-2 0,-1-2 0,-2-6 0,1-2 0,-1-2 0,1 0 0,-1 0 0,-1-1 0,-2 0 0,-1-2 0,0-4 0,-2 1 0,-2-2 0,-1 0 0,0-2 0,0 3 0,0 2 0,0 3 0,-1 2 0,-2 0 0,-4 1 0,-1 4 0,-3 6 0,-1 7 0,-2 11 0,4 0 0,3 9 0,-1 1 0,0 1 0,3 4 0,-3 2 0,1 2 0,-1 2 0,5-3 0,-4 5 0,3 1 0,-1 1 0,-1 3 0,3-1 0,-2 0 0,2 1 0,-4-3 0,3-2 0,-1-5 0,-1-3 0,3-4 0,-5-2 0,0-5 0,0-4 0,3-2 0,-4-4 0,-2-4 0,3-5 0,-1-5 0,-1-9 0,-4-8 0</inkml:trace>
  <inkml:trace contextRef="#ctx0" brushRef="#br0" timeOffset="2495">591 678 11581,'8'-7'0,"-2"6"0,-6-5 0,0 7 0,0 4 0,7-4 0,2 4 0,-1-3 0,1-2 0,2 0 0,2 0 0,1 0 0,-2-7 0,-1 0 0,-1-1 0,-7-5 0,2 4 0,-4-4 0,-1 4 0,-1 1 0,-4 2 0,-4 3 0,1-4 0,-2 3 0,-1 1 0,-1 3 0,-2 4 0,0 6 0,0 2 0,1 2 0,2 0 0,3 0 0,2 1 0,1-1 0,1 0 0,-1 0 0,2 0 0,3 0 0,4 0 0,6-1 0,2-2 0,2-4 0,1 0 0,-1-3 0,1 1 0,3 0 0,0-2 0,0-1 0,4-9 0,-1-1 0</inkml:trace>
  <inkml:trace contextRef="#ctx0" brushRef="#br0" timeOffset="2672">916 621 11581,'-5'-9'0,"-1"1"0,-2 2 0,-3 3 0,-2 1 0,-1 2 0,2 2 0,1 1 0,1 1 0,7 7 0,-3-1 0,1 4 0,1 5 0,-6-8 0,5 4 0,2 3 0,2-4 0,1 4 0,0-2 0,1-3 0,4-4 0,4-3 0,4-1 0,1 0 0,0-1 0,0 1 0,2 0 0,1-2 0,2-3 0,-2-5 0,5-3 0,0-6 0</inkml:trace>
  <inkml:trace contextRef="#ctx0" brushRef="#br0" timeOffset="2673">1085 311 11581,'0'-2'0,"0"9"0,0 7 0,0 6 0,0 4 0,0 5 0,0 0 0,0 5 0,1-1 0,4 0 0,-2 1 0,5-2 0,0 1 0,0-2 0,-5-3 0,3-4 0,-1-6 0,0-2 0,-1-2 0,-4 0 0,0-6 0,-6-2 0,-2-6 0</inkml:trace>
  <inkml:trace contextRef="#ctx0" brushRef="#br0" timeOffset="2674">1071 579 11581,'9'-2'0,"1"-2"0,-1 1 0,5-5 0,0 1 0,-4 3 0,-1 4 0,2 0 0,1 0 0,3 0 0,-1 0 0,0 0 0,0 1 0,0 4 0,-2-2 0,-1 5 0,-3 0 0,-1 0 0,-4 3 0,-2 1 0,-1 2 0,0 0 0,0 0 0,0 1 0,0-1 0,0 0 0,0 0 0,0 0 0,0 0 0,2 0 0,2 0 0,4-6 0,6-2 0</inkml:trace>
  <inkml:trace contextRef="#ctx0" brushRef="#br0" timeOffset="2675">1282 438 11581,'-8'-9'0,"4"-1"0,2 7 0,2-3 0,0 6 0</inkml:trace>
  <inkml:trace contextRef="#ctx0" brushRef="#br0" timeOffset="2989">1466 649 11581,'0'10'0,"0"-1"0,0 2 0,0-3 0,0 1 0,0 2 0,0-3 0,0 2 0,0 1 0,4-4 0,2 1 0,1 0 0,-1 0 0,5-5 0,-3 3 0,0 1 0,4-6 0,-4 2 0,1-4 0,-1-6 0,-1 0 0,-4-4 0,-2-2 0,-1-1 0,2-2 0,1-1 0,2-3 0,-2-1 0,0 1 0,0 1 0,2 0 0,-1 1 0,1 0 0,0 3 0,-2 1 0,5 0 0,0-1 0</inkml:trace>
  <inkml:trace contextRef="#ctx0" brushRef="#br0" timeOffset="5256">1804 692 11581,'0'-14'0,"0"0"0,1-1 0,3 1 0,0 0 0,-1 0 0,-1 0 0,-2 0 0,0 0 0,0 0 0,-2 1 0,-2 4 0,-6 4 0,-2 4 0,-2 2 0,0 4 0,0 4 0,-1 4 0,1 2 0,0 3 0,2 2 0,2 2 0,-1-5 0,5 2 0,0-3 0,0-2 0,1 0 0,5 0 0,1-5 0,4-1 0,4-2 0,4-2 0,1-3 0,0-2 0,0-4 0,0-3 0,1-1 0,-3-1 0,-1-1 0,-2 0 0,2 0 0,0 2 0,0 0 0,-3-1 0,0 2 0,-2 0 0,1 4 0,-4 2 0,-2 8 0,-1 5 0,0 4 0,0-1 0,0 0 0,2-5 0,2 1 0,4-7 0,6 1 0,1-2 0,-1-2 0</inkml:trace>
  <inkml:trace contextRef="#ctx0" brushRef="#br0" timeOffset="5479">2001 537 11581,'-12'1'0,"1"2"0,3 4 0,0-1 0,2 2 0,0 0 0,1 1 0,0 0 0,1 1 0,0 1 0,3 1 0,1 2 0,0 0 0,0 1 0,0-6 0,1-1 0,3 0 0,0-1 0,7-3 0,-3 2 0,0 0 0,4-4 0,-2 2 0,2-2 0,1-4 0,-2-1 0,-3-3 0,-1 0 0,0-2 0,1 2 0,-2-2 0,2 2 0,-2-2 0,2 1 0,-2 0 0,2 0 0,-2 3 0,2 4 0,0 3 0,1 1 0,5-4 0,0 0 0,1 0 0,-3-1 0,-1-2 0,-3-4 0,-2 0 0,5-3 0,-3-4 0,1 2 0,-1 1 0,0 3 0,-2 0 0,1 0 0,-4 0 0,-2 5 0,-1 8 0,0 6 0,0 3 0,0 0 0,0 0 0,0 0 0,2 0 0,2 0 0,6 1 0,2-8 0,3 6 0,-1-5 0</inkml:trace>
  <inkml:trace contextRef="#ctx0" brushRef="#br0" timeOffset="5480">2453 508 11581,'-13'15'0,"2"-3"0,3-1 0,2-2 0,3 2 0,1 2 0,4-1 0,2-2 0,6-5 0,2-4 0,3-1 0,-1 0 0,0 0 0,0-1 0,0-3 0,0 0 0,0-7 0,0 1 0,-4-2 0,-3-2 0,0 0 0,-4 4 0,-8 1 0,-3 6 0,-6-2 0,0 3 0,0 4 0,-2 3 0,-1 3 0,-2 1 0,2 0 0,1 4 0,2 3 0,0 2 0,2 0 0,1-3 0,3-1 0,2 0 0,2 1 0,3-1 0,1 0 0,1-2 0,6-1 0,5-3 0,6-2 0,0-3 0,1-1 0,1-2 0,1 0 0,1 0 0,-2 0 0,2 0 0,-2 0 0,1-2 0,-4-1 0,-1-1 0,-2-1 0,0-1 0,0 4 0,0-3 0,-4-1 0,-1 1 0,-8 1 0,1 2 0,-7-1 0,-2-3 0,-3-2 0,1-1 0,1-1 0,2 1 0,2-2 0,3-2 0,1-1 0,0 0 0,0 0 0,0 0 0,0 0 0,1 0 0,4 1 0,5 2 0,2 2 0,-2 1 0,-1-1 0,2 4 0,1 3 0,3 2 0,-3 2 0,-3 3 0,2 2 0,-4 7 0,-1 1 0,2-1 0,-2 0 0,2 0 0,-2 0 0,2 0 0,-2 0 0,1 0 0,-3-1 0,1-2 0,0-2 0,6 1 0,-4 4 0</inkml:trace>
  <inkml:trace contextRef="#ctx0" brushRef="#br0" timeOffset="5481">3031 1 11581,'0'14'0,"-2"0"0,-1 2 0,-2 3 0,2 6 0,2 6 0,1 7 0,0 2 0,0 3 0,-2 0 0,-1 4 0,-2 5 0,0-5 0,5-3 0,0-6 0,0-4 0,0 2 0,0-8 0,0-4 0,0-4 0,-1-1 0,-4-2 0,-9-7 0,-8-4 0</inkml:trace>
  <inkml:trace contextRef="#ctx0" brushRef="#br0" timeOffset="5482">2960 466 11581,'10'-5'0,"-1"1"0,-4-6 0,4 6 0,2 1 0,-3-4 0,1 3 0,2 0 0,2 3 0,1 1 0,0 0 0,0 0 0,0-6 0,0-2 0</inkml:trace>
  <inkml:trace contextRef="#ctx0" brushRef="#br0" timeOffset="5596">3158 523 11581,'9'-5'0,"0"0"0,-4 0 0,4 5 0,2 0 0,-3-1 0,2-4 0,-6 4 0,4-6 0,-2 1 0,-1 3 0,-5-6 0,-1 5 0,-4 0 0,-5 2 0,-2 2 0,-2 0 0,0 0 0,0 0 0,0 6 0,-1 2 0,1 2 0,0-1 0,2 0 0,1 6 0,3-1 0,2 0 0,-4 0 0,6 0 0,0 0 0,3 0 0,2-4 0,4-3 0,6 1 0,6 0 0,-1-5 0,4 2 0,-1-4 0,0-1 0,4 0 0,-2 0 0,1 0 0,3 0 0,-5-6 0,1-2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4:23.60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0 385 11804,'0'-12'0,"0"1"0,0 7 0,0-6 0,0 4 0,0 4 0,0-7 0,0 3 0,0 4 0,8-6 0,4 8 0,3 0 0,2 0 0,1 0 0,5 0 0,1-2 0,-1-2 0,2-2 0,-4 1 0,7 3 0,-1-2 0,0-2 0,-4 0 0,6 4 0,0-2 0,-1-1 0,3-1 0,-6 4 0,0-2 0,0-2 0,4 0 0,-5 6 0,-1 0 0,2 0 0,-5 0 0,3 0 0,-4 0 0,-1 0 0,-1 0 0,1 0 0,-1 0 0,1 0 0,-1 0 0,1 0 0,-1 0 0,0 0 0,1 0 0,-1 0 0,1 0 0,-1 0 0,1 0 0,-1 0 0,1 0 0,-1 0 0,1 0 0,-1 0 0,1 2 0,-1 4 0,-5-4 0,-1 4 0,1-2 0,-2 1 0,5-3 0,-3 4 0,3-4 0,-3 0 0,0 2 0,1 2 0,3 0 0,1-6 0,1 0 0,-1 5 0,1 1 0,-1-2 0,-5-2 0,-1-2 0,3 0 0,1 0 0,3 6 0,-1 0 0,1-2 0,-1-2 0,1-2 0,-1 0 0,1 0 0,-1 2 0,1 3 0,-1-3 0,1 4 0,-1-4 0,0-2 0,1 0 0,-1 0 0,1 0 0,-1 0 0,1 0 0,-1 0 0,1 0 0,-1 0 0,1 6 0,-1 0 0,1-2 0,-1-2 0,2-2 0,3 1 0,1 3 0,-2 2 0,5 0 0,-3-6 0,0 2 0,2 4 0,-3-4 0,5 3 0,-2-1 0,-3 2 0,5-4 0,2 4 0,2-4 0,-2-2 0,2 0 0,-6 0 0,2 0 0,4 0 0,2 0 0,2 0 0,0 0 0,0 0 0,0 0 0,2 0 0,2 0 0,2 0 0,7 0 0,-1 0 0,3 0 0,3 0 0,1 0 0,2 0 0,4 0 0,2 0 0,2-6 0,8-2 0,2 1 0,2-1 0,5 0 0,-3 4 0,-1-2 0,1 2 0,9 1 0,-3-1 0,-3-2 0,-1 2 0,-3 2 0,-1 2 0,4 0 0,-1 0 0,-1 0 0,-8 0 0,0 0 0,-1 0 0,5 0 0,-2 0 0,-4 0-2,0 0 1,0 0 0,2-2-1,-1-2 0,1-2 0,0 1 0,0 3 1,-2-2-1,-4-2 0,10 0 0,-6 4 0,0-2 0,-3-2 0,-2 1 0,4 3 0,1-2 0,4-2 0,-4 0 0,-4 6 0,4-2 0,6-4 0,-2 4 0,3-3 0,-3 3 0,-2 2 0,0-2 0,0-2 0,0-2 0,-1 2 0,-1 2 0,-2 2 0,-2 0 0,2 0 0,0 0 0,-2 0 0,-4 0 0,1 0 0,-7 0 0,6 0 1,-2 0-1,1 0 0,-1-2 0,-4-2 0,2-1 0,3 1 0,-1 0 0,-6 0 1,1-2-1,-1 2 0,-2 0 0,1 1 0,-3-3 0,1 2 1,3 2-1,-9 2 1,2 0-1,3 0 0,3 0 1,1 0-1,-2 0 0,-3 0 0,3 0 0,-3-2 1,3-2-1,3-2 0,-7 0 0,1 6 1,1 0-1,3 0 0,1 0 0,1 0 1,-1 0-1,1 0 0,-1-5 0,2-1 1,3 2-1,1 2 0,0 2 0,-8 0 1,-1 0-1,-3 0 0,7 0 0,5 0 1,-2 0-1,-1 0 0,-3 0 1,2 0-1,3 0 0,1 0 0,0 0 0,-5 0 1,-1 0-1,0 0 0,7-6 0,-1 0 0,-2 2 0,-2 2 0,1 1 1,1-3-1,2-2 0,-2 2 0,5 2 0,-3 2 0,0 0-1,2 0 1,-6 0 0,5 0 0,-5-2 0,-2-4 0,1 4 0,1-4 0,2 5 0,3 1 0,-1 0 0,-8 0 0,-1 0-1,-3 0 1,5 0 0,3 0 0,-3 0 0,-1 0 0,1 1 0,1 3 0,0 2-1,1-2 1,-7-2 0,1-2 0,1 2 0,3 4 0,1-4 0,1 4 0,-1-5 0,0-1 0,3 0 0,1 2 0,2 2 0,-2 2 0,5 0 0,-3-6 0,-2 0 0,-2 0 0,5 0 0,-1 0 0,0 0 0,2 0 0,-5 0 0,3 0 1,-4 0-1,-1 0 0,-1 0 0,0 0 1,1 0-1,-1 0 0,6 0 1,1-2-1,-3-2 0,-2-2 1,4-1-1,1 3 1,-1-2-1,2 2 0,-6 0 1,4 0-1,-3-2 0,-3 2 1,1 1 0,-1-1 0,0-2-1,1 2 1,-3 2 0,-1 2 0,-3 0-1,3 0 1,1 0 0,1 0 0,-3 0-1,-1 0 1,-1 0 0,7 0 0,-1 0 0,1 0 0,-7 0 0,1 0 0,1 0-1,3 0 1,-1 0 0,-1 0 0,-5 0 0,-1 0 0,5 0 0,-3 2 0,0 2 0,-5 2 0,3 0 0,0-6 0,1 0 0,5 0 0,-4 5 1,-1 1-1,1-2 0,0-2 0,-5-2 1,7 0-1,-1 0 0,-1 0 0,6 0 0,-7 0 1,3 0-1,-1 0 0,-1 0 0,3 0 1,-3 0-1,-2 0 0,5 0 1,-3 0-1,0 0 0,-5 0 1,-3 0-1,0 0 1,2 0-1,2 0 1,-1 0-1,-5 0 1,0 0-1,0 0 1,0 0-1,0 0 1,0 0-1,0 0 1,0 0-1,-2 0 1,-2-2-1,-2-4 1,0 4 0,4-4 0,-4 5 0,-6 1 0,3 0 0,-1 0 0,0 0-1,0 0 1,-1 0 0,-7 0 0,0 0 0,1 0 0,-1 0 0,1 0 0,-1 0-1,1 0 1,-1 0 0,1 0 0,-1 0 0,1 0 0,-7 0 0,1 0 0,2 0-1,1 0 1,3 0 0,-1 0-1,0 0 1,1-2 0,-1-2-1,1-2 1,-7 0 0,1 6 0,2 0 0,1 0 0,-3 0 0,0 0 0,1 0 0,3 0 0,1 0 0,1 0 0,-7 0 0,1 0 0,1 0 0,3 0 0,1 0 0,-5 0 0,0 0 0,-1 0 0,7 0 0,-7 0 0,1 0 0,-8 0 0,11 0 0,-13 0 0,8 0 0,-6-2 0,2-4 0,2 4 0,-3-3 0,-3 3 0,8 2 0,-4 0 0,-2 0 0,7 0 0,-7 0 0,6 0 0,-4 0 0,-2 0 0,7 0 0,-7-8 0,12 6 0,-12-12 0,7 9 0,-5-3 0,6 2 0,-6 4 0,5-4 0,-5 4 0,6 2 0,-7 0 0,7 0 0,2 0 0,-5 0 0,3-2 0,2-4 0,1 5 0,3-5 0,-1 4 0,-5 2 0,-1 0 0,3 0 0,1 0 0,-3 0 0,0 0 0,1 0 0,3 0 0,-4 2 0,-1 2 0,3 1 0,1-1 0,-3-2 0,0-2 0,1 0 0,3 0 0,1 0 0,1 0 0,-1 0 0,1 0 0,-1 0 0,0 0 0,1 0 0,-1 0 0,-5 0 0,0 0 0,-7 0 0,7 0 0,-6 0 0,6 0 0,-9 0 0,5 0 0,-8-8 0,0-1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4:55.50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36 108 11304,'-10'7'0,"2"5"0,2 4 0,1 1 0,1 0 0,2 1 0,2 5 0,0 2 0,0 1 0,0-1 0,0 4 0,0-6 0,0-1 0,0-3 0,8-1 0,3-3 0,5-3 0,1-6 0,1-5 0,-1-1 0,1 0 0,-1-7 0,-1-5 0,-3-3 0,-1-3 0,-8 1 0,1-3 0,-3-1 0,-2-2 0,0-1 0,0 7 0,0-1 0,0 1 0,-15-8 0,-5-3 0</inkml:trace>
  <inkml:trace contextRef="#ctx0" brushRef="#br0" timeOffset="449">315 160 11304,'4'2'0,"-6"2"0,-4 4 0,-2 1 0,3-3 0,3 4 0,-4-2 0,4-1 0,-2-1 0,8 6 0,0-4 0,6-1 0,-1-1 0,1 0 0,2 2 0,5-4 0,-1 3 0,-5 3 0,5-6 0,-5 4 0,3-1 0,-2 5 0,1-2 0,-7 1 0,-2 3 0,-2 2 0,-4 1 0,-4 1 0,-6-3 0,-3-3 0,-3-6 0,1-5 0,0-1 0,-1 0 0,1 0 0,-1 0 0,1-1 0,1-5 0,4-6 0,-3-3 0,5-3 0</inkml:trace>
  <inkml:trace contextRef="#ctx0" brushRef="#br0" timeOffset="450">595 160 11304,'-18'0'0,"1"2"0,1 4 0,3 3 0,3 3 0,2 0 0,4 1 0,2 3 0,2 1 0,0 1 0,2-1 0,2 1 0,4-3 0,2-3 0,3-4 0,3-3 0,1 1 0,1-2 0,-1-2 0,0-2 0,1 0 0,-1-2 0,1-4 0,-1-5 0,-1-5 0,-4-1 0,-7-1 0,-3 1 0,-2-1 0,0 1 0,0-1 0,0 1 0</inkml:trace>
  <inkml:trace contextRef="#ctx0" brushRef="#br0" timeOffset="2409">961 212 11304,'10'-7'0,"-4"-5"0,-4 2 0,-2-1 0,0-3 0,0 4 0,0-1 0,-2 7 0,-4-2 0,-4 4 0,-7 4 0,-1 4 0,1-2 0,-1 7 0,1 3 0,0 1 0,5 3 0,2-1 0,0 1 0,1-1 0,5 1 0,-4-3 0,2-1 0,0-2 0,1-1 0,7 5 0,3-5 0,-1-3 0,8-6 0,2 2 0,1 2 0,3 0 0,-1-8 0,0-4 0,1 2 0,-1-8 0,1-1 0,-7 3 0,-1-2 0,-2-1 0,4 3 0,-7-2 0,1 9 0,-6-5 0,2 14 0,2 1 0,2 3 0,0-4 0,-4 4 0,3-3 0,-3 1 0,6-4 0,0 2 0,2 0 0,7-6 0</inkml:trace>
  <inkml:trace contextRef="#ctx0" brushRef="#br0" timeOffset="2410">1101 160 11304,'6'12'0,"0"-1"0,-2 3 0,-3-4 0,-1 1 0,0 3 0,6 1 0,0 3 0,-2-1 0,0-1 0,0-3 0,2-1 0,1 0 0,-3 5 0,2 1 0,0-7 0,-6 1 0,0-8 0,0 2 0,0-12 0,0-4 0,-2-7 0,-2-3 0,-2-3 0,0 3 0,8-3 0,2 2 0,2-2 0,6 3 0,-5-5 0,3 2 0,4-1 0,-1 7 0,1 5 0,-2 1 0,1 1 0,3 2 0,1 8 0,1 0 0,-9 0 0,7 8 0,-6 2 0</inkml:trace>
  <inkml:trace contextRef="#ctx0" brushRef="#br0" timeOffset="2844">1433 195 11304,'-10'8'0,"4"3"0,4 5 0,2 1 0,0 1 0,0-1 0,0 1 0,0-1 0,0 1 0,2-3 0,2-1 0,4-5 0,0 1 0,1-2 0,1 0 0,2-2 0,5-6 0</inkml:trace>
  <inkml:trace contextRef="#ctx0" brushRef="#br0" timeOffset="2845">1520 38 11304,'-6'-12'0,"-1"0"0,-3-1 0,14 13 0,-2 2 0</inkml:trace>
  <inkml:trace contextRef="#ctx0" brushRef="#br0" timeOffset="2846">1765 230 11304,'0'-18'0,"-2"3"0,-4 3 0,-6 6 0,-3 4 0,-3 2 0,1 2 0,-1 4 0,1 6 0,-1 3 0,3 3 0,1-1 0,5 1 0,-1-3 0,2-1 0,0-2 0,4 1 0,4 1 0,6-1 0,6-3 0,3-2 0,3-4 0,-1-2 0,1-2 0,-1-2 0,3-2 0,-1-4 0,1-2 0,-5-1 0,1-1 0,-3 0 0,-1-1 0,-6-3 0,-4-1 0,-2-1 0,0 1 0,0-1 0,-8 1 0,-2-1 0</inkml:trace>
  <inkml:trace contextRef="#ctx0" brushRef="#br0" timeOffset="3077">1957 212 11304,'8'-17'0,"-7"5"0,5 1 0,-6 7 0,-6-2 0,-5 4 0,-5 2 0,-1 2 0,-1 4 0,1 5 0,1 5 0,5 1 0,5 1 0,6-1 0,6-1 0,5-4 0,3-5 0,0-1 0,-3 0 0,3-2 0,1-2 0,-3 4 0,0-1 0,1-1 0,1 6 0,-3 2 0,-3-3 0,-8 3 0,0-6 0,-2 3 0,-4-1 0,-3-2 0,-9-4 0,1 2 0,-1 2 0,1 0 0,-1-6 0,1 0 0,-1 0 0,1 0 0,0-8 0,-1-2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4:53.21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191 175 11287,'-18'0'0,"1"0"0,0 0 0,-1 0 0,1 0 0,-1 0 0,1 0 0,-1 8 0,1 3 0,1 5 0,5 1 0,5 1 0,6-3 0,6-1 0,5-4 0,5-1 0,1-1 0,1 0 0,1-2 0,2 0 0,5-1 0,-1-1 0,2-2 0,-2-2 0,2 0 0,-1 0 0,-1 0 0,-2 0 0,0 0 0,1 0 0,-3 0 0,-5 0 0,-11-2 0,-10-2 0,-9-1 0,-3-1 0,-1-2 0,1-4 0,1-3 0,4-3 0,-1 1 0,7-1 0,2 1 0,2 0 0,2-1 0,8 1 0,4 1 0,3 4 0,3-1 0,-1 5 0,1 0 0,-1 1 0,0 3 0,1 2 0,-1-6 0,1-2 0</inkml:trace>
  <inkml:trace contextRef="#ctx0" brushRef="#br0" timeOffset="1">575 210 11289,'18'0'0,"-1"0"0,1 0 0,-1 0 0,0-2 0,1-2 0,-1-2 0,1 1 0,-1-1 0,-1-2 2,-5-2-2,-3 6 0,-16-3 0,-3 7 0,-5 0 0,-1 0 0,-3 0 0,-1 2 0,-2 1 0,1 3 0,-3 6 0,2-4 0,2 1 0,1 5 0,9-4 0,-1 1 0,0 3 0,3 1 0,3 3 0,4-1 0,4 1 0,4-3 0,7-1 0,7-4 0,3-3 0,8 7 0,-4-4 0</inkml:trace>
  <inkml:trace contextRef="#ctx0" brushRef="#br0" timeOffset="134">1012 175 11291,'-8'-10'0,"-4"5"0,-3-3 0,-3 2 0,7 0 0,-1 6 0,-2 0 0,-1 0 0,-1 2 0,3 4 0,1 6 0,1 3 0,-1 3 0,2-1 0,2 0 0,5 1 0,1-1 0,4-1 0,3-4 0,7-7 0,4-3 0,-5-2 0,1 0 0,1 0 0,3 0 0,-4 0 0,-1-2 0,3-2 0,1-1 0,-3-7 0,0 6 0,1 2 0,3 0 0,1 1 0,1-3 0,-1 2 0,-1 4 0,-5 6 0,-3 3 0,-2 3 0,0 0 0,7-1 0,-3 7 0</inkml:trace>
  <inkml:trace contextRef="#ctx0" brushRef="#br0" timeOffset="135">1151 88 11293,'0'17'0,"0"1"0,0-1 0,0 1 0,2-1 0,2 1 0,4-1 0,0 0 0,2-1 0,-3-2 0,1-7 0,-4-5 0,-2-10 0,-2-5 0,0-5 0,0 1 0,2 0 0,4-1 0,3 1 0,5-1 0,1 1 0,5-1 0,1 1 0,4-1 0,5 3 0,1 1 0,-2 3 0,11-1 0,-3-6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4:47.86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18 549 11292,'0'-17'6,"0"-1"-3,0 1 1,0 9-3,0 8 0,0 8 1,0 11-1,-2 3-1,-3 1 1,3 6-1,-4-4 1,4 0-1,2 1 0,0 3 0,0-6 0,0-2 0,0-1 0,0-3 0,0 1 0,0-1 0,2-5 0,4-1 0,1-9 0,7-2 0,-2-9 0,1-7 0,3-7 0,1-2 0,1-3 0,-1-3 0,1-2 0,-1 0 0,1 2 0,-1 2 0,-1 6 0,-3-4 0,-1 2 0,-1 1 0,7 7 0</inkml:trace>
  <inkml:trace contextRef="#ctx0" brushRef="#br0" timeOffset="843">420 637 11312,'0'-18'0,"6"1"0,0-1 0,-2 1 0,-3 5 0,-1 0 0,0-1 0,-1-1 0,-3 1 0,-2 1 0,-2 8 0,2-2 0,-5 4 0,-5 4 0,-1 4 0,-1 6 0,7 3 0,-1 5 0,0 1 0,3 2 0,-5 3 0,8-5 0,2 2 0,2-1 0,-3-3 0,-1-2 0,2 1 0,4-3 0,6-3 0,5-4 0,5-2 0,1-3 0,1-3 0,-1-5 0,1-5 0,-3-4 0,-1-1 0,-3-3 0,1 1 0,0-1 0,-1 1 0,1 0 0,-2-1 0,-5 1 0,-1 1 0,0 2 0,2 7 0,-2 5 0,-2 10 0,-2 5 0,0 5 0,0-1 0,0 1 0,2-3 0,4-3 0,5-6 0,5-5 0,-1-2 0,-1-3 0,-2-4 0,1-2 0,1-3 0,-1-3 0,-1-3 0,2-3 0,1-3 0,3-2 0,-3-4 0,-1-2 0,-5-2 0,1 0 0,-2 0 0,0-2 0,-5-2 0,-1-1 0,-2 1 0,0 2 0,0 2 0,0 0 0,0 0 0,0 8 0,0 4 0,-5 13 0,-3 10 0,-2 12 0,-2 9 0,1 8 0,1 4 0,0 2 0,3 2 0,-3 4 0,2 3 0,-2 3 0,3-1 0,-3 3 0,2 1 0,0 1 0,5-3 0,1-3 0,2-2 0,0-4 0,0-5 0,2-4 0,3-7 0,5-4 0,2-3 0,-1-5 0,3-5 0,2-4 0,1-2 0,0 0 0</inkml:trace>
  <inkml:trace contextRef="#ctx0" brushRef="#br0" timeOffset="2439">892 532 11312,'0'11'0,"0"1"0,0 4 0,0 5 0,0-2 0,0 7 0,0-3 0,0 0 0,0 0 0,0-5 0,0-1 0,0 1 0,0-1 0,2 1 0,3-1 0,-3-7 0,12-4 0,-6-12 0,-1-6 0,1-3 0,6-9 0,-5-1 0,3-2 0,0-4 0,-1 4 0,5 0 0,-3-1 0,-1 1 0,0 6 0,3-2 0,-1 3 0,-3 3 0,1 7 0,6 2 0</inkml:trace>
  <inkml:trace contextRef="#ctx0" brushRef="#br0" timeOffset="2523">1171 671 11312,'10'0'0,"5"0"0,-3 0 0,3-1 0,3-3 0,-1-4 0,-1-2 0,-3-1 0,-3-1 0,-4 2 0,-8 2 0,-8 5 0,-5 3 0,-3 3 0,1 5 0,-3 2 0,-3 3 0,4 3 0,-5 1 0,7 1 0,5-1 0,-3 1 0,5-1 0,0 1 0,5-1 0,3-5 0,4 0 0,3 1 0,5-5 0,10-2 0,3-4 0,6-2 0,4 0 0,2-8 0,0-2 0</inkml:trace>
  <inkml:trace contextRef="#ctx0" brushRef="#br0" timeOffset="2524">1468 584 11312,'-18'6'0,"1"0"0,1 0 0,3-1 0,3 3 0,0 0 0,3 2 0,-1-1 0,4 5 0,2 1 0,4 3 0,2-1 0,4-1 0,-1-3 0,3-3 0,-2 0 0,2-2 0,-1 1 0,5-1 0,1 0 0,3-4 0,-3-4 0,-3-6 0,-6-6 0,-4 3 0,0-3 0,2-2 0,1-1 0,3-3 0,-4 1 0,4-1 0,2 1 0,-5 0 0,7-1 0,0 1 0,-3-1 0,7 3 0,-4 1 0,3 4 0,3 3 0,-1-5 0,0 6 0,1 2 0,-1 2 0,1 10 0,-1 2 0</inkml:trace>
  <inkml:trace contextRef="#ctx0" brushRef="#br0" timeOffset="3719">2341 637 11291,'-6'-18'0,"-1"3"0,-1 1 0,-2 4 0,2 1 0,-1 1 0,-1 0 0,-4 4 0,-1 2 0,-3 2 0,1 2 0,-1 4 0,1 6 0,1 3 0,3 3 0,3-1 0,0 1 0,3-1 2,-1 0 0,2-5-2,6 0 0,8-3 0,3 3 0,5-4 0,1-8 0,1 0 0,-1 0 0,1 0 0,-1 0 0,-5 0 0,0 0 0,1 0 0,3 0 0,1 0 0,1 0 0,-1 0 0,-5 2 0,-1 4 0,3 5 0,-4-1 0,1 2 0,3 1 0,1 3 0,3 1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4:45.15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43 11324,'8'-17'0,"-6"-1"0,11 10 0,-7 8 0,-2 10 0,-2 11 0,-2 7 0,0 3 0,0 6 0,-2 3 0,-2 1 0,-2 4 0,2-1 0,-3 5 0,1-7 0,0 3 0,-2 4 0,4-12 0,-5-3 0,1-3 0,4-3 0,2-5 0,4-8 0,2-9 0,4-13 0,1-11 0,5-7 0,2 0 0,1-3 0,0 3 0,1-2 0,-1 2 0,1 0 0,-1 3 0,1 3 0,-3 1 0,-1 1 0,-2 1 0,1 5 0,1 7 0,-3 8 0,-5 7 0,-4 5 0,-2 1 0,0 1 0,0-1 0,0 1 0,0-1 0,0 1 0,0-1 0,0 1 0,0-1 0,8 1 0,2-1 0</inkml:trace>
  <inkml:trace contextRef="#ctx0" brushRef="#br0" timeOffset="377">559 375 11324,'-2'-16'0,"-2"3"0,-4 3 0,1 0 0,-3 3 0,0-1 0,-3 4 0,-3 4 0,-1 6 0,-1 5 0,3 5 0,1 1 0,2 1 0,3 5 0,-5 0 0,4-1 0,3-3 0,-5-1 0,6-1 0,2 1 0,2-1 0,2-5 0,2-3 0,4-1 0,6-4 0,3-2 0,3-2 0,-1-2 0,1-4 0,-1-5 0,1-3 0,-3 0 0,-1 5 0,-5-1 0,1 0 0,0-1 0,2 3 0,-3 8 0,-3 10 0,-4 5 0,-2 3 0,0-1 0,0-5 0,0-1 0,0 3 0,6-4 0,0 1 0,7 1 0,-3 5 0</inkml:trace>
  <inkml:trace contextRef="#ctx0" brushRef="#br0" timeOffset="675">734 392 11324,'0'-9'0,"0"3"0,0 12 0,0 3 0,0 9 0,0-1 0,0 1 0,0-1 0,2-1 0,3-5 0,-3 5 0,6-6 0,0-1 0,-4 5 0,7-8 0,3-2 0,-4-2 0,1-2 0,-1-8 0,4-4 0,-5-3 0,-1-3 0,0 3 0,-4 1 0,2 2 0,-3-1 0,-1-3 0,-2-1 0,0 7 0,0 4 0,0 12 0,0 8 0,0 7 0,0-2 0,0 7 0,0-3 0,0 0 0,-5 8 0,-1-2 0,2 4 0,2 2 0,-4 0 0,-2 0 0,-1 0 0,-5 0 0,4 2 0,-3 2 0,-5 1 0,-3-1 0,-4-6 0,3-2 0,-1 2 0,2-2 0,-1-7 0,1-3 0,-2-7 0,1-9 0,11-3 0,-5-2 0,7 0 0</inkml:trace>
  <inkml:trace contextRef="#ctx0" brushRef="#br0" timeOffset="2034">1432 375 11302,'0'-18'0,"0"1"0,0 0 0,0-1 0,-2 1 0,-4 1 0,-5 4 0,-5 7 0,-1 10 0,-1 7 0,1 4 0,-1 3 0,3 2 0,1 3 0,3-3 0,1 4 0,-2-2 0,6-1 0,5-3 0,1-7 0,0 0 0,1-1 0,5-1 0,6-4 0,3-4 0,3-2 0,-1-2 0,1-4 0,-1-4 0,-1-1 0,-3-1 0,-1-2 0,2-1 0,1-1 0,1 3 0,-3 3 0,-3 4 0,-2 8 0,-4 8 0,-2 5 0,-2 5 0,0 1 0,-2 2 0,-4-1 0,4 5 0,-4 0 0,4 2 0,2 0 0,-6-7 0,0 3 0,3-2 0,1 0 0,0 1 0,-2-7 0,-4-1 0,-2-5 0,6 5 0,-11-6 0,5 7 0</inkml:trace>
  <inkml:trace contextRef="#ctx0" brushRef="#br0" timeOffset="2509">1275 672 11302,'12'0'0,"-1"0"0,3 0 0,-4 0 0,1 0 0,3 0 0,1 0 0,3 0 0,-1 0 0,1 0 0,-1-8 0,1-2 0</inkml:trace>
  <inkml:trace contextRef="#ctx0" brushRef="#br0" timeOffset="2510">1572 323 11302,'-18'0'0,"7"5"0,1 3 0,2 2 0,3-4 0,3 3 0,-2 1 0,-2 0 0,0-4 0,6 5 0,8 1 0,3 3 0,5-3 0,1-4 0,1-6 0,-1 4 0,1-5 0,-1 5 0,1-6 0,-1-6 0,1 3 0,-3-9 0,-3-2 0,1 5 0,-5-3 0,2-2 0,-6-1 0,2-3 0,-4 1 0,-2 5 0,0 1 0,0 7 0,0-4 0,0 8 0,1 6 0,5 0 0,6-2 0,-2-2 0,1-2 0,1 0 0,5 0 0,-5 0 0,-2-2 0,-1-2 0,1-2 0,-4-8 0,4 3 0,-3-5 0,-3-1 0,-2-1 0,-4 3 0,-4 3 0,-5 8 0,-5 8 0,-1 8 0,1 3 0,3 3 0,3 1 0,0 2 0,3 3 0,-3-1 0,2 0 0,0 1 0,4-1 0,3 0 0,1 0 0,0-1 0,0-3 0,1-3 0,5-3 0,6-3 0,3-2 0,5-2 0,1-6 0,3 0 0,-3 0 0,6-8 0,0-2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4:34.28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171 944 11501,'0'-18'0,"0"1"0,0 5 0,-2 2 0,-4 2 0,2 3 0,-7 5 0,-3 0 0,-1 0 0,-3 0 0,1 0 0,-1 0 0,7 7 0,-1 5 0,0 4 0,3 1 0,3 1 0,2-1 0,0 0 0,-2 3 0,4 1 0,4 2 0,6-1 0,2-5 0,1-3 0,1-4 0,0-3 0,1-3 0,3-2 0,1-2 0,-1-2 0,-3-2 0,-3-3 0,0-3 0,-3-4 0,1-1 0,-2-3 0,0-1 0,0-2 0,-2-3 0,-3 3 0,-2 2 0,-5 1 0,-4 1 0,-7-1 0</inkml:trace>
  <inkml:trace contextRef="#ctx0" brushRef="#br0" timeOffset="1">363 385 11546,'-10'-10'0,"3"4"0,7 14 0,0 9 0,0 3 0,0 11 0,0 4 0,0 4 0,0 11 0,2 0 0,3 7 0,7-1 0,-2-7 0,-1-3 0,1 1 0,0-3 0,-6-1 0,4-10 0,-3-4 0,1-6 0,0-3 0,-6-3 0,0 1 0,0-1 0</inkml:trace>
  <inkml:trace contextRef="#ctx0" brushRef="#br0" timeOffset="77">363 786 11546,'18'0'0,"-1"0"0,1-2 0,1-1 0,2-3 0,3 2 0,1 2 0,-2 2 0,4-8 0,8-2 0</inkml:trace>
  <inkml:trace contextRef="#ctx0" brushRef="#br0" timeOffset="263">538 909 11546,'0'17'0,"0"1"0,2-3 0,2-1 0,1-3 0,9-1 0,-4 4 0,-1-3 0,7-7 0,-4 2 0,3-4 0,3-2 0,-9-2 0,-3-4 0,-4-4 0,-2-7 0,0-1 0,0 1 0,0 0 0,0-1 0,-6 1 0,0-1 0,2 1 0,3-1 0,1 1 0,0-1 0,0 1 0,0-1 0,1 3 0,5 3 0,4 4 0,7 8 0,9 0 0,1 0 0</inkml:trace>
  <inkml:trace contextRef="#ctx0" brushRef="#br0" timeOffset="947">939 874 11546,'0'-18'0,"0"1"0,0 5 0,0 0 0,0-1 0,-1 3 0,-5-1 0,-4 7 0,-7-2 0,-1 4 0,3 10 0,1 1 0,2 3 0,1 0 0,1 1 0,2 3 0,2 1 0,1 1 0,1-1 0,4 1 0,5-3 0,7-3 0,4-6 0,1-4 0,1-2 0,-1 0 0,1 0 0,-1 0 0,0-2 0,1-4 0,-3-6 0,-3-3 0,-6-3 0,-6 1 0,-6-1 0,-11 1 0,-11-1 0</inkml:trace>
  <inkml:trace contextRef="#ctx0" brushRef="#br0" timeOffset="1327">1586 751 11534,'-6'-17'0,"0"-1"0,-6 7 0,5-1 0,-3 1 0,-4 1 0,-1 4 0,-3 4 0,1 2 0,-1 0 0,1 2 0,1 4 0,3 5 0,3 5 0,2 3 0,4 5 0,-3-5 0,1 4 0,2-3 0,2-3 0,2 1 0,2-3 0,4-3 0,5-6 0,-1 1 0,2-1 0,1-2 0,3-2 0,1-2 0,-1-2 0,-4-4 0,3 2 0,-3-7 0,1-3 0,-1-1 0,2-3 0,-7 3 0,1 1 0,0 3 0,0-1 0,-5-6 0,3 1 0,0-1 0,-6 1 0,0 0 0</inkml:trace>
  <inkml:trace contextRef="#ctx0" brushRef="#br0" timeOffset="1729">1725 751 11544,'-5'12'0,"-1"0"0,0-6 0,6 5 0,0 3 0,0 1 0,0 3 0,2-3 0,4-3 0,-4 3 0,5-3 0,1 4 0,-6-5 0,4 1 0,-2-8 0,2 2 0,-5-6 0,5-6 0,-4-6 0,-2-3 0,0-3 0,0-1 0,0-5 0,0 5 0,0-6 0,0 2 0,0-1 0,2 1 0,2 5 0,4 1 0,2 0 0,1-1 0,7 3 0,-1 1 0,1 2 0,7 8 0,2-3 0</inkml:trace>
  <inkml:trace contextRef="#ctx0" brushRef="#br0" timeOffset="2081">2110 786 11480,'7'-17'0,"-5"-1"0,4 1 0,-4-1 0,-2 7 0,0-1 0,0-1 0,-2 5 0,-4 2 0,-3 4 0,-11 2 0,-1 2 0,-2 4 0,-1 4 0,5 9 0,-3 2 0,-1 3 0,2 1 0,7-4 0,5 2 0,1-1 0,-4-3 0,6-1 0,2-1 0,10-7 0,8-4 0,7-4 0,1-2 0,5-2 0,0-4 0,0-6 0,0-9 0,2-2 0,-5-1 0,-5-1 0,2 4 0,-1-8 0,-5-1 0,1 3 0,-8-6 0,-3 6 0,-3-2 0,-2 0 0,0 2 0,0-4 0,0 2 0,-15 0 0,-5-6 0</inkml:trace>
  <inkml:trace contextRef="#ctx0" brushRef="#br0" timeOffset="3580">2302 786 11480,'9'2'0,"-3"4"0,4-4 0,0 6 0,7-8 0,-5 0 0,-1-2 0,3-4 0,-4 4 0,-1-6 0,1 3 0,0-1 0,-6-8 0,1 2 0,-3-3 0,-4 5 0,-3 4 0,-7 4 0,-4 2 0,-3 2 0,-2 4 0,-3 6 0,3 3 0,0 3 0,-1-1 0,1 1 0,6-1 0,-3 1 0,8-1 0,1 1 0,1-1 0,16-1 0,5-5 0,7-5 0,3-4 0,6-2 0,-4 0 0,0 0 0,1 0 0,3-2 0,-6-2 0,-2-2 0,-1 3 0,-3 1 0,1 2 0,-1 0 0,1 0 0,-7-6 0,1 0 0,-2-2 0,1 2 0,-3 2 0,-8-7 0,0 7 0,0-4 0,-8 8 0,4 0 0,-7 0 0,7 0 0,-4-8 0,8-1 0,0-9 0,0 1 0,0-1 0,0 1 0,6 3 0,2-1 0,1-5 0,5 1 0,2 0 0,1 1 0,0 3 0,1 3 0,-1-4 0,1 7 0,-1-3 0,1 0 0,-1 9 0,1-5 0</inkml:trace>
  <inkml:trace contextRef="#ctx0" brushRef="#br0" timeOffset="4147">2511 769 11458,'0'10'0,"-8"5"0,7-13 0,-7 6 0,8-10 0,0-4 0,2-4 0,2-1 0,3 1 0,1 0 0,2 3 0,-2-3 0,1 2 0,-1-2 0,2 3 0,-3-3 0,3 2 0,0-2 0,3 3 0,3-1 0,-4-4 0,-1 5 0,3-3 0,-4 6 0,1-2 0,-1 2 0,4 0 0,-3-1 0,-5-1 0,6 6 0,-9 2 0,5 2 0,-2 3 0,0 3 0,0 4 0,0 1 0,-1 3 0,1-1 0,0 0 0,0 1 0,-2-1 0,-2 1 0,-2-1 0,0 1 0,7-8 0,3-3 0</inkml:trace>
  <inkml:trace contextRef="#ctx0" brushRef="#br0" timeOffset="4924">3053 716 11458,'9'-7'0,"5"3"0,-8-8 0,5 1 0,-5-7 0,0 1 0,-6-1 0,0 1 0,0-1 0,-8 9 0,-3 3 0,-5 4 0,4 2 0,1 0 0,-3 0 0,-1 2 0,-3 4 0,1 5 0,-1 5 0,3 1 0,1 1 0,4-1 0,1 1 0,1 1 0,0 2 0,4 3 0,0-3 0,1-2 0,-3-1 0,2-1 0,4-1 0,6-3 0,5-3 0,5-2 0,1-4 0,1-4 0,-1-6 0,-1-6 0,-3-1 0,-3-1 0,0 2 0,-2-1 0,1-3 0,-1-1 0,2-1 0,-3 1 0,3-1 0,-2 1 0,2 1 0,-3 3 0,1 5 0,-4 6 0,0 10 0,0 6 0,2 3 0,-1-1 0,1-3 0,2-3 0,0 0 0,2-3 0,-3 3 0,3-2 0,0 0 0,1-3 0,7-5 0</inkml:trace>
  <inkml:trace contextRef="#ctx0" brushRef="#br0" timeOffset="5109">3454 629 11474,'0'-17'0,"0"-1"0,0 1 0,0-1 0,-2 1 0,-2-1 0,-3 3 0,-1 1 0,-2 5 0,1 1 0,-5 4 0,-2 2 0,-1 2 0,0 0 0,-1 2 0,1 4 0,-1 7 6,1 9 0,1-1 0,3 6 1,1 0-7,-2 1 0,5-5 0,-1 4 0,2 0 0,4 0 0,2-5 0,2 1 0,0-4 0,8-3 0,4-4 0,3-7 0,3-3 0,-1-2 0,1-2 0,-1-3 0,1-7 0,-1-6 0,1-3 0,1-4 0,2-2 0,1-4 0,-5-2 0,-3-2 0,-1 0 0,3-2 0,-1-2 0,-3-2 0,-6 1 0,-4-3 0,-2-2 0,0-1 0,0-1 0,0 1 0,0 1 0,-2 6 0,-2 8 0,-4 6 0,-2 0 0,-1 13 0,-7-4 0</inkml:trace>
  <inkml:trace contextRef="#ctx0" brushRef="#br0" timeOffset="6480">3716 682 11464,'0'-18'0,"0"1"0,0-1 0,0 1 0,0-1 0,0 1 0,-2-1 0,-4 1 0,3 7 0,-9 2 0,-2 1 0,-1 5 1,-3-4 0,1 4 0,-1 8 0,1 1 0,1 3-1,5 4 0,-5 7 0,7 2 0,-3 1 0,0 1 0,8-6 0,-1 5 0,3-5 0,2-2 0,0 1 0,7-3 0,5-3 0,4-6 0,1-4 0,-5-2 0,-1-2 0,3-2 0,1-4 0,3-1 0,-1-5 0,1-2 0,-1-1 0,-1 0 0,-3-1 0,-3 1 0,0-1 0,-2 1 0,-1-1 0,-1 3 0,0 1 0,0 6 0,-2 6 0,-2 10 0,-2 6 0,0 3 0,0 1 0,0-1 0,0 1 0,0-7 0,0 1 0,5-6 0,1 5 0,0-9 0,-8 0 0,-2-8 0,-2-3 0,3-5 0,1-3 0,2-7 0,0-3 0,0 0 0,2 4 0,3 3 0,7 3 0,4-1 0,1 1 0,1 1 0,-1 3 0,0 3 0,1 2 0,-1 3 0,1 5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4:31.74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35 88 11567,'-8'-17'0,"1"15"0,-5 7 0,6 9 0,4 4 0,2 1 0,0 2 0,0 3 0,6-1 0,2-6 0,1 1 0,-3-1 0,6-1 0,1-5 0,-3 3 0,2-8 0,-1 0 0,5-8 0,-4-4 0,1-4 0,-5-7 0,0-3 0,-1-3 0,-1 4 0,-6-5 0,0 5 0,0 1 0,2 1 0,2 0 0,2-1 0,-2 1 0,-2-1 0,-2 1 0,0-1 0,0 1 0</inkml:trace>
  <inkml:trace contextRef="#ctx0" brushRef="#br0" timeOffset="169">384 88 11567,'-11'0'0,"-1"-2"0,-2-4 0,5 4 0,-1-5 0,0 1 0,1 0 0,-5 2 0,-1 4 0,-1 6 0,4 6 0,7 3 0,3 3 0,2-1 0,2 0 0,3-1 0,7-2 0,4-5 0,1-1 0,0-2 0,1 0 0,-1-1 0,1-1 0,-1 0 0,1 2 0,-3 6 0,-5 3 0,-10 1 0,-10-3 0,-7-3 0,-4-2 0,-3-4 0,1-2 0,0-2 0,-1 0 0,3 0 0,2 0 0,1 0 0,3-2 0,1-4 0,2-6 0,1-3 0,-7-3 0</inkml:trace>
  <inkml:trace contextRef="#ctx0" brushRef="#br0" timeOffset="834">716 88 11567,'-11'-6'0,"-1"0"0,6-1 0,-6 1 0,-1-6 0,3 4 0,-2 1 0,-1-1 0,-3 6 0,-1-4 0,-1 4 0,7 2 0,-1 2 0,1 4 0,-1 6 0,0 3 0,6 3 0,-3-1 0,1 1 0,4 1 0,2 2 0,2 3 0,0-3 0,0-2 0,2-3 0,4-5 0,4-3 0,1-2 0,1 0 0,1-2 0,3-2 0,1-4 0,1-2 0,-3-4 0,-1 0 0,-4-1 0,-1 1 0,1-2 0,2 0 0,-1-1 0,1 1 0,0 6 0,-1 6 0,-1 6 0,-2 2 0,-2 1 0,-1 1 0,3-2 0,2-3 0,2 7 0,5-4 0</inkml:trace>
  <inkml:trace contextRef="#ctx0" brushRef="#br0" timeOffset="2149">821 18 11567,'0'18'0,"0"-1"0,0 1 0,0-1 0,0 1 0,2-3 0,2-1 0,2-3 0,-3 3 0,1-1 0,0 1 0,2-2 0,0-1 0,0 1 0,0 0 0,-1-9 0,-5 3 0,0-12 0,0-5 0,0 1 0,0-2 0,0-1 0,0-5 0,0-3 0,0-2 0,0 1 0,2 3 0,4 2 0,6-1 0,3 1 0,3 1 0,-1 4 0,1 7 0,-1 3 0,1 2 0,-1 0 0,1 0 0,-1 0 0,8 7 0,2 3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4:26.75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699 470 11494,'-18'0'0,"7"2"0,-1 3 0,8-1 0,-2 8 0,4 2 0,2-5 0,0 3 0,0 1 0,0 3 0,0 1 0,0 1 0,0-1 0,0-5 0,0 0 0,0 1 0,0 3 0,0 1 0,2-9 0,2-8 0,2-10 0,0-5 0,-6-3 0,0-1 0,0-4 0,2 3 0,2-5 0,1 2 0,-1-1 0,0-5 0,0 6 0,2 2 0,-2 1 0,4 3 0,-1-1 0,1 1 0,0-1 0,5 3 0,-1 3 0,4 6 0,-5 4 0,1 4 0,0 4 0,-3 6 0,5 9 0,-6 3 0,1-1 0,5 2 0,-6-6 0,-1 7 0,-1-3 0,0 0 0,2 1 0,-4-7 0,1 0 0,-1 1 0,-2-1 0,-2 1 0,0-1 0,0 1 0,-2-3 0,-3-3 0,3 3 0,-14-13 0,6 6 0</inkml:trace>
  <inkml:trace contextRef="#ctx0" brushRef="#br0" timeOffset="236">716 574 11494,'2'10'0,"4"-4"0,6-4 0,3-2 0,3 0 0,-1 0 0,1 0 0,-1 0 0,0 0 0</inkml:trace>
  <inkml:trace contextRef="#ctx0" brushRef="#br0" timeOffset="681">996 452 11494,'7'10'0,"-5"0"0,4-5 0,-2-3 0,2 4 0,2-6 0,5-4 0,-3-3 0,-2-3 0,5-2 0,-3-5 0,2-1 0,-1 1 0,-1-1 0,4 1 0,-5-3 0,-1-3 0,-2 4 0,-6-6 0,0-1 0,0-3 0,0 2 0,0-2 0,0 0 0,0 2 0,-6-4 0,-2 7 0,0 3 1,1 2 0,-1 9 1,2 4 0,-2 18 0,-3 7 0,5 6-1,4 6 0,2 4 0,0 6 0,0 4-1,0-1 0,0 5 0,0-6 0,0-1 0,0 1 0,0-2 0,0-8 0,2-2 0,4-2 0,3-8 0,9 0 0,-1-7 0,9-6 0,1-8 0</inkml:trace>
  <inkml:trace contextRef="#ctx0" brushRef="#br0" timeOffset="2396">105 120 11690,'12'0'0,"-1"0"0,-7 2 0,4 2 0,0 2 0,-4 6 0,5-5 0,-1 3 0,6 0 0,-5 3 0,1-1 0,0-6 0,-5 4 0,7-3 0,4 7 0,1-4 0</inkml:trace>
  <inkml:trace contextRef="#ctx0" brushRef="#br0" timeOffset="2590">210 85 11690,'-12'6'0,"0"2"0,1 2 0,-1 3 0,1 3 0,-1 1 0,0 1 0,3-1 0,-1 3 0,2 1 0,-2 2 0,3-1 0,-3-3 0,0-2 0,-1 9 0,-7 1 0</inkml:trace>
  <inkml:trace contextRef="#ctx0" brushRef="#br0" timeOffset="2787">122 33 11690,'0'18'0,"0"-1"0,2 0 0,2 1 0,4-1 0,0 3 0,1 1 0,-1 2 0,0-1 0,-2-3 0,0-1 0,-1-1 0,-1 1 0,6-1 0,0 0 0</inkml:trace>
  <inkml:trace contextRef="#ctx0" brushRef="#br0" timeOffset="3681">0 190 11690,'18'0'0,"-1"0"0,3 0 0,1 0 0,4-2 0,2-2 0,2-1 0,-1 1 0,12-6 0,-3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5:59.25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66 12256,'2'6'0,"1"-2"0,6 0 0,4 0 0,0-1 0,6-3 0,3 0 0,2 0 0,2 0 0,0 0 0,1 0 0,1 0 0,3 0 0,-3 0 0</inkml:trace>
  <inkml:trace contextRef="#ctx0" brushRef="#br0" timeOffset="682">303 1 12469,'-5'6'0,"4"0"0,-4-3 0,0 5 0,4-2 0,-2 1 0,1 1 0,2 2 0,-1 1 0,-1-1 0,-2 1 0,2 0 0,1-4 0,2 0 0,1 2 0,2 0 0,1-3 0,-3-1 0,3-1 0,1-1 0,-4 1 0,3-4 0,-5 0 0,0-5 0,-1-1 0,-3 0 0,3-3 0,-4 1 0,0-1 0,4-2 0,-2 0 0,1 0 0,2 1 0,0-1 0,0 0 0,0 0 0,2 2 0,1 1 0,0 0 0,4 4 0,0 1 0,4 3 0,0 0 0,0 1 0,-1 1 0,1 2 0,0 4 0,0-2 0,0 2 0,-1-1 0,1 0 0,0 4 0,0 0 0,-5-1 0,-3 1 0,-1 0 0,-2 0 0,0 0 0,-2-1 0,-1 1 0,-3 0 0,-5 0 0,0 0 0,0-1 0,-3-4 0,0-1 0,0-1 0,2-1 0,-1 2 0,2-1 0,-7-3 0,6 4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04.27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12 195 11413,'0'7'0,"0"0"0,0-3 0,-1 3 0,-2 2 0,0 0 0,0 3 1,2 1-1,1 3 0,0 1 0,0 1 0,0-1 0,0-2 0,0 0 1,0-1-1,0-1 0,0-1 0,0-1 0,0 0 0,0-3 0,0-4 1,0-8-1,0-5 0,0-4 0,0-3 0,0-2 0,0-5 0,0-3 1,1-3-1,3 1 0,2 1 0,1-1 0,0-2 0,2 0 1,0 0-1,2 2 0,0 3 0,1 4 0,1 2 0,1 5 0,0 4 1,-2 6-1,-2 2 0,0 4 0,-2 1 0,0 6 0,0 3 0,0 4 1,1 4-1,-3 3 0,0 1 0,-1 2 0,-1 2 0,-1 0 0,-2 1 1,-1 1-1,0 1 0,0 1 0,0-3 0,0-4 0,0-2 1,0-3-1,-1-1 0,-3-1 0,3-8 0,-4-1 0,0-3 0,4-2 0,-4-4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05.66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1 492 11501,'10'4'0,"1"0"0,0-2 0,0-1 0,-4-4 0,0-2 0,2 0 0,0-1 0,2 1 0,0 0 0,0 2 0,0-1 0,-1 1 0,1-1 0,0 0 0,0 1 0,0 0 0,-1 2 0,6-4 0,1-1 0</inkml:trace>
  <inkml:trace contextRef="#ctx0" brushRef="#br0" timeOffset="1">401 406 11461,'0'7'0,"0"0"0,0 1 0,1-2 0,2-3 0,5-3 0,1-2 0,2-3 0,0-1 0,0-2 0,-1-2 0,1-1 0,-1 0 0,-2 1 0,-2-1 0,-1 0 0,-1 0 0,-1 0 0,1 1 0,-2-2 0,-1-2 0,-1-1 0,0-2 0,0-2 0,0-3 0,0-2 0,0-1 0,0 0 0,0-1 0,0 1 0,0 1 0,-1 3 0,-1 3 0,-2 3 0,1 4 0,-2 4 0,0 7 0,-3 9 0,0 4 0,0 5 0,2 2 0,-1 2 0,0 1 0,1 2 0,-4 2 0,4 6 0,-1 1 0,0 2 0,3-3 0,-2 3 0,1-1 0,3 1 0,1-6 0,1 1 0,0-3 0,0-4 0,1-2 0,2-4 0,5-4 0,1-2 0,2-6 0,0 4 0,0-4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06.12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55 9 11394,'-6'-5'5,"0"4"1,3-1-6,0 4 0,-1 5 0,4 8 0,0 4 0,0 5 0,0 5 0,0 6 0,0 2 0,0 1 0,0 4 0,-1 3 0,-1-3 0,-2-3 0,2-3 0,-1-3 0,1-3 0,-2-4 0,2-4 0,1-6 0,1-4 0,0-2 0,-2-1 0,-1-6 0,2-4 0,-4-10 0</inkml:trace>
  <inkml:trace contextRef="#ctx0" brushRef="#br0" timeOffset="1">44 355 11405,'11'0'0,"0"-1"0,-1-2 0,1 0 0,0 0 0,1 1 0,1 0 0,2-2 0,-2 2 0,-1 0 0,-1 2 0,-1-4 0,1-2 0</inkml:trace>
  <inkml:trace contextRef="#ctx0" brushRef="#br0" timeOffset="2">206 431 11405,'5'6'0,"2"-3"0,1-3 0,1-2 0,-2-3 0,2 0 0,-1-1 0,0 0 0,-2-2 0,-1-2 0,-2-1 0,-3 2 0,-4 2 0,-3 3 0,-3 3 0,-1 1 0,0 1 0,1 3 0,-1-1 0,0 7 0,0 2 0,0 0 0,1 1 0,0 0 0,2 2 0,0-2 0,6 2 0,-2 0 0,3-1 0,1 2 0,1-5 0,3 1 0,3-4 0,3 1 0,5-5 0,2 0 0,1-3 0,0-1 0,-3 0 0,3 0 0,0-5 0,3-1 0</inkml:trace>
  <inkml:trace contextRef="#ctx0" brushRef="#br0" timeOffset="3">336 377 11399,'9'1'0,"0"1"0,-3 3 0,0 0 0,-1 1 0,1 0 0,-2 2 0,2 2 0,-1 1 0,0-1 0,-3 1 0,1 0 0,-1 0 0,2 0 0,-3-2 0,-3-3 0,-4-7 0,0-7 0,2-6 0,3 0 0,1 2 0,0-1 0,0-2 0,1 0 0,3 2 0,3-2 0,2 2 0,3 1 0,2 0 0,1 0 0,2 1 0,-3 2 0,3 6 0,-1 0 0,-3 0 0,4 7 0,0 2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06.37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23 32 11416,'-5'-6'0,"4"3"0,-4 6 0,1 5 0,1 1 0,-1 6 0,4 0 0,0 1 0,0-1 0,1 5 0,2-2 0,1 1 0,2-1 0,-2-2 0,3-6 0,2 1 0,0 0 0,2-1 0,0-3 0,0-4 0,-1-1 0,1-2 0,0-2 0,0-1 0,0-4 0,-4-4 0,-1-2 0,0-3 0,0-1 0,-4 0 0,2-2 0,-3 2 0,-1 2 0,0-3 0,0 2 0,0 0 0,0 1 0,-5 0 0,-1 0 0,-5-2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06.57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98 33 11416,'-6'-5'0,"-3"3"0,4-4 0,-1 1 0,3-2 0,-5 3 0,0 2 0,2 1 0,-1 1 0,-2 0 0,5 1 0,0 3 0,3 2 0,2 4 0,3 1 0,-2-1 0,5-2 0,2-1 0,0 2 0,2-3 0,0 1 0,0 1 0,0 2 0,-2-3 0,0 0 0,-2 2 0,1 0 0,1 2 0,-2 0 0,-4 0 0,-1 0 0,-2 0 0,0-1 0,-6 0 0,-4-2 0,-4-2 0,-3-1 0,4 2 0,-3-3 0,1-2 0,1 0 0,0-2 0,3 0 0,0 0 0,0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07.19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33 55 11452,'0'10'0,"0"1"0,1-1 0,3-3 0,3-3 0,3-3 0,0-1 0,1-1 0,0-2 0,0-2 0,0-1 0,-1-1 0,0 0 0,-2 0 0,-2-2 0,-1 0 0,-2-2 0,-3 0 0,-4 2 0,-3 1 0,-3 5 0,-1 2 0,-1 1 0,-1 1 0,-1 2 0,1 5 0,1 1 0,1 2 0,0 0 0,0 1 0,2 1 0,1 1 0,5 1 0,2-1 0,1 1 0,0-2 0,1-2 0,4-3 0,4-2 0,6-1 0,1-3 0,4 0 0,0-2 0,2 0 0,-1 0 0,6-5 0,0-1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07.71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0 106 11472,'0'8'0,"0"-1"0,0 1 0,4-2 0,-1 1 0,0 2 0,-2 0 0,2 2 0,1 0 0,-2 0 0,0 0 0,1-1 0,1 1 0,-2 0 0,-1-4 0,-1 1 0,0-6 0,0 2 0,0-8 0,0-3 0,0-3 0,-1-4 0,-1-2 0,-2 0 0,2 1 0,1-3 0,1 2 0,0-1 0,0-2 0,1 2 0,1 1 0,3 0 0,1 3 0,1 1 0,4 2 0,0 2 0,0 2 0,1 1 0,1 4 0,0 3 0,-3 5 0,5 8 0,-3 2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09.17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98 33 11494,'0'-7'0,"-1"1"0,-1 0 0,-2 0 0,-4 3 0,0 0 0,-1 1 0,2 2 0,-1 0 0,0 0 0,-2 0 0,0 2 0,0 1 0,3 4 0,2 3 0,5 1 0,0 0 0,0-1 0,0 1 0,1-1 0,3-2 0,3-1 0,4 1 0,2 1 0,3 0 0,0-2 0,-2-1 0,1 2 0,0-2 0,-1-1 0,2 3 0,-3 0 0,1 1 0,-1-1 0,-5-1 0,-5 1 0,-3-3 0,-3 0 0,-5 0 0,-1-4 0,-2 2 0,0-1 0,0-2 0,-1 0 0,-1 0 0,-1 0 0,1 0 0,1 0 0,1-5 0,0-1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09.35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38 130 11412,'0'11'0,"0"3"0,0 1 0,0-2 0,0-1 0,0-1 0,0-1 0,1 1 0,2 0 0,0 0 0,1-2 0,-1 0 0,2-3 0,0 0 0,0 0 0,3-4 0,-2 3 0</inkml:trace>
  <inkml:trace contextRef="#ctx0" brushRef="#br0" timeOffset="1">38 11 11412,'-5'-6'0,"-2"3"0,-3 1 0,4 2 0,-3 0 0,12 0 0,-1 0 0</inkml:trace>
  <inkml:trace contextRef="#ctx0" brushRef="#br0" timeOffset="2">178 173 11412,'0'12'0,"2"1"0,0 2 0,2-2 0,-2-1 0,-1-1 0,0 0 0,2-1 0,0 1 0,0 0 0,-1-1 0,1-2 0,0-1 0,2-4 0,-3-1 0,2-4 0,-2-5 0,0-3 0,-2-2 0,0-1 0,0-3 0,0-1 0,0-2 0,0 0 0,0 0 0,0 1 0,0-2 0,1 1 0,2 1 0,3 4 0,2 2 0,-1 1 0,1 1 0,2 3 0,1 4 0,0 1 0,-1 2 0,1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09.46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33 0 11505,'-7'4'0,"1"1"0,1 1 0,1 2 0,1 2 0,-1 2 0,2 1 0,0 3 0,2 0 0,0 4 0,0 0 0,0 2 0,0-2 0,0-1 0,0-2 0,0-1 0,2-4 0,1-4 0,4-4 0,3-4 0,1-5 0,0-6 0,-1-1 0,1-6 0,0 0 0,0 1 0,0-3 0,-2 2 0,0-3 0,-2 0 0,-3-1 0,3 1 0,0-1 0,4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11.57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33 108 11505,'0'6'0,"1"-1"0,2-5 0,5 0 0,-2-3 0,1-2 0,1 0 0,2 0 0,1-3 0,-1 2 0,1-1 0,0-1 0,0 1 0,-2-4 0,0 2 0,-2 2 0,-5-3 0,2 3 0,-3-3 0,-2 4 0,-3 3 0,-3 1 0,-2 2 0,-2 2 0,-1 1 0,-1 4 0,-2 4 0,1 2 0,-1 3 0,1 0 0,2 0 0,2 1 0,3 1 0,0 0 0,1-1 0,2 0 0,3-1 0,2-2 0,3-3 0,4-3 0,6-1 0,4-1 0,2-2 0,2-3 0,0-1 0,4 0 0,1-9 0,6-3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12.41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22 150 11497,'-6'11'0,"3"1"0,2 2 0,1 4 0,0 4 0,0 3 0,0 4 0,0 2 0,0 2 0,0-1 0,0 1 0,0-1 0,0-1 0,0-2 0,-2-5 0,-1-5 0,2-3 0,-3-5 0,3-6 0,1-5 0,0-6 0,0-5 0,0-2 0,0-3 0,0 0 0,0-1 0,0-1 0,1-3 0,1-4 0,2-2 0,-2 0 0,0-1 0,-2-2 0,1-2 0,1-3 0,2-1 0,-2 1 0,1 1 0,0 2 0,3 1 0,1 3 0,1 6 0,0 7 0,2 4 0,0 4 0,1 3 0,0 4 0,0 5 0,0 5 0,-2 4 0,0 3 0,-3 2 0,-2 1 0,-1 1 0,-2-2 0,-1-1 0,0 1 0,0 2 0,0 0 0,0 1 0,-1-5 0,-3-3 0,-2-2 0,-1-1 0,0 0 0,-2-2 0,0 0 0,-2-3 0,0-1 0,0-3 0,5-6 0,2-2 0</inkml:trace>
  <inkml:trace contextRef="#ctx0" brushRef="#br0" timeOffset="1">336 172 11500,'0'-11'0,"0"0"0,0 0 0,0 1 0,0-1 0,0 0 0,-1 0 0,-3 2 0,-3 1 0,-3 5 0,-1 2 0,1 1 0,-1 1 0,0 2 0,0 6 0,-1 3 0,0 3 0,0 1 0,2 1 0,2-2 0,2 1 0,1-2 0,2 1 0,-1-1 0,2-1 0,0-1 0,7-1 0,2-1 0,3-3 0,1-2 0,0-5 0,-1 0 0,1 0 0,4-1 0,-1-2 0,-2-1 0,-2-1 0,-3-1 0,1 0 0,2-3 0,1 0 0,-2-2 0,0 1 0,-2 3 0,0 5 0,-1 4 0,-2 5 0,-2 3 0,1 1 0,1-2 0,1 0 0,0-2 0,3 0 0,-2 4 0</inkml:trace>
  <inkml:trace contextRef="#ctx0" brushRef="#br0" timeOffset="2">465 96 11500,'0'11'0,"0"0"0,2-2 0,0 0 0,2-2 0,-2 1 0,0 1 0,1-1 0,2-1 0,1 2 0,-3 0 0,3 2 0,-1 0 0,2 0 0,-2 0 0,-1-3 0,-2-4 0,-3-8 0,0-4 0,-1-3 0,1-1 0,-1-3 0,-2-1 0,2-2 0,1 0 0,2 0 0,1 0 0,3 1 0,1 1 0,2 3 0,2 1 0,1 2 0,0 3 0,1 4 0,1 1 0,1 2 0,6 0 0,-4 0 0</inkml:trace>
  <inkml:trace contextRef="#ctx0" brushRef="#br0" timeOffset="3">822 193 11500,'-1'-10'0,"-2"-1"0,0 0 0,0 0 0,1 0 0,0 1 0,-3-1 0,0 0 0,-1 0 0,0 2 0,-2 1 0,2 0 0,-2 4 0,0 2 0,-2 1 0,1 2 0,0 3 0,2 4 0,-1 5 0,-2-1 0,-1 4 0,2-2 0,2 1 0,-2-1 0,6-3 0,0 0 0,2-1 0,1 1 0,0 0 0,5-1 0,2-3 0,3-4 0,0-1 0,1-2 0,0-2 0,0 0 0,0-3 0,-1 0 0,1-1 0,0 2 0,0-1 0,0 2 0,-1 2 0,1 2 0,0 3 0,0 2 0,0 1 0,0 0 0,4 1 0,2 2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12.52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44 77 11427,'-9'2'0,"0"0"0,2 2 0,5 0 0,-3-1 0,0 0 0,4 6 0,-3-2 0,3 3 0,2 0 0,2 1 0,1 0 0,2 0 0,0-4 0,3-1 0,-2 0 0,1 0 0,2-3 0,1 1 0,0 1 0,-1-4 0,1 3 0,0-4 0,0-4 0,-4 0 0,0-5 0,2 2 0,0-1 0,1-2 0,-2-1 0,-1 0 0,1 0 0,-1-1 0,-1-1 0,0-1 0,-1 1 0,1 2 0,-2 2 0,1 5 0,-2 2 0,-2 7 0,-1 4 0,0 1 0,0 1 0,1-1 0,1-2 0,3-2 0,1-1 0,-2-1 0,3-3 0,2 2 0,0-1 0,2 1 0,0-2 0,0-1 0,-1-3 0,1-2 0,0-1 0,0-2 0,-2 2 0,0-2 0,-2 0 0,1-2 0,1 0 0,-1-1 0,-2 0 0,-1 0 0,0 2 0,-3 0 0,2 2 0,-1 0 0,-3 6 0,0 4 0,0 6 0,0 1 0,0 1 0,0 0 0,0 1 0,0 2 0,0-2 0,0 3 0,0-3 0,0-1 0,4-1 0,1 0 0,1-1 0,2-2 0,2-5 0,5 8 0,2-4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12.83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152 33 11427,'-10'-1'0,"3"-3"0,-3 2 0,3-5 0,-2 4 0,-2 0 0,0 1 0,0 4 0,0 0 0,2 3 0,2 1 0,-3 5 0,3 3 0,-2 0 0,2 2 0,-1-3 0,4 4 0,2-1 0,0-3 0,2-1 0,0-1 0,0-1 0,0 1 0,5-3 0,4-2 0,3-2 0,2-1 0,2-2 0,-3-2 0,3-3 0,0-3 0,-2-3 0,0-1 0,-2 1 0,-1-1 0,-4-4 0,-1 1 0,-1 0 0,-3-2 0,-1 4 0,-1-4 0,0 2 0,0 0 0,-4 0 0,-4 7 0,-1-2 0,-2 3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13.46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141 378 11506,'-4'-7'0,"0"-1"0,0 5 0,0-3 0,-2 0 0,0 0 0,-4 3 0,3 0 0,-3 2 0,0 1 0,0 1 0,2 2 0,0 5 0,0 1 0,-2 3 0,1 1 0,2 3 0,2 0 0,1-1 0,1 0 0,0-1 0,2 0 0,2 0 0,3-4 0,3-1 0,3-3 0,2-1 0,1-3 0,2-1 0,1-1 0,1-2 0,0-4 0,2-6 0,0-3 0,0-1 0,-2-1 0,-1-4 0,-3-1 0,0-5 0,-1 1 0,0-2 0,-2 1 0,-7-2 0,1-4 0,-4 1 0,-4-1 0,0 1 0,-5 0 0,2 0 0,-1 4 0,-2 6 0,-1 9 0,0 4 0,1 6 0,-6 6 0,-1 3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13.61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1 11488,'0'7'0,"0"0"0,1 2 0,2 0 0,0 2 0,0 0 0,-2 0 0,0-1 0,2 1 0,0 0 0,1-1 0,-1-2 0,2-2 0,1-1 0,1-2 0,4-3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13.72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66 1 11488,'-11'0'0,"0"0"0,4 0 0,0 0 0,-2 0 0,3 0 0,-1 0 0,5 0 0,-3 0 0,5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14.17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66 314 11488,'7'8'0,"0"-1"0,0-1 0,4 1 0,0-3 0,-4-3 0,0-1 0,2 0 0,0-1 0,2-3 0,0-3 0,-4-3 0,-1-1 0,0 1 0,0-1 0,-2-1 0,2-1 0,-1-3 0,-3-1 0,-1 3 0,-1-3 0,0 0 0,0 0 0,0-1 0,0-3 0,-1-1 0,-3 0 0,2 1 0,-5 0 0,0 3 0,1 4 0,-4 7 0,3 3 0,-3 3 0,1 9 0,0 6 0,3 5 0,1 7 0,2 4 0,2 4 0,-2 2 0,0 3 0,-1 0 0,4 1 0,0 2 0,0 3 0,4-4 0,-1 2 0,1-1 0,1 0 0,-4-2 0,2-3 0,-1-2 0,-2-4 0,0-6 0,0 1 0,-2-4 0,-1 0 0,-3-5 0,-5-3 0,-1-3 0,-2-4 0,2 2 0,-3-6 0,3 0 0,1-2 0,2-2 0,2-3 0,-3-2 0,4-5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14.42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23 1 11434,'-4'7'0,"0"0"0,2 1 0,-3 2 0,2 1 0,0 0 0,2-1 0,1 1 0,0 1 0,0 3 0,5-3 0,2 2 0,3-2 0,0-1 0,1-2 0,0-1 0,0-4 0,0-4 0,-1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14.57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44 23 11434,'-11'-2'0,"0"-1"0,4 2 0,0-3 0,4 3 0,-2-4 0,5-1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15.20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109 54 11434,'6'-4'0,"-3"-4"0,0 2 0,-1-1 0,2-1 0,-1 2 0,-3-1 0,-1 4 0,-3 0 0,-3 1 0,-2 2 0,-2 2 0,0 1 0,0 4 0,0 3 0,0 2 0,1 1 0,-1 2 0,0 0 0,1-2 0,3 3 0,4 1 0,1-4 0,2 1 0,0-2 0,0-1 0,9-1 0,3-2 0,3-2 0,5-1 0,0-1 0,2-4 0,-1 0 0,1 0 0,0-4 0,-2-1 0,-1-1 0,-1-2 0,-1 2 0,2-1 0,-2-2 0,-1 0 0,-2-2 0,-3 0 0,0 0 0,-4 0 0,-1 1 0,-1-1 0,-3 0 0,-1 0 0,-1 0 0,0 1 0,-3 2 0,-2 2 0,-1 2 0,-3 1 0,3 2 0,-1 1 0,-1 0 0,-2 0 0,3 1 0,0 2 0,-2 1 0,0 2 0,-2 2 0,0 2 0,0 1 0,1 0 0,-1 0 0,0 0 0,0-1 0,4 1 0,1 0 0,1 0 0,2-4 0,4-1 0,2-1 0,3-2 0,5-3 0,0 0 0,0 0 0,0-1 0,-1-1 0,1-2 0,0 2 0,0 1 0,0-1 0,-1 0 0,1-2 0,0 1 0,0 3 0,0 0 0,-1 0 0,1 1 0,0 3 0,0-3 0,0 2 0,0-1 0,-2-1 0,0 1 0,-2 2 0,1-2 0,2-1 0,1-5 0,-1-2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24.50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1 118 11572,'6'5'0,"-1"2"0,-2 3 0,2 0 0,0 1 0,1-1 0,-1-2 0,-1-1 0,1 1 0,-2 2 0,1 1 0,2 0 0,-3 0 0,0 0 0,-1-1 0,-2 1 0,0-4 0,0 1 0,0 0 0,0-2 0,0 1 0,0-6 0,1-1 0,1-6 0,2-3 0,-2-3 0,1-3 0,-1-1 0,3-2 0,1 0 0,2-2 0,1 0 0,-1-2 0,-1 1 0,2-1 0,1 1 0,4 0 0,0 2 0,-1 2 0,-1 3 0,-1 4 0,0 5 0,-2 5 0,-1 4 0,1 7 0,-3 6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56.11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1 875 11432,'0'11'0,"0"0"0,0 0 0,0-1 0,0 1 0,0 5 0,0 2 0,0 2 0,0 2 0,3 4 0,1 3 0,-2 2 0,0 2 0,-2-1 0,0-1 0,0-2 0,0-4 0,0 1 0,0-4 0,0-1 0,0-1 0,0-4 0,0-2 0,0-2 0,0-5 0,0 1 0,0-7 0,0-1 0,0-7 0,0-7 0,0 1 0,0-5 0,0-2 0,0-4 0,0-4 0,0-4 0,0-2 0,0-2 0,0-2 0,0-6 0,0 1 0,0 0 0,0 0 0,0 1 0,1 2 0,2 4 0,0 4 0,4 4 0,0 6 0,-1 7 0,4 4 0,-3 4 0,3 3 0,1 4 0,-1 5 0,1 5 0,0 3 0,0 1 0,0-2 0,-1 1 0,1 2 0,-1 3 0,-2-2 0,-1 0 0,2 4 0,-4-4 0,-2 1 0,-2-1 0,-1-3 0,0 0 0,0 0 0,0 2 0,-1-1 0,-2-4 0,-5-2 0,-1-1 0,-2-4 0,0 0 0,0-1 0,1-2 0,-1 0 0,0 0 0,4-4 0,1-1 0,1-1 0,1 3 0,4-5 0,0 0 0,2 2 0,1 0 0,4 0 0,3 1 0,1 0 0,0 3 0,-1 0 0,1-1 0,0 0 0,0 0 0,0 2 0,-1 1 0,1 0 0,0 1 0,0 2 0,0 0 0,-1 1 0,1-1 0,0 1 0,0-2 0,0 0 0,-2-1 0,0 1 0,-2 2 0,1-3 0,1-3 0,-2-6 0,-5-1 0,-3-2 0,-4 0 0,0-1 0,-1-1 0,2-3 0,-2 1 0,1-2 0,0 1 0,3 0 0,0 0 0,2 0 0,0 3 0,2 1 0,1 1 0,6 2 0,3 0 0,3 3 0,2 1 0,1-3 0,4 2 0</inkml:trace>
  <inkml:trace contextRef="#ctx0" brushRef="#br0" timeOffset="214">638 875 11423,'0'-11'0,"0"1"0,0-1 0,0 0 0,0 0 0,-1 0 0,-2 2 0,-5 1 0,2-1 0,-1 3 0,-1-1 0,-2-1 0,-2 6 0,-1-2 0,-1 3 0,0 1 0,1 1 0,0 3 0,-1 4 0,0 6 0,2-1 0,2 5 0,0 1 0,3 2 0,2 0 0,5 0 0,0-2 0,0-1 0,1-4 0,3 2 0,3-2 0,3-1 0,2-8 0,1 2 0,2-4 0,2-3 0,-4 0 0,2-1 0,-3-3 0,-1-3 0,-1-4 0,0-2 0,-2-2 0,0 2 0,-6-2 0,2-1 0,-3 0 0,-1 1 0,-1-1 0,-3 3 0,-3-1 0,-3-6 0,-1 3 0</inkml:trace>
  <inkml:trace contextRef="#ctx0" brushRef="#br0" timeOffset="1008">725 778 11385,'-7'5'0,"1"3"0,1 5 0,1 9 0,4 8 0,0 5 0,0 4 0,0 3 0,0 2 0,-3 4 0,-1 1 0,2 0 0,1-2 0,1-6 0,0-3 0,0-2 0,0-5 0,0-4 0,0-4 0,0-3 0,0-2 0,0-7 0,0-9 0,0-10 0,1-6 0,1-6 0,2-1 0,-1-3 0,1-3 0,0-2 0,-2-3 0,0-4 0,1-4 0,0-3 0,0-2 0,-2-2 0,-1-1 0,1-3 0,2 0 0,1 0 0,1 6 0,1 5 0,0 7 0,0 7 0,3 8 0,-2 4 0,-4 8 0,3 7 0,-1 7 0,-2 5 0,1 7 0,0-4 0,-2 2 0,0 0 0,1-1 0,1 3 0,-1-4 0,2 0 0,-4-2 0,3-3 0,-2 0 0,2 0 0,-3 0 0,3-1 0,-3 1 0,-1 0 0,0 0 0,0 0 0,-5-4 0,-2-1 0,-3-1 0,-5 3 0,-2-2 0</inkml:trace>
  <inkml:trace contextRef="#ctx0" brushRef="#br0" timeOffset="1466">974 735 11409,'-4'10'0,"0"1"0,2 0 0,0 0 0,-1 0 0,0-1 0,0 1 0,2 0 0,1 0 0,0 0 0,0 0 0,0-1 0,0 1 0,0 0 0,0 0 0,0 0 0,0-1 0,5-4 0,1-1 0</inkml:trace>
  <inkml:trace contextRef="#ctx0" brushRef="#br0" timeOffset="1624">1028 594 11409,'-11'0'0,"0"5"0,0 1 0</inkml:trace>
  <inkml:trace contextRef="#ctx0" brushRef="#br0" timeOffset="1625">1125 767 11409,'1'10'0,"1"-2"0,3-2 0,1-1 0,3-3 0,0-1 0,2-1 0,0 0 0,0 0 0,-1-1 0,1-1 0,0-3 0,0-1 0,0-2 0,0-2 0,-1-1 0,0 0 0,-2 1 0,-2-1 0,-1 0 0,-4 0 0,-3 2 0,-5 1 0,-4 5 0,-2 3 0,-2 3 0,1 6 0,-1 3 0,1 2 0,1 1 0,1-1 0,1 2 0,1-1 0,2 1 0,2-3 0,1-1 0,3-1 0,1 0 0,1 0 0,1-2 0,2 0 0,6-3 0,3-2 0,3-1 0,1-2 0,1-1 0,0 0 0,6-5 0,4-1 0</inkml:trace>
  <inkml:trace contextRef="#ctx0" brushRef="#br0" timeOffset="2705">1427 724 11409,'0'-11'0,"-1"1"0,-2 3 0,-3 2 0,-5 5 0,0 0 0,1 2 0,2 1 0,1 4 0,-2 3 0,1 4 0,0 1 0,2-1 0,1 2 0,-2-4 0,3 2 0,2 0 0,0 0 0,2-6 0,0 3 0,2-1 0,1-1 0,0-3 0,4-1 0,1-1 0,2-1 0,2 0 0,1-7 0,1-3 0,0-3 0,1-4 0,1-2 0,-1-2 0,1-5 0,2 1 0,-4-7 0,0-2 0,-2-4 0,-3-4 0,0-5 0,-3-3 0,-1-3 0,-2-2 0,-4 0 0,-3 4 0,-3 4 0,1 1 0,-1 10 0,0 3 0,-4 9 0</inkml:trace>
  <inkml:trace contextRef="#ctx0" brushRef="#br0" timeOffset="3188">1730 745 11363,'-1'-10'0,"-2"-1"0,0 0 0,-6 0 0,3 0 0,-1 1 0,0-1 0,1 0 0,-2 1 0,0 2 0,0 1 0,-2 4 0,0 0 0,-1 3 0,0 3 0,0 5 0,0 5 0,2 2 0,2 2 0,-3 0 0,4 2 0,0-2 0,2-1 0,3-3 0,1-1 0,0-1 0,1-1 0,3 0 0,3-3 0,3-3 0,1-3 0,1-2 0,1-3 0,1-3 0,1-3 0,-1 1 0,2 0 0,-1 2 0,1-1 0,-3-1 0,-1 2 0,-1 2 0,0 2 0,-1-1 0,0 3 0,-3 3 0,-3 7 0,-3 3 0,-1 2 0,0-1 0,0 1 0,0-1 0,0 1 0,0 0 0,1-4 0,3-2 0,2-4 0,5-4 0</inkml:trace>
  <inkml:trace contextRef="#ctx0" brushRef="#br0" timeOffset="3189">2022 670 11363,'-5'-7'0,"-2"1"0,-2 0 0,2 0 0,-2 2 0,1-2 0,-1 1 0,-2 2 0,0 3 0,0 0 0,1 0 0,2 4 0,1 4 0,-1 2 0,-2 4 0,-1 0 0,2 0 0,2 1 0,2 0 0,1 1 0,1 0 0,0-3 0,2-1 0,2-1 0,3-2 0,3-1 0,4-5 0,2-2 0,3-1 0,0 0 0,2-1 0,0-4 0,0-4 0,0-6 0,-1-2 0,-1-2 0,-2-1 0,1-3 0,-2-2 0,-2-2 0,-4-4 0,-4 0 0,-1-3 0,-2-5 0,0-2 0,-2-4 0,-1-1 0,-3 2 0,-4 7 0,2 4 0,1 5 0,3 5 0,-3 5 0,0 7 0,-4 6 0</inkml:trace>
  <inkml:trace contextRef="#ctx0" brushRef="#br0" timeOffset="3462">2152 724 11326,'10'0'0,"1"0"0,0 0 0,0 0 0,0 0 0,-1 0 0,1 0 0,0 0 0,0-1 0,0-3 0,-2-3 0,-2-3 0,-3-1 0,-3 1 0,-2 0 0,-3 3 0,-2 2 0,-4 5 0,-1 0 0,0 0 0,-1 5 0,-1 2 0,-2 4 0,2 3 0,1 2 0,1 3 0,1-1 0,-1 0 0,1-1 0,3-1 0,3-2 0,3 0 0,2 0 0,3-4 0,3-2 0,4-4 0,3 0 0,4 0 0,3-3 0,0-4 0,1-3 0,0-4 0</inkml:trace>
  <inkml:trace contextRef="#ctx0" brushRef="#br0" timeOffset="3463">2497 659 11326,'-1'-10'0,"-1"2"0,-2 1 0,-4 3 0,1-3 0,1 5 0,-2-2 0,0 3 0,-2 1 0,1 1 0,2 3 0,-2-2 0,4 4 0,0 0 0,1 0 0,0-2 0,4 3 0,-1 0 0,-3-1 0,3 4 0,-1-3 0,4 2 0,0-1 0,6-1 0,0 0 0,2-1 0,1 0 0,-1-4 0,1 3 0,0 1 0,0-3 0,0 1 0,-1 0 0,1 0 0,-4 0 0,-1 0 0,-1 3 0,-1-1 0,-5 0 0,-3 0 0,-3-1 0,-4 1 0,-3-1 0,-4 1 0,-3-1 0,-2 0 0,-1-2 0,-1 1 0,0-1 0,-2 0 0,5-2 0,-5-1 0</inkml:trace>
  <inkml:trace contextRef="#ctx0" brushRef="#br0" timeOffset="4399">3049 637 11411,'-11'0'0,"0"0"0,0 0 0,0 0 0,0 0 0,1 0 0,-1 0 0,0 2 0,-1 1 0,-1 4 0,-2 4 0,2 2 0,1 2 0,3-1 0,1 1 0,5-1 0,2 0 0,1 1 0,0-1 0,2-2 0,4-2 0,5-4 0,2-1 0,1-3 0,2-1 0,0-2 0,0-1 0,1-4 0,2-3 0,1-4 0,-1-3 0,-2-3 0,0-1 0,-2-3 0,1-2 0,-2-4 0,-1-3 0,-1-4 0,-3-4 0,-3-3 0,-4-4 0,-1-4 0,-2-1 0,-1-1 0,-3 2 0,-1 6 0,-1 5 0,0 8 0,-1 5 0,1 9 0,-4 3 0</inkml:trace>
  <inkml:trace contextRef="#ctx0" brushRef="#br0" timeOffset="4558">3232 691 11351,'0'11'0,"0"0"0,1-5 0,3-2 0,3-3 0,3-1 0,1 0 0,-1-1 0,1-3 0,0 2 0,0-6 0,0 0 0,0-2 0,-2 0 0,-2-1 0,-2 0 0,-5 0 0,0 0 0,0 1 0,-1-1 0,-3 1 0,-3 3 0,-4-1 0,-2 4 0,-1 3 0,0 3 0,-1 4 0,0 5 0,1 1 0,-2 2 0,4 3 0,-2 5 0,3-1 0,4 1 0,-1 0 0,4-1 0,2 0 0,0-3 0,4-1 0,2-5 0,6 0 0,3-3 0,5-2 0,-2 1 0,1-5 0,2-2 0,1-5 0,2-4 0,0-1 0,-1-2 0,1 0 0,-5-4 0,-2-2 0</inkml:trace>
  <inkml:trace contextRef="#ctx0" brushRef="#br0" timeOffset="5962">3502 627 11347,'-10'0'0,"1"0"0,6 0 0,0 0 0,10-2 0,2-1 0,0-4 0,2-3 0,0-2 0,0-1 0,0-2 0,-1-4 0,1 1 0,0-2 0,0-2 0,-2-4 0,0-3 0,-3-4 0,-1-3 0,-2 2 0,-3-6 0,0-1 0,0-1 0,-4-1 0,-2 1 0,-2 3 1,1 7 0,1 9 0,-2 10 1,0 5-1,0 4 0,-2 6 1,0 8-1,-1 10 0,-1 9 0,-1 10 1,-2 5-1,2 6 0,2 3 1,3 1-1,2 0 0,0 0 0,1 0 1,0-1-1,3-2 0,1-4 1,2-4-1,2-4 0,5-5 0,1-6 1,2-9-1,0-5 0,1-5 1,1-3-2,1-4 0,6-1 0,-4-1 0</inkml:trace>
  <inkml:trace contextRef="#ctx0" brushRef="#br0" timeOffset="6197">3978 637 11417,'-7'2'0,"0"0"0,-2 3 0,0 1 0,1 1 0,1 4 0,0 0 0,1-1 0,-2 6 0,4 1 0,2 1 0,0 0 0,2-4 0,0 3 0,2-1 0,1-3 0,3-2 0,6-3 0,1-2 0,2-1 0,0-1 0,-1-4 0,0-2 0,-1-1 0,-1-3 0,0-5 0,1 0 0,2 0 0,-4-3 0,-5-2 0,0-1 0,0-2 0,-4-1 0,2-2 0,-3 1 0,-1-1 0</inkml:trace>
  <inkml:trace contextRef="#ctx0" brushRef="#br0" timeOffset="6577">4259 681 11417,'-1'-11'0,"-3"0"0,-3 1 0,-3 3 0,0 5 0,0 4 0,3 5 0,3 3 0,3 1 0,1 0 0,1-1 0,3 0 0,3-2 0,1 0 0,1-1 0,-2 0 0,1 0 0,2 0 0,1 1 0,0-1 0,-1 0 0,0 0 0,-2-1 0,0-1 0,-6 3 0,2 0 0,-3 1 0,-2 2 0,-3-1 0,-3-3 0,-8 1 0,-1-3 0,-2 0 0,0 0 0,0-2 0,-3-3 0,2 0 0,1 0 0,3 0 0,-1-1 0,1-2 0,6-5 0,-1-1 0,6-2 0,1 0 0,3 0 0</inkml:trace>
  <inkml:trace contextRef="#ctx0" brushRef="#br0" timeOffset="8988">4453 637 11354,'-9'2'0,"2"1"0,3 4 0,3 3 0,1 1 0,0 0 0,0-1 0,0 2 0,0 2 0,0 0 0,0-1 0,3 0 0,2 1 0,1-1 0,3-4 0,0 2 0,2-5 0,0 2 0,0-1 0,-4-5 0,0 2 0,2-3 0,0-1 0,1-1 0,-2-3 0,-2-3 0,0-3 0,-1-1 0,0 1 0,-3-2 0,1-2 0,-1-1 0,2-2 0,-2-2 0,-1 0 0,-1-1 0,0 4 0,0-1 0,0 1 0,0 1 0,5 0 0,1 4 0</inkml:trace>
  <inkml:trace contextRef="#ctx0" brushRef="#br0" timeOffset="9463">4832 724 11389,'0'-11'0,"0"0"0,0 0 0,0 1 0,0-1 0,-1 0 0,-3 0 0,-3 2 0,-3 1 0,-1 5 0,1 2 0,-1 1 0,0 1 0,0 2 0,0 6 0,0 3 0,1 3 0,-1 1 0,0 1 0,1-2 0,2 2 0,2-1 0,1-1 0,3-1 0,1-2 0,2-2 0,2 0 0,5-3 0,1-3 0,2-3 0,0-1 0,0 0 0,3 0 0,0-1 0,0-3 0,-2-2 0,-1-1 0,-1 0 0,1 3 0,0-3 0,0-1 0,0 2 0,-1-2 0,1 6 0,-4-3 0,-1 6 0,-1 3 0,-1-2 0,-3 4 0,1 0 0,3-1 0,1 0 0,1 3 0,4-2 0</inkml:trace>
  <inkml:trace contextRef="#ctx0" brushRef="#br0" timeOffset="9464">4983 562 11344,'1'11'0,"2"1"0,0 1 0,1 2 0,-1 1 0,2 1 0,0 0 0,1 2 0,0 0 0,1 0 0,0-2 0,-1-1 0,-1-3 0,-1-1 0,-1-1 0,1-1 0,-3 0 0,-2-4 0,-4-6 0,0-6 0,1-4 0,-1 0 0,2-1 0,0-1 0,0-3 0,2 0 0,1-4 0,0 1 0,0-2 0,4 0 0,2-2 0,2 2 0,4 2 0,1-1 0,0 4 0,1 3 0,3 3 0,1 3 0,-1 1 0,-2 3 0,4 5 0,-2 3 0</inkml:trace>
  <inkml:trace contextRef="#ctx0" brushRef="#br0" timeOffset="9465">5232 605 11352,'0'11'0,"0"0"0,0-4 0,0 0 0,0 1 0,0 2 0,0 1 0,0 0 0,0 1 0,1 0 0,1 0 0,3-3 0,0 1 0,1-2 0,0 1 0,2-3 0,2-2 0,1 5 0,-1-3 0</inkml:trace>
  <inkml:trace contextRef="#ctx0" brushRef="#br0" timeOffset="9466">5329 432 11356,'-1'-10'0,"-2"2"0,0 1 0,0-2 0,2 5 0,1-1 0</inkml:trace>
  <inkml:trace contextRef="#ctx0" brushRef="#br0" timeOffset="9467">5610 648 11340,'0'-11'0,"0"1"0,0-1 0,0 0 0,-1 1 0,-2 2 0,-2 1 0,-1 0 0,-2 1 0,-2 2 0,0 3 0,-1 1 0,0 0 0,0 1 0,-1 3 0,-1 4 0,-1 4 0,0 4 0,1 0 0,1 2 0,0-1 0,4-1 0,1-2 0,2 1 0,0-2 0,3-1 0,2-3 0,3 0 0,4-3 0,3-1 0,2-3 0,2-1 0,-2-1 0,4 0 0,-2 0 0,1 0 0,0-5 0,-1-2 0,0-1 0,-1 1 0,-4-3 0,-2 3 0,0-4 0,-1-3 0,-1 4 0,-5-3 0,0 0 0,0 1 0,0 0 0,0 1 0,-10 0 0,-2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6:53.58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22 411 11427,'-6'5'0,"1"1"0,5 5 0,0-4 0,1-1 0,3-1 0,2-2 0,5-3 0,0 0 0,0 0 0,-1-1 0,1-3 0,0-3 0,1-4 0,1-2 0,2-2 0,-2-2 0,2-1 0,0-4 0,-2-1 0,-1-2 0,-1-2 0,-2-6 0,-1 2 0,-5 2 0,-2-2 0,-1 2 0,0-1 0,0 1 0,-1 8 0,-2 6 0,-6 4 0,-4 4 0,1 2 0,-4 7 0,2 1 0,0 4 0,-4 8 0,2 4 0,0 5 0,1 5 0,0 2 0,5 3 0,-1 2 0,0 3 0,0 5 0,1 2 0,3 4 0,4-1 0,1-1 0,4-6 0,1-1 0,4-2 0,3-9 0,2-2 0,3-8 0,3-5 0,-2-3 0,2-3 0,2-1 0,0-5 0,2-2 0,-1-2 0,1-2 0,4-8 0,2-6 0</inkml:trace>
  <inkml:trace contextRef="#ctx0" brushRef="#br0" timeOffset="379">411 497 11427,'-7'0'0,"1"-1"0,0-1 0,0-2 0,2-1 0,-3 2 0,-1-4 0,2 2 0,-1 0 0,-2 0 0,-1 4 0,0-3 0,-1 3 0,0 1 0,0 1 0,2 4 0,1 6 0,-1 1 0,3 5 0,-1 0 0,1-2 0,1 2 0,2-1 0,2 1 0,1-2 0,0 1 0,0-3 0,1-2 0,3-4 0,3-2 0,3-2 0,1 1 0,-1-2 0,1-2 0,1-3 0,1-4 0,2-3 0,-2-1 0,-1 0 0,-1-1 0,0-2 0,-2 2 0,0-2 0,-2 1 0,-3 4 0,3 2 0,-5 3 0,1 9 0,-6 6 0,1 1 0,-4 5 0,1-1 0,3 1 0,-3-4 0,1 3 0,2-2 0,1 1 0,5-1 0,4-4 0,1-3 0,2-2 0,5-5 0,0 0 0</inkml:trace>
  <inkml:trace contextRef="#ctx0" brushRef="#br0" timeOffset="713">573 497 11427,'-11'-9'0,"1"2"0,2 2 0,2 4 0,2-3 0,-5 3 0,2-3 0,2 4 0,0 3 0,1 0 0,2 6 0,-1-2 0,2 2 0,2-1 0,2-1 0,5 1 0,1 2 0,-2-3 0,1 0 0,1 0 0,4 0 0,-1 2 0,3-2 0,-3 3 0,-1 1 0,-1 0 0,1-2 0,-1 0 0,-3-2 0,2 0 0,-6 4 0,1 0 0,1-1 0,-4 1 0,1 0 0,-4 0 0,-5 0 0,-3-4 0,-1-1 0,-1-1 0,-2-3 0,0-1 0,-2-1 0,-1 0 0,0 0 0,4 0 0,-3-1 0,1-3 0,3-2 0,-4-4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7:29.05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24 223 11569,'0'8'0,"-1"-3"0,-1 0 0,0 1 0,0 1 0,0 1 0,1 0 0,-2-1 0,1 1 0,1 0 0,1-2 0,-2 0 0,-1 0 0,1-1 0,2 2 0,0-2 0,0-3 0,0-4 0,0-3 0,0-2 0,0-2 0,0-1 0,2-2 0,2-3 0,0-1 0,2 1 0,-2-1 0,1-2 0,1 0 0,1-2 0,1 0 0,1-1 0,0 0 0,1 0 0,3 2 0,-2 1 0,0 3 0,0 2 0,2 3 0,-3 5 0,0 2 0,-2 2 0,0 5 0,0 2 0,-1 3 0,1 4 0,-3 5 0,0 2 0,-1 3 0,0 0 0,-1 0 0,1 0 0,-1-1 0,-1-1 0,-1 1 0,-1-3 0,0 1 0,0-2 0,0-3 0,0-2 0,0-2 0,0-3 0,-1-4 0,-1-1 0,1-2 0,-3-1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7:29.34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1 11582,'8'0'0,"-1"1"0,1 0 0,0 2 0,0-1 0,0-2 0,1 0 0,3 0 0,-1 0 0,1 0 0,-1 0 0,1 0 0,0 0 0,1 0 0,2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7:30.89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139 31 11510,'-4'-8'0,"3"3"0,-2 1 2,0 1 1,1-1 0,-3 2 1,-1 0 0,-1-1 0,-1 3 1,0 0-2,-3 0 0,3 1 0,-2 1 1,1 1-2,1 2 0,1 0 0,-1 3 0,0 2-2,1 0 1,2 1-1,0-1 1,2 3-1,1 2 0,1-3 0,1 0 0,1 0 0,2 0 0,1-1 0,5 0 0,1-2 0,3-2 0,1-2 0,2 0 0,0-2 0,2-2 0,-2-1 0,3 0 0,0 0 0,-3-4 0,3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7:36.84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108 277 11659,'0'-5'0,"0"0"0,0 0 0,0-3 0,0 3 0,0 0 0,0 0 0,0-3 0,-4 4 0,-1 1 0,-2 3 0,-1 0 0,1 0 0,-1 3 0,0 2 0,1 5 0,-1 1 0,0 1 0,1 0 0,-1 4 0,1-1 0,2 1 0,1-1 0,2 0 0,-1 1 0,2-1 0,1-3 0,2-2 0,3-1 0,2-1 0,2-2 0,1 0 0,2-1 0,0-2 0,2 0 0,-1-3 0,3-1 0,2-2 0,-2 2 0,2-5 0,-2-2 0,-1-4 0</inkml:trace>
  <inkml:trace contextRef="#ctx0" brushRef="#br0" timeOffset="1566">354 347 11658,'0'-8'0,"0"0"0,-1 1 0,-2-1 0,2 0 0,-4 0 0,2 1 0,-3-1 0,2 0 0,-1 1 0,-1-1 0,4 1 0,-3 1 0,-1 2 0,-1 1 0,-1-3 0,0 4 0,-2 1 0,0 3 0,0 2 0,2 4 0,0 3 0,1 2 0,-1 1 0,1 1 0,1 2 0,2-1 0,0 0 0,3-1 0,1-2 0,2-1 0,3-2 0,3-3 0,2-3 0,2-1 0,1-1 0,0-2 0,1-2 0,0-1 0,1-1 0,-2-2 0,-3-1 0,-2-1 0,0 0 0,-1 1 0,-2-1 0,-2 0 0,-3 1 0,0-1 0,0 0 0,0 1 0,-3-1 0,-1 0 0</inkml:trace>
  <inkml:trace contextRef="#ctx0" brushRef="#br0" timeOffset="2562">423 277 11762,'-1'-6'0,"-1"1"0,-3 5 0,1 5 0,1 1 0,0 2 0,0 0 0,2 0 0,0 2 0,1 0 0,0 3 0,0-3 0,0 0 0,0 1 0,2-2 0,2 1 0,0-1 0,2-1 0,4-3 0,0-1 0,-1-1 0,0-1 0,2-1 0,1-1 0,1-1 0,-1-2 0,-1-2 0,-2-2 0,1-3 0,-2-1 0,1 0 0,-3 0 0,-2 1 0,-2-1 0,-2 0 0,0 0 0,0-1 0,0 1 0,0 0 0,-3 2 0,-2 3 0,-2 0 0,-1 1 0,1-2 0</inkml:trace>
  <inkml:trace contextRef="#ctx0" brushRef="#br0" timeOffset="2563">623 285 11695,'3'-3'0,"-1"3"0,0 4 0,-1 3 0,-1 0 0,0 2 0,0 0 0,0 3 0,0-1 0,0 0 0,0-2 0,0 0 0,0-2 0,0 1 0,0 0 0,0 0 0,0-2 0,0-4 0,0-4 0,2-7 0,2-2 0,0 0 0,2 0 0,1-3 0,0 1 0,2-1 0,1 2 0,0-2 0,2 4 0,-1 0 0,-1 2 0,0 1 0,1 2 0,-2 2 0,0 3 0,-3 3 0,0 2 0,-1 3 0,-2 1 0,0 2 0,-1 1 0,1 2 0,-2 0 0,0 1 0,-1-2 0,0-1 0,0 0 0,0-3 0,0 0 0,0 1 0,1-1 0,2-2 0,1-3 0,4-4 0</inkml:trace>
  <inkml:trace contextRef="#ctx0" brushRef="#br0" timeOffset="2564">962 0 11737,'-6'3'0,"2"0"0,0 3 0,0 1 0,1 3 0,1 3 0,1 4 0,1 3 0,0 5 0,0 3 0,0 3 0,0 1 0,0 2 0,0-3 0,0-1 0,0-3 0,1-3 0,1-5 0,1-2 0,-1-5 0,2-1 0,-4 0 0,3-1 0,-2 0 0,-5-5 0,0-2 0</inkml:trace>
  <inkml:trace contextRef="#ctx0" brushRef="#br0" timeOffset="4272">892 216 11737,'8'0'0,"0"0"0,0 0 0,2 0 0,1 0 0,1 0 0,1 0 0,2 0 0,0 0 0,1 0 0,-1 0 0,1 0 0,-1 0 0,0 3 0,1 2 0</inkml:trace>
  <inkml:trace contextRef="#ctx0" brushRef="#br0" timeOffset="4273">1492 108 11734,'0'-5'0,"0"0"0,0 3 0,-2 0 0,-1 4 0,-2 2 0,2 5 0,-1 1 0,-2 3 0,-1 2 0,-1 1 0,0 1 0,1 2 0,-2 1 0,0 3 0,-2 2 0,2 0 0,0-1 0,2 0 0,0 1 0,2-1 0,2-1 0,2-5 0,1-2 0,1-3 0,2-4 0,3-2 0,2-3 0,3 0 0,1-3 0,3 0 0,1-1 0,2-1 0,0-1 0,1-3 0,1-6 0,3-1 0</inkml:trace>
  <inkml:trace contextRef="#ctx0" brushRef="#br0" timeOffset="5370">1669 339 11695,'0'-8'0,"0"1"0,0-1 0,0 1 0,-3 2 0,-1 1 0,-1 2 0,-1-1 0,1 2 0,-3 1 0,-1 2 0,0 3 0,1 2 0,1 1 0,-1 0 0,3 2 0,-2 1 0,-1 1 0,1 0 0,2 2 0,3-2 0,1-1 0,1 1 0,0 0 0,1-2 0,1-1 0,3-2 0,3-1 0,1-2 0,2-1 0,1-2 0,0-1 0,-1-1 0,1-1 0,-1-1 0,-1-1 0,-2-2 0,-3-1 0,-2-1 0,-1 0 0,-1 1 0,-1-1 0,-1 0 0,-1 1 0,-1-1 0,-1-1 0,-2-1 0,-1 1 0,-1-2 0</inkml:trace>
  <inkml:trace contextRef="#ctx0" brushRef="#br0" timeOffset="5371">1900 377 11695,'0'-7'0,"0"-1"0,0 3 0,0 0 0,0-1 0,0-1 0,-1 0 0,0 1 0,-2 1 0,0 2 0,0-1 0,-2 1 0,-2 1 0,-1 1 0,1 1 0,-1 1 0,0 2 0,0 4 0,-2 4 0,0 1 0,1 1 0,0 2 0,2 0 0,1 1 0,2-1 0,1 0 0,1 0 0,2-2 0,3-2 0,2-2 0,2 0 0,4-2 0,2-1 0,4-2 0,1-2 0,1-1 0,1-1 0,-1-1 0,-1-1 0,4-2 0,-2-4 0</inkml:trace>
  <inkml:trace contextRef="#ctx0" brushRef="#br0" timeOffset="5372">1993 108 11676,'-7'1'0,"2"2"0,2 5 0,2 4 0,2 3 0,2 3 0,1 3 0,1 2 0,0 3 0,1 2 0,1 1 0,0 0 0,-1-2 0,-1 0 0,0-2 0,-1-2 0,0-3 0,-2-2 0,1-2 0,-1-4 0,-2 0 0,0-4 0,0-3 0,0-6 0,0-4 0,0-2 0,0-2 0,0-1 0,0-3 0,0-2 0,0 0 0,1 0 0,1-1 0,1 1 0,2-1 0,0 2 0,0 0 0,0 2 0,1 0 0,1 1 0,1 0 0,-1 2 0,1 1 0,0 3 0,-1 2 0,1 2 0,0 1 0,-1 0 0,1 0 0,0 1 0,0 2 0,0 1 0,1 1 0,-2 0 0,6 4 0,-4 3 0</inkml:trace>
  <inkml:trace contextRef="#ctx0" brushRef="#br0" timeOffset="6046">2046 385 11780,'-2'-5'0,"-2"1"0,1-1 0,0 1 0,0 2 0,6 0 0,3 4 0,0 4 0,3 0 0,0 2 0,2 1 0,-2 1 0,2 1 0,0 3 0,0-1 0,1 0 0,0-1 0,-1 0 0,1 0 0,-1 0 0,2-2 0,-4 1 0,2-4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7:52.16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9 188 11479,'-1'-7'0,"-1"3"0,0 4 0,0 5 0,1 4 0,1 2 0,0 0 0,0 1 0,0 0 0,0 1 0,1 0 0,1-1 0,1-1 0,1-2 0,2-1 0,1-2 0,1-2 0,-1-1 0,1-1 0,1-2 0,0-2 0,1-4 0,0-3 0,-2-2 0,0 0 0,-1-1 0,-1 0 0,-2-2 0,0 1 0,-3-1 0,0 1 0,-1-1 0,4 0 0,0-2 0</inkml:trace>
  <inkml:trace contextRef="#ctx0" brushRef="#br0" timeOffset="383">263 181 11458,'0'-8'0,"2"0"0,1 0 0,-2 2 0,-3 0 0,-3 4 0,-2 1 0,-1 1 0,3 3 0,0 3 0,1 0 0,-1 2 0,2 0 0,2-3 0,1 0 0,1 0 0,2-1 0,1 2 0,4-2 0,-1 0 0,1 1 0,0 0 0,0 1 0,2 0 0,0 0 0,0 2 0,0-1 0,1-1 0,-3-1 0,-1 1 0,-3 1 0,0 1 0,-3-1 0,-1 1 0,-2-1 0,-4-1 0,-4-2 0,-2-1 0,0-1 0,-1-1 0,-1-1 0,0 0 0,-2 0 0,2 0 0,0 0 0,2 0 0,1 0 0,1-3 0,2-5 0,0-4 0</inkml:trace>
  <inkml:trace contextRef="#ctx0" brushRef="#br0" timeOffset="2235">447 157 11442,'-5'6'0,"0"-1"0,-1 1 0,2 1 0,-1 0 0,1 1 0,0 0 0,2 0 0,0 2 0,1 0 0,1-1 0,1 1 0,1-1 0,4 1 0,4 0 0,-2-4 0,3-2 0,0-1 0,-1-1 0,3-1 0,-1-1 0,1 0 0,0 0 0,-4-1 0,3-1 0,-2-4 0,0 0 0,0-5 0,-5 1 0,0 0 0,-2-1 0,0 1 0,-3-3 0,0 1 0,0 0 0,0 0 0,-1 2 0,-2 0 0,-2 1 0,1 0 0,-1 1 0,0 1 0,-3-1 0</inkml:trace>
  <inkml:trace contextRef="#ctx0" brushRef="#br0" timeOffset="2784">793 188 11439,'0'-7'0,"0"-1"0,0 1 0,-2 1 0,-1 1 0,1-1 0,-2 0 0,0 0 0,-1 2 0,0-1 0,-1 2 0,-1 0 0,-1 1 0,1 2 0,-1 2 0,0 4 0,1 0 0,-1 3 0,1 0 0,1 2 0,2 1 0,0 1 0,2-1 0,-1-2 0,1-1 0,0-1 0,2-1 0,3 0 0,2-1 0,1-2 0,2 0 0,0-2 0,0-2 0,2 0 0,0-2 0,0-2 0,1 0 0,-1-2 0,-1 0 0,0 0 0,-2 2 0,1 0 0,0-1 0,-3 4 0,0-2 0,1 2 0,-2 5 0,-2 1 0,-1 2 0,0-2 0,1 0 0,4 1 0,0 0 0,2-1 0,0-2 0,-1-3 0</inkml:trace>
  <inkml:trace contextRef="#ctx0" brushRef="#br0" timeOffset="2785">847 96 11391,'5'0'0,"0"1"0,-1 1 0,0 3 0,1 2 0,1 1 0,-1 1 0,1 1 0,1 3 0,0 1 0,1 2 0,0-1 0,-1-1 0,1 0 0,0-2 0,-1-1 0,-2-1 0,-2-2 0,-1-2 0,-1-3 0,-3-6 0,-1-4 0,0-2 0,1-1 0,1-4 0,1 1 0,0-1 0,0 2 0,4-2 0,0 3 0,1 0 0,0 0 0,1-2 0,4 3 0,0 3 0,-1 1 0,0 4 0,-1-1 0,-1 3 0,1 0 0,0 0 0,-1 3 0,-1 2 0,-1 2 0,-4 1 0,6 3 0,-3 1 0</inkml:trace>
  <inkml:trace contextRef="#ctx0" brushRef="#br0" timeOffset="2786">1163 134 11365,'4'4'0,"0"-3"0,-4 5 0,0 0 0,3 0 0,-2 3 0,2 0 0,1 3 0,1-1 0,-1 1 0,1 2 0,1-2 0,1-1 0,0-1 0,-1-3 0,-1-1 0,1-1 0,-3-3 0,4 2 0,-3-4 0</inkml:trace>
  <inkml:trace contextRef="#ctx0" brushRef="#br0" timeOffset="2787">1201 19 11371,'-5'-7'0,"0"1"6,-1 1 0,3 4-6,0 1 0,9 4 0,3 3 0</inkml:trace>
  <inkml:trace contextRef="#ctx0" brushRef="#br0" timeOffset="2921">1540 181 11433,'4'-4'0,"-1"-1"0,-2-2 0,-1-1 0,0 1 0,0-1 0,-1 0 0,-2 1 0,-2-1 0,-3-1 0,-1 0 0,-2 3 0,-1 2 0,2-1 0,-3 2 0,-1 2 0,0 3 0,1 3 0,1 3 0,1 2 0,1 2 0,3 1 0,1 0 0,1-1 0,2 1 0,2-1 0,2 0 0,3-1 0,2 0 0,3-1 0,2-2 0,1 0 0,0-1 0,1-1 0,1-2 0,0 0 0,-2-3 0,-1 0 0,-1-1 0,-1-1 0,0-1 0,-3-3 0,-1-2 0,-1-1 0,-1 0 0,-1-2 0,-1-1 0,-2 0 0,-2 0 0,2-3 0,-9 2 0,1-3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7:45.84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8 107 11408,'-1'5'0,"-1"0"0,0 1 0,-1 1 0,3 1 0,0 3 0,0 1 0,0 6 0,0 3 0,0 1 0,0 1 0,0 0 0,0-1 0,0-1 0,0-3 0,0 0 0,0-2 0,0-1 0,0-1 0,0-3 0,0 0 0,0-3 0,0-2 0,0-3 0,0-6 0,0-3 0,0-2 0,0 0 0,0-1 0,0-2 0,0 1 0,1 0 0,2-1 0,1 1 0,1 0 0,0 0 0,1 0 0,1 3 0,0 1 0,-1 1 0,-1 2 0,1 1 0,1 1 0,0 2 0,1 2 0,0 2 0,-1 3 0,-1 1 0,-1 1 0,1 1 0,1 0 0,-2-3 0,-1 3 0,0 0 0,0-1 0,-2 0 0,2-2 0,-2 0 0,1 3 0,-1-3 0,-3 2 0,-1-1 0,-3-2 0,-2-2 0,-1-3 0,1-1 0,-1-1 0,0 0 0,0 0 0,1-1 0,-1 0 0,0-3 0,0 0 0,-2-2 0,0-1 0,0-4 0,2-1 0</inkml:trace>
  <inkml:trace contextRef="#ctx0" brushRef="#br0" timeOffset="2011">231 338 11384,'3'6'0,"2"-1"0,2-2 0,1-2 0,0-1 0,-1-4 0,1-1 0,0-1 0,-1-2 0,4-2 0,-1-2 0,-1 0 0,0-1 0,-1-2 0,-1 0 0,1-1 0,0 1 0,-3-1 0,-1-2 0,0-2 0,-3 1 0,0-3 0,-2 3 0,-1 1 0,-3-1 0,0 2 0,0 4 0,-1 3 0,-1 1 0,2 5 0,0 1 0,-1 3 0,-1 3 0,0 2 0,-1 6 0,0 4 0,0 2 0,3 4 0,0 0 0,0 4 0,1 3 1,-2 1-1,3 1 1,2 0-1,0-1 0,1 2 0,0-3 0,0 0 0,0-2 0,1-2 0,1-4 0,3-3 0,2-3 0,1-1 0,0-3 0,2-4 0,0-4 0,-1-1 0,3-4 0,0-2 0</inkml:trace>
  <inkml:trace contextRef="#ctx0" brushRef="#br0" timeOffset="2182">500 330 11358,'-7'-1'0,"1"-1"0,2-1 0,0-1 0,0 0 0,0 0 0,0-1 0,-1 0 0,0 0 0,-1 2 0,1 1 0,-2 1 0,0 2 0,1 2 0,1 3 0,-1 2 0,0 3 0,1 1 0,1 0 0,2-1 0,-1 2 0,1 0 0,2 0 0,0 0 0,3-1 0,2-2 0,3-1 0,1-2 0,2 1 0,0-1 0,1-2 0,-1-3 0,1-1 0,0-2 0,-1 0 0,-2-4 0,-1-1 0,-2-2 0,-2-1 0,-1-2 0,-1 0 0,-1 0 0,-2 0 0,-1 1 0,-4-1 0,0 1 0,-3 1 0,-1 0 0,-2-2 0,-4-1 0</inkml:trace>
  <inkml:trace contextRef="#ctx0" brushRef="#br0" timeOffset="2183">846 384 11428,'-2'-5'0,"-1"-1"0,2 0 0,0 2 0,0-1 0,-1-1 0,0-1 0,-3 0 0,1-1 0,0 0 0,1 1 0,-1 1 0,0 2 0,-1 1 0,0 0 0,-2 3 0,-1 0 0,0 1 0,1 1 0,-1 4 0,0 4 0,3 1 0,1 3 0,-1-2 0,2 2 0,0 1 0,1-1 0,1 0 0,1-2 0,1-1 0,1-2 0,4 0 0,0-2 0,2-2 0,0-3 0,0-1 0,-1-1 0,1 0 0,0 0 0,-1-1 0,1-1 0,-1-3 0,-1-1 0,-2 0 0,0 1 0,0-1 0,-1-1 0,-1-1 0,-1 0 0,-1 1 0,1-1 0,0 2 0,2 4 0,-1 5 0,-2 5 0,0 5 0,0 2 0,0 1 0,0 2 0,0 3 0,0 0 0,0 1 0,0 0 0,0-1 0,0-1 0,0-2 0,0-2 0,0-2 0,-2 0 0,-2-2 0,0-2 0,-2-1 0,-1-2 0,-3 0 0,0-2 0,0-2 0,2-2 0,0-1 0,-3-4 0,-1 0 0</inkml:trace>
  <inkml:trace contextRef="#ctx0" brushRef="#br0" timeOffset="2423">723 576 11428,'5'3'0,"1"-2"0,0 2 0,0-2 0,3-1 0,0 0 0,3 0 0,-1 0 0,2-4 0,3 0 0,-1-4 0</inkml:trace>
  <inkml:trace contextRef="#ctx0" brushRef="#br0" timeOffset="3327">923 345 11428,'-5'-7'0,"1"1"0,0 2 0,0 2 0,1 2 0,1 5 0,1 2 0,1 0 0,0 1 0,1 0 0,1 0 0,1 2 0,1 0 0,0-1 0,0-1 0,2-2 0,0-1 0,1 0 0,0-1 0,1 0 0,2-2 0,0 0 0,0-2 0,0-2 0,-3-3 0,-1-1 0,-1-1 0,-2 0 0,-1-2 0,-1 0 0,-1-1 0,0 0 0,0 2 0,0 0 0,0 0 0,0 1 0</inkml:trace>
  <inkml:trace contextRef="#ctx0" brushRef="#br0" timeOffset="5256">1070 353 11428,'0'5'0,"0"0"0,0-2 0,3 1 0,2-1 0,2-1 0,1-1 0,-1-1 0,1 0 0,0-1 0,-1-1 0,2-3 0,0 0 0,2 0 0,-2-1 0,0-1 0,-2 0 0,1-1 0,-1 0 0,-1 0 0,-2 1 0,0-1 0,-3 0 0,0 1 0,-2-1 0,-1 1 0,-3 2 0,-2 2 0,-1 3 0,-1 0 0,0 3 0,-1 2 0,0 3 0,1 1 0,0 2 0,-2 1 0,2 1 0,1 0 0,2 0 0,2 0 0,1 2 0,1 0 0,1 0 0,1-1 0,2-2 0,2-1 0,4-2 0,1 0 0,2-3 0,2 0 0,2-4 0,0-1 0,0-1 0,1 0 0,3-3 0,0-2 0</inkml:trace>
  <inkml:trace contextRef="#ctx0" brushRef="#br0" timeOffset="5510">1416 314 11446,'-4'-6'0,"0"0"0,-1 1 0,1 1 0,-1 1 0,2-2 0,-1 2 0,0 0 0,-2 0 0,1 0 0,0 1 0,-1 0 0,-1 1 0,0 1 0,-1 0 0,1 4 0,1 1 0,1 2 0,-1 0 0,2 4 0,-1 2 0,2 2 0,1 0 0,-1 0 0,0-2 0,2-1 0,1 0 0,2-1 0,3 1 0,2-4 0,1-2 0,0-3 0,-1-2 0,1-1 0,0 0 0,-1-1 0,1-2 0,-1-2 0,-1-1 0,-2 0 0,0 1 0,0-1 0,-1-1 0,-1-1 0,-1 1 0,0-1 0,0 0 0,2 1 0,-1-1 0,-2 0 0,1 1 0,1 3 0,1 4 0,-1 4 0,1 4 0,-1 2 0,3 0 0,-1 2 0,0 0 0,2 0 0,1-3 0,1 1 0,-1-1 0,1-1 0,3-1 0,1 1 0</inkml:trace>
  <inkml:trace contextRef="#ctx0" brushRef="#br0" timeOffset="5511">1847 338 11416,'1'7'0,"1"0"0,3-2 0,2-2 0,1-2 0,-1-1 0,1 0 0,1-1 0,0-1 0,1-1 0,0-2 0,-2-1 0,0 0 0,0 1 0,-1-2 0,-1 2 0,-1-2 0,-4 0 0,2-1 0,-3 1 0,-3 2 0,-2-1 0,-4 4 0,-1 0 0,-1 1 0,1 2 0,-1 1 0,-1 4 0,3 1 0,-3 3 0,2 1 0,0 1 0,2-2 0,4 3 0,0 0 0,-1 2 0,4 0 0,-1-3 0,4-1 0,3 1 0,2-4 0,1 2 0,3-4 0,1-4 0,3-1 0,0-1 0,1 0 0,-1-3 0,0-2 0</inkml:trace>
  <inkml:trace contextRef="#ctx0" brushRef="#br0" timeOffset="5651">2039 330 11427,'-3'8'0,"2"-4"0,-2-1 0,6-3 0,2 0 0,2 0 0,0 0 0,1 0 0,0 0 0,2-1 0,0-1 0,0-2 0,-2-1 0,0-2 0,0 2 0,-1-2 0,1 0 0,0-1 0,-1 0 0,1 1 0,0-1 0,-4-3 0,0-2 0,-2-2 0,1 0 0,-1-1 0,-2-2 0,-1-3 0,-1-1 0,0-1 0,-3 0 0,0 1 0,1 1 0,-2 2 0,2 6 0,0 2 0,-2 3 0,2 5 0,-1 2 0,-1 2 0,2 5 0,-3 4 0,3 3 0,-1 5 0,0 2 0,0 2 0,0 2 0,2 2 0,0 2 0,2 2 0,-2 1 0,2-1 0,1-2 0,0 2 0,1-2 0,1 0 0,0-2 0,5-1 0,1-7 0,3 0 0,4-3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8:04.73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0 11566,'0'5'0,"0"0"0,0 1 0,0 1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8:20.18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11 97 11692,'-1'6'0,"-1"-1"0,-2-1 0,0 2 0,4 5 0,0 0 0,0-1 0,0 1 0,0 0 0,0-1 0,0 5 0,0-1 0,0-1 0,0-1 0,2 2 0,0 0 0,2 1 0,-2 0 0,0-3 0,1 2 0,0-2 0,0-1 0,-1-1 0,0 1 0,2 0 0,0-1 0,-4-4 0,0-2 0,0-8 0,0-3 0,0-2 0,0-2 0,0-1 0,0-1 0,0-1 0,0-4 0,0 3 0,0-1 0,0 1 0,-4-3 0,0 3 0,2-1 0,1 1 0,-3-1 0,1 3 0,0-1 0,2 1 0,1 1 0,-1 1 0,-1 1 0,-2-1 0,0 0 0,4 0 0,0 1 0,0-1 0,2 0 0,1 1 0,0 3 0,4 1 0,1 0 0,2 0 0,0 3 0,1 0 0,1 2 0,2 1 0,-1 4 0,4 3 0,-1 3 0,1 1 0,-3 1 0,3 2 0,-2 2 0,-2 1 0,3 3 0,-2-2 0,-1 2 0,-1 2 0,-1-1 0,-1 0 0,1 2 0,0 2 0,-4-4 0,-1 3 0,-1-4 0,-3-1 0,-1 3 0,-1-8 0,-1-1 0,-3-1 0,2 1 0,-5-1 0,-3-4 0,-3-2 0,2-1 0,-5-3 0,2 2 0,0-2 0,-2-1 0,3-1 0,-2 0 0,-2 0 0,0-4 0,0-4 0,2-1 0,-1-2 0,-1 1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8:27.68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1 129 11682,'1'11'0,"2"0"0,-1-1 0,1 1 0,-1 0 0,2-1 0,-3 1 0,3 0 0,-3-1 0,-1 1 0,1-4 0,2 0 0,0 2 0,2-1 0,-2-1 0,-1-2 0,2-10 0,-4-2 0,0-3 0,0 0 0,0-2 0,0-1 0,0-3 0,0 0 0,-1 2 0,-1-4 0,-2 0 0,2 1 0,1-2 0,1 4 0,0-1 0,0 1 0,3 1 0,2 4 0,0 2 0,-1 1 0,5 1 0,-2-1 0,2 3 0,2 3 0,0 6 0,0 2 0,-1 2 0,1 2 0,3 1 0,0 1 0,-1 1 0,-1-1 0,-1 4 0,0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8:28.17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129 75 11535,'0'-11'0,"0"1"0,0-1 0,0 0 0,0 0 0,-1 2 0,-2 2 0,-3 2 0,-5 5 0,0 0 0,1 0 0,2 1 0,1 2 0,-1 3 0,-2 3 0,0-1 0,0 8 0,2-1 0,1 3 0,1 1 0,-1-1 0,3-3 0,3 1 0,1-4 0,0 2 0,1-2 0,3-2 0,2-2 0,4-2 0,1-2 0,0-1 0,3-2 0,0-2 0,-1-2 0,-1 0 0,-1-6 0,0 2 0,-2-2 0,-2-2 0,2 0 0,-6 1 0,-1-1 0,0-1 0,-2-1 0,0-1 0,-2 1 0,0 1 0,-1 1 0,-11-4 0,3-2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8:29.21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0 108 11516,'0'-8'0,"0"4"0,0 8 0,1 5 0,2 5 0,0 4 0,1 2 0,-1 2 0,2-1 0,0 2 0,0 0 0,-2 2 0,1-1 0,-1-1 0,0-2 0,-2 0 0,0 0 0,1-4 0,2-2 0,-2-3 0,-1-4 0,-1-5 0,0-6 0,0-5 0,0-3 0,0-1 0,0-2 0,0-3 0,0-1 0,0 0 0,0-2 0,-1-2 0,-1-3 0,-2 1 0,2 1 0,1 1 0,1-2 0,0-1 0,0 1 0,0 3 0,0 2 0,0 1 0,0 0 0,0 2 0,1 3 0,1 3 0,3 4 0,1 1 0,2 3 0,2 1 0,1 1 0,-1 1 0,1 3 0,-2 3 0,0 2 0,-2 3 0,0 1 0,0 3 0,0-1 0,0 2 0,-1-2 0,-2 2 0,-3-2 0,-1 2 0,0-2 0,0 2 0,0-2 0,0 1 0,-1-3 0,-3 0 0,-2 0 0,-1 0 0,0-2 0,-1-4 0,-2-2 0,0-3 0,-1-1 0,0-2 0,2-2 0,2-5 0,-3-6 0,4-3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8:30.77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10 43 11591,'0'-7'0,"0"0"0,0 4 0,0-5 0,-2 6 0,0 0 0,-2 4 0,2 5 0,2 3 0,2 2 0,3 1 0,0 2 0,1 2 0,0 1 0,1-1 0,0 0 0,-1 0 0,0-2 0,0 1 0,1-3 0,0-2 0,0-1 0,2-3 0,0-4 0,1-6 0,-2-4 0,-2-4 0,-1-2 0,-3-2 0,-1-2 0,0-1 0,2 1 0,0 0 0,0 1 0,-2 2 0,-1 0 0,0 0 0,0-1 0,0 5 0,0-1 0,-5 0 0,-1 1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8:30.98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97 43 11591,'0'-11'0,"-1"2"0,-2 1 0,-1 2 0,-2 1 0,-3 2 0,0 2 0,-2 1 0,0 0 0,4 5 0,1 2 0,2 3 0,-4 0 0,5 1 0,1 0 0,0-1 0,4 0 0,1-3 0,3 3 0,5-4 0,-1-1 0,1 1 0,0-3 0,0 0 0,-1 0 0,4 3 0,1 0 0,-2 0 0,-3-1 0,-1-1 0,-2 3 0,-5 3 0,2 0 0,-8 1 0,-3-1 0,-2-3 0,-3 1 0,-1-4 0,-2-2 0,2-1 0,2-1 0,-1 0 0,-3 0 0,3-1 0,-2-3 0,2-2 0,2-4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8:31.65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32 54 11694,'0'11'0,"1"-1"0,2-2 0,2-2 0,1-1 0,2-3 0,1-1 0,2-1 0,0 0 0,-1 0 0,1 0 0,0 0 0,-1 0 0,1 0 0,0-5 0,-2-2 0,-1-2 0,-5-2 0,-2 0 0,-2 2 0,-2 2 0,-5 3 0,-1 3 0,-2 1 0,0 0 0,1 0 0,-2 1 0,-1 2 0,-1 1 0,1 2 0,1 3 0,2 0 0,2 2 0,1-1 0,0 1 0,-1 1 0,3 1 0,0 1 0,2-1 0,2-1 0,1-1 0,0 0 0,4-4 0,1-1 0,0 0 0,4 0 0,0 0 0,2 1 0,0-3 0,-1 1 0,1-4 0,0 3 0,-1-2 0,1 2 0,0-3 0,1 3 0,1-4 0,1-4 0,0 2 0,-2-4 0,1 0 0,1 0 0,1 2 0,-5-2 0,1 0 0,0 0 0,-1 4 0,1-1 0,-1 0 0,-3 0 0,-2 1 0,-9-7 0,-1 3 0,-1 0 0,3-2 0,-3 3 0,1-1 0,3-2 0,0-2 0,1 0 0,-1-1 0,-2 0 0,1 0 0,3 1 0,1-1 0,3 0 0,-2 1 0,5 0 0,0 2 0,-1 1 0,4 3 0,-3-2 0,2 1 0,2 3 0,0 1 0,-1 1 0,1 0 0,0 1 0,-1 3 0,1 2 0,0 4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8:41.04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150 373 11467,'-4'-8'0,"1"1"0,-2 4 0,2-4 0,0-2 0,-4 0 0,2-1 0,0 2 0,1 1 0,-5 3 0,2-2 0,-2 2 0,-2 1 0,0 2 0,2 2 0,0 3 0,2 3 0,0 4 0,-2 2 0,0 1 0,2-1 0,5 2 0,-2 0 0,3-2 0,1-1 0,0-2 0,1 0 0,2-2 0,0-1 0,6-4 0,-2 0 0,2-2 0,2-1 0,1 0 0,1 0 0,1 0 0,-1 0 0,-1-4 0,-1-2 0,-2-1 0,-2-1 0,3 5 0,-3-4 0,2-2 0,-1 5 0,-1 0 0,-5 4 0,2 4 0,-3 3 0,-1 2 0,0 2 0,0 0 0,0-1 0,0 1 0,1-1 0,3-3 0,-2-3 0,5-4 0,1 0 0,2 5 0,1 1 0</inkml:trace>
  <inkml:trace contextRef="#ctx0" brushRef="#br0" timeOffset="1515">332 308 11541,'4'6'0,"-1"-1"0,3-4 0,0 2 0,-1 0 0,4 0 0,-1-3 0,0-3 0,-2-2 0,0-1 0,0-2 0,1-1 0,0-2 0,-1 0 0,0-1 0,-1-1 0,0-2 0,-3-2 0,-1-2 0,-1-1 0,0-1 0,0-2 0,-1-1 0,-2-1 0,-3 2 0,-1 1 0,-1 4 0,0 5 0,-1 5 0,-1 6 0,2 5 0,2 8 0,0 6 0,1 4 0,-1 4 0,2 3 0,-1 3 0,2 1 0,2 0 0,1-1 0,0-1 0,1-1 0,2-1 0,2-1 0,0-3 0,4-4 0,0-3 0,2-2 0,0-2 0,-1-2 0,1-4 0,0-3 0,-1 2 0,1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8:37.80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11 405 11594,'7'1'0,"0"1"0,0 3 0,0 0 0,1 0 0,0-3 0,1-1 0,2-1 0,0 0 0,0 0 0,-1-1 0,1-1 0,-2-3 0,0-1 0,-3-2 0,-2-2 0,-1 0 0,-2-1 0,-2 1 0,-3 2 0,-3 2 0,-2 1 0,-2 3 0,0 1 0,1 1 0,-1 0 0,0 0 0,0 1 0,1 1 0,0 3 0,3 1 0,-2 1 0,3 4 0,0 0 0,-3-1 0,6 2 0,0 1 0,2 1 0,1 2 0,0-3 0,1 1 0,3-1 0,1 3 0,3-2 0,-1-1 0,3-2 0,2-3 0,2-2 0,-1-1 0,-1-3 0,0-1 0,1-1 0,2-1 0,1-2 0,-1-5 0,4-1 0,-2-2 0</inkml:trace>
  <inkml:trace contextRef="#ctx0" brushRef="#br0" timeOffset="438">278 362 11594,'10'-1'0,"-2"-3"0,-2-3 0,0-2 0,0-2 0,2 0 0,1 1 0,-1-2 0,-1-2 0,1-4 0,1-2 0,-1-2 0,-2 1 0,-1-1 0,-3 1 0,-1 0 0,-1-2 0,0 0 0,0 1 0,-1 3 0,-1 2 0,-3 5 0,-1 3 0,-2 3 0,-2 1 0,-1 4 0,1 3 0,-1 5 0,0 3 0,1 2 0,-1 2 0,4 3 0,0 4 0,3 1 0,-2-1 0,0 1 0,2 2 0,-1 2 0,2 2 0,2 0 0,1 3 0,0-1 0,0-2 0,1-3 0,2 3 0,2-2 0,0-3 0,3-4 0,2-2 0,1-1 0,0-3 0,-1-2 0,1-1 0,0-3 0,-1 3 0,1-4 0</inkml:trace>
  <inkml:trace contextRef="#ctx0" brushRef="#br0" timeOffset="687">460 362 11594,'0'11'0,"0"0"0,0 0 0,0 2 0,0 2 0,0-2 0,0-1 0,0-2 0,0 1 0,0 0 0,0-1 0,0 1 0,0 0 0,0-1 0,0-2 0,1-2 0,3-2 0,2 0 0,0-9 0,-2-1 0</inkml:trace>
  <inkml:trace contextRef="#ctx0" brushRef="#br0" timeOffset="838">535 223 11594,'-7'0'0,"0"0"0,3 0 0,-3 0 0,5 0 0,-3 5 0,5 1 0</inkml:trace>
  <inkml:trace contextRef="#ctx0" brushRef="#br0" timeOffset="1342">610 384 11594,'-4'10'0,"1"1"0,0 0 0,1-1 0,-1 1 0,0 0 0,1-1 0,0 1 0,2 0 0,0-1 0,0 1 0,0-4 0,2 0 0,1 2 0,3-5 0,5 0 0,-1-3 0,1-2 0,0-3 0,-1-2 0,0-4 0,-2-1 0,-1 0 0,-1 1 0,3-1 0,-2-1 0,1-2 0,-2 2 0,0-2 0,-1 2 0,2 1 0,-4 1 0,1 2 0,-4 1 0,0 6 0,0 1 0,0 6 0,0 0 0,0 1 0,0 1 0,0 2 0,0 1 0,5-2 0,2-2 0,2-3 0,-1-3 0,-1-1 0,1 0 0,1-4 0,2 0 0,-1-2 0,-3-3 0,2 0 0,-3-2 0,1 2 0,0 2 0,-4-3 0,2 4 0,-2-1 0,1 0 0,-1 4 0,-3 0 0,0 6 0,0 5 0,-3 1 0,-1 2 0,2 0 0,1-1 0,1 1 0,0 0 0,0-1 0,0 1 0,0-4 0,0 0 0,0 2 0,0 0 0,1-3 0,1-1 0,2-1 0,4-2 0,-2 2 0</inkml:trace>
  <inkml:trace contextRef="#ctx0" brushRef="#br0" timeOffset="1554">1037 330 11594,'-6'7'0,"2"0"0,0 2 0,1 0 0,-2 2 0,2 0 0,0 0 0,0 4 0,2-3 0,1 2 0,0-2 0,0-2 0,0 1 0,0 0 0,1-1 0,3 1 0,2 0 0,5-2 0,-1-2 0,1 2 0,0-6 0,-1 0 0,-4-2 0,4-6 0,-4-1 0</inkml:trace>
  <inkml:trace contextRef="#ctx0" brushRef="#br0" timeOffset="1689">1059 202 11594,'-7'3'0,"0"1"0,3-1 0,-3-3 0,4 2 0,0 1 0,2-2 0,1 4 0</inkml:trace>
  <inkml:trace contextRef="#ctx0" brushRef="#br0" timeOffset="2141">1208 341 11484,'0'10'0,"0"1"0,0 0 0,0 0 0,0-1 0,0 1 0,0 0 0,0-1 0,0 1 0,0 0 0,0-1 0,0 1 0,2 0 0,0-1 0,2 1 0,-1 0 0,-3-1 0,0-4 0,0-2 0,0-8 0,0-3 0,0-2 0,0-7 0,0-1 0,0-4 0,0 0 0,1 0 0,2-1 0,1 2 0,2 2 0,-2-1 0,3 5 0,1 1 0,2 1 0,-3 2 0,0 3 0,1 4 0,1 3 0,-1 3 0,-2 4 0,-1 3 0,0 4 0,-3 2 0,1-1 0,0 1 0,-1 1 0,1-2 0,0-2 0,0-1 0,-1-1 0,0 3 0,2 0 0,1-4 0,-2-2 0,3-6 0,5 3 0</inkml:trace>
  <inkml:trace contextRef="#ctx0" brushRef="#br0" timeOffset="2541">1540 405 11484,'0'-7'0,"0"0"0,0 0 0,0-4 0,0 0 0,-4 4 0,0 1 0,-1 0 0,0 0 0,-3 3 0,1-3 0,-3 1 0,-1 1 0,1 4 0,-1 2 0,0 1 0,1 3 0,0 5 0,2 1 0,1 2 0,4-2 0,0 2 0,2-2 0,1-1 0,0-1 0,1 0 0,2-3 0,3 1 0,5-4 0,0-2 0,-1-1 0,1-1 0,0 0 0,-1 0 0,1 0 0,0 0 0,-1 0 0,1 0 0,-4-3 0,0-1 0,2 2 0,0 1 0,2 1 0,-4 3 0,0 2 0,2 1 0,-5-3 0,1 3 0,0-1 0,2-2 0,-1 2 0,1 3 0,0-4 0,4 1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8:48.77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1 238 11743,'7'-3'0,"-3"3"0,-2 6 0,-2 4 0,0 4 0,0 0 0,0 2 0,0 2 0,0-2 0,0-1 0,0-2 0,4 0 0,1 0 0,-1 0 0,2 1 0,-3-6 0,6 0 0,1-1 0,2 0 0,-4-4 0,1 2 0,1-4 0,2-1 0,-3-4 0,-2-2 0,1-1 0,-1-4 0,-4 0 0,1-3 0,-2 1 0,-2 0 0,0-4 0,0-1 0,0 2 0,0 1 0,-2 2 0,-1 0 0,-1 0 0,-6-1 0,2 1 0</inkml:trace>
  <inkml:trace contextRef="#ctx0" brushRef="#br0" timeOffset="353">344 199 11743,'-9'-5'0,"0"1"0,5-1 0,-5 5 0,-1 0 0,2 0 0,-1 0 0,2 2 0,-3 1 0,3 3 0,1 1 0,1 3 0,1 2 0,-1 1 0,4 0 0,4-1 0,4-2 0,2-2 0,0-1 0,1-1 0,0 1 0,1-1 0,-3 1 0,3 1 0,0 1 0,1-1 0,-2 0 0,-2-1 0,-2 0 0,-2 4 0,0 0 0,1 2 0,-1-4 0,-5 0 0,-4 0 0,-3-2 0,-4 3 0,-1-5 0,-1-2 0,1-2 0,0-1 0,0-1 0,0-4 0,-1 2 0,1-5 0,0-7 0,0-6 0</inkml:trace>
  <inkml:trace contextRef="#ctx0" brushRef="#br0" timeOffset="1254">476 199 11743,'-8'5'0,"2"3"0,2 1 0,0-1 0,1 3 0,1 0 0,2 4 0,0 1 0,0 2 0,2-2 0,1-1 0,2-2 0,1 0 0,2-1 0,-1-2 0,3-3 0,0 1 0,1-3 0,-2 1 0,1-3 0,2-1 0,1-4 0,-2-2 0,0-5 0,-3-3 0,-3-5 0,2-2 0,-1 0 0,-3 0 0,-2-1 0,-1 4 0,0-3 0,0-1 0,0 4 0,0-2 0,-1 3 0,-3 2 0,-4 0 0,-5 0 0</inkml:trace>
  <inkml:trace contextRef="#ctx0" brushRef="#br0" timeOffset="1614">832 225 11743,'0'-9'0,"0"0"0,0-1 0,0 3 0,-2-1 0,-2 3 0,1-4 0,-6 4 0,-1 2 0,-2 2 0,-1 1 0,0 1 0,0 4 0,1 5 0,2 5 0,1 4 0,0 0 0,0 1 0,2-1 0,0 1 0,1-4 0,0-2 0,3 0 0,1-1 0,4 0 0,2-1 0,5-4 0,3-3 0,1-4 0,0-1 0,0-1 0,1-4 0,-1-2 0,0-2 0,-1 1 0,-2-3 0,-1 0 0,0-3 0,-1 1 0,1 0 0,0 0 0,0 1 0,0 3 0,-7-2 0,6 11 0,-4 0 0,-2 5 0,2 9 0,-2-1 0,-2 0 0,0 0 0,1-1 0,2-2 0,1-1 0,7 0 0,-4 4 0</inkml:trace>
  <inkml:trace contextRef="#ctx0" brushRef="#br0" timeOffset="3754">950 146 11737,'0'13'0,"0"0"0,2 0 0,2 1 0,-2-1 0,2 0 0,-1-1 0,2-3 0,-4 2 0,5-2 0,0 3 0,-5 1 0,4 0 0,-4 0 0,-1-4 0,0 0 0,0-6 0,0 1 0,-1-8 0,-4-5 0,4-4 0,-4-3 0,4-2 0,1 2 0,0-3 0,0 1 0,0 1 0,0-2 0,4 4 0,2-3 0,1 4 0,4 1 0,-4 4 0,2 2 0,1 1 0,2 1 0,1 5 0,0 6 0,0 1 0</inkml:trace>
  <inkml:trace contextRef="#ctx0" brushRef="#br0" timeOffset="3755">1188 119 11647,'0'14'0,"0"-6"0,0 1 0,0 1 0,1 4 0,2 2 0,2 1 0,-1 1 0,1 0 0,0-1 0,1-1 0,2-1 0,-3-2 0,3 0 0,-1-1 0,2-2 0,0-2 0,-1-2 0,-5-8 0,3-5 0</inkml:trace>
  <inkml:trace contextRef="#ctx0" brushRef="#br0" timeOffset="4417">1241 1 11647,'-13'0'0,"-1"0"0,3 1 0,2 4 0,3 2 0,6 6 0</inkml:trace>
  <inkml:trace contextRef="#ctx0" brushRef="#br0" timeOffset="4418">1505 185 11647,'5'8'0,"4"-4"0,3-2 0,0-4 0,-4-2 0,-3-5 0,-5-1 0,-5-1 0,-3 4 0,-4 0 0,-1 1 0,0 0 0,-2 3 0,-1 2 0,-2 1 0,2 0 0,1 0 0,2 1 0,-1 4 0,-1 3 0,0 4 0,5 1 0,3 2 0,2 1 0,1 2 0,-1-2 0,4-2 0,4 0 0,6-1 0,4 0 0,3-1 0,2-4 0,-1-3 0,1-4 0,-1-1 0,0 0 0,-3 0 0,-1-4 0,1-2 0,-3-1 0,-2-4 0,1 0 0,-5-2 0,-2-1 0,-2 1 0,-1 4 0,-1 1 0,-4-3 0,-4 0 0,-2-3 0,-2 1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9:09.85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317 191 11750,'8'-6'0,"-4"-3"0,-2 2 0,-2-2 0,-2 6 0,-2-1 0,-5 2 0,-3 2 0,-1 0 0,0 0 0,0 0 0,-1 0 0,1 2 0,-1 2 0,-3 5 0,-2 3 0,0 2 0,-1 4 0,-1 5 0,-1 5 0,0 4 0,2 1 0,1 0 0,3 1 0,2 1 0,6 0 0,3-1 0,4-3 0,2-5 0,4-4 0,3-3 0,6-3 0,3-2 0,5-4 0,3-3 0,3-1 0,1-3 0,4-2 0,-1-2 0,1-2 0,0-3 0,-1-1 0,-3-3 0,5-2 0,0-1 0</inkml:trace>
  <inkml:trace contextRef="#ctx0" brushRef="#br0" timeOffset="153">555 455 11750,'0'-14'0,"0"1"0,0 4 0,0 1 0,-6 0 0,-3-1 0,-3 5 0,4 3 0,-1 1 0,-1 0 0,-2 0 0,-1 1 0,-1 2 0,1 3 0,0 3 0,1 4 0,2 3 0,3 0 0,1-1 0,3-2 0,2 0 0,1 0 0,0 1 0,1-1 0,3-2 0,5 0 0,4-4 0,4-1 0,0-3 0,-1-2 0,-1-1 0,-2 0 0,2-1 0,1-4 0,1-3 0,-2-4 0,-3-1 0,-5-1 0,-1 1 0,-2 0 0,-4 0 0</inkml:trace>
  <inkml:trace contextRef="#ctx0" brushRef="#br0" timeOffset="154">687 389 11790,'-8'5'0,"3"3"0,0 1 0,1-1 0,-1 4 0,1 3 0,0 2 0,1-1 0,1-1 0,2-2 0,0 0 0,0 1 0,2-6 0,2 0 0,5-1 0,3 0 0,1-4 0,0 2 0,0-5 0,0-5 0,1 2 0,-1-5 0,0-3 0,-1 0 0,-2-3 0,-1 1 0,1 0 0,0 0 0,0 0 0,-2 0 0,-1 1 0,-1 2 0,0 4 0,-3 4 0,-3 8 0,-3 4 0,-2 4 0,3-1 0,2 0 0,4 0 0,-1-6 0,6-2 0,1-4 0,2-2 0,1-2 0,0-1 0,-4-7 0,0 4 0,-1-2 0,0 0 0,3 1 0,-3-6 0,-1 1 0,3 4 0,-5 1 0,-2-3 0,-2 5 0,-1 6 0,0 9 0,0 3 0,0 1 0,0 0 0,0 1 0,0-1 0,0 0 0,0 0 0,0 0 0,2 0 0,2-1 0,5-3 0,3 3 0,1-5 0</inkml:trace>
  <inkml:trace contextRef="#ctx0" brushRef="#br0" timeOffset="373">1148 441 11790,'8'9'0,"-4"0"0,-2-5 0,-2 5 0,0 1 0,0 2 0,0 3 0,0 1 0,0 3 0,0 1 0,0 7 0,0 5 0,0 2 0,0 2 0,0-2 0,0 0 0,0-2 0,0-3 0,0 1 0,0-2 0,0-1 0,0-2 0,0-7 0,0 0 0,0-4 0,0-6 0,0-10 0,0-10 0,0-4 0,0-7 0,0 1 0,0-3 0,0-2 0,0-3 0,0-4 0,1-3 0,4-4 0,-4-3 0,5 2 0,-2-2 0,1 1 0,3 2 0,-2 2 0,2 1 0,2 2 0,-3 6 0,2 8 0,1 4 0,2 9 0,1 6 0,0 6 0,-4 3 0,-1 4 0,-1-1 0,0 1 0,1 2 0,2 1 0,-3 1 0,-1-1 0,0 0 0,-3 0 0,1 0 0,-1 1 0,-1-6 0,-2 1 0,0 1 0,0 2 0,0 1 0,0 1 0,-5-1 0,-1-2 0,-1 0 0,-3-3 0,-2-3 0,-1 2 0,0-1 0,-1 0 0,1-3 0,0 1 0,0-1 0,4-1 0,0-2 0,0 0 0,2-12 0,1-3 0</inkml:trace>
  <inkml:trace contextRef="#ctx0" brushRef="#br0" timeOffset="3144">1439 389 11783,'-8'5'0,"4"4"0,3 3 0,1 1 0,0 0 0,0 1 0,0-1 0,1 1 0,2 3 0,1 0 0,-1-1 0,0-1 0,0-2 0,2 0 0,-3 0 0,0-2 0,-2-7 0,0-8 0,0-7 0,0-3 0,0-2 0,0-3 0,1-2 0,2-2 0,3-4 0,1-1 0,2 1 0,0 2 0,0 1 0,1 4 0,2 2 0,1 5 0,0 4 0,0 5 0,1 2 0,-1 2 0,0 0 0,0 12 0,0 3 0</inkml:trace>
  <inkml:trace contextRef="#ctx0" brushRef="#br0" timeOffset="3800">1729 494 11783,'0'-13'0,"1"1"0,2 2 0,2 1 0,-2-1 0,-2-2 0,-1-1 0,0 0 0,-1 1 0,-4 3 0,-4 5 0,-2 2 0,-2 2 0,-1 0 0,1 2 0,1 2 0,2 5 0,1 3 0,1 1 0,-1 0 0,1 0 0,3 1 0,2-1 0,1 0 0,2 0 0,2 0 0,1 1 0,2-3 0,3-1 0,2-2 0,2-2 0,2-3 0,3-2 0,0-1 0,-1 0 0,-1 0 0,-2-1 0,0-4 0,1-4 0,-1-2 0,0-8 0,0-2 0</inkml:trace>
  <inkml:trace contextRef="#ctx0" brushRef="#br0" timeOffset="3801">1900 151 11914,'-4'-20'0,"0"2"0,1 3 0,1 1 0,1-1 0,-2-1 0,-2 1 0,3-1 0,2 3 0,2 4 0,3 11 0,-1 9 0,1 10 0,-1 4 0,-1 3 0,-2 2 0,-1 6 0,2 2 0,1 1 0,1 1 0,-1-1 0,-1-3 0,-2-3 0,0 0 0,0-4 0,0-1 0,0-2 0,0-1 0,0-3 0,0-7 0,1-9 0,2-5 0,1-7 0,-1-4 0,-1-3 0,-1-1 0,2 0 0,2-2 0,-1-2 0,0 2 0,2 0 0,0 0 0,1-2 0,1 2 0,2 1 0,2 4 0,1 0 0,0 4 0,0 1 0,1 5 0,-3 4 0,0 5 0,-4 4 0,0 3 0,-1 1 0,0 3 0,-3 0 0,-2 2 0,-1-2 0,0 0 0,-1-3 0,-4-1 0,-2-2 0,-2-2 0,1 0 0,-3-4 0,1 0 0,0-1 0,1 0 0,-1-3 0,-2-2 0,0-2 0,3-3 0,-2-4 0,3-5 0</inkml:trace>
  <inkml:trace contextRef="#ctx0" brushRef="#br0" timeOffset="3802">2309 441 11821,'-4'-13'0,"-2"0"0,0 0 0,-1 0 0,0-1 0,-4 1 0,0 1 0,-3 4 0,1 3 0,0 4 0,0 2 0,0 4 0,-1 5 0,3 5 0,0 2 0,3 1 0,-1-1 0,2 2 0,2 0 0,2 1 0,0-4 0,-1-2 0,1 0 0,3-3 0,3-1 0,3-2 0,1-2 0,3-3 0,2-2 0,1-1 0,0 0 0,2-1 0,1-4 0,2-2 0,-2-2 0,-1 0 0,-2-1 0,0-2 0,0-1 0,-1 0 0,-2 0 0,-2 2 0,-3 7 0,-2 4 0,-6 10 0,-1-1 0,1 1 0,2 2 0,1 1 0,0 1 0,0-1 0,0 0 0,5-1 0,4-4 0,3-2 0,1-6 0</inkml:trace>
  <inkml:trace contextRef="#ctx0" brushRef="#br0" timeOffset="3803">2428 389 11821,'-7'8'0,"1"0"0,0-2 0,3 2 0,-4-2 0,1 2 0,0 0 0,3 6 0,-1-1 0,-1-4 0,5-1 0,0 3 0,6 0 0,3 1 0,3-3 0,-3 1 0,-1-6 0,1 1 0,-2 1 0,5-5 0,-3 4 0,3-4 0,1-1 0,-4 0 0,-1-1 0,3-2 0,0-2 0,-2-5 0,-1 1 0,-1-3 0,0-1 0,1 0 0,2 0 0,-3 0 0,-1 0 0,0-1 0,-3 1 0,1 0 0,-1 0 0,3 4 0,-2 0 0,1 3 0,-5 2 0,-2 1 0,-1 12 0,-1 1 0,1 2 0,-3 1 0,2 0 0,1 0 0,1 1 0,2-1 0,0 0 0,0 0 0,2-1 0,2-3 0,-1 1 0,6-6 0,1-1 0,2-1 0,1-2 0,-1-2 0,-3-2 0,2 1 0,-2-6 0,1-1 0,-1-2 0,3-1 0,-5 0 0,1 0 0,3-1 0,-2 1 0,-3 4 0,-2 3 0,-2 5 0,-2 7 0,0 4 0,0 3 0,0 1 0,0-1 0,0 0 0,0 0 0,1-1 0,4-2 0,4-3 0,2-1 0,3-1 0,-1 1 0,6-5 0,1 5 0</inkml:trace>
  <inkml:trace contextRef="#ctx0" brushRef="#br0" timeOffset="3804">3022 415 11821,'-2'-13'0,"-1"0"0,-1-1 0,0 3 0,-1 0 0,-1 4 0,0 0 0,-1 1 0,1-1 0,-1 1 0,1-2 0,-1 2 0,-1 1 0,-2 2 0,-2 1 0,1 4 0,0 2 0,3 5 0,-3 3 0,0 1 0,-1 1 0,2 3 0,2 2 0,2 0 0,2 0 0,0-2 0,-1 1 0,4 0 0,4-2 0,6-3 0,2-4 0,4-4 0,1 0 0,2-1 0,-1-1 0,1-3 0,-1-4 0,0-5 0,-3-3 0,-1 4 0,1-1 0,-3-2 0,-2 0 0,-3-2 0,-6-1 0,0 1 0,0 0 0,-2 0 0,-2 0 0,-5-1 0,-2 1 0,-3 0 0</inkml:trace>
  <inkml:trace contextRef="#ctx0" brushRef="#br0" timeOffset="3947">3286 309 11747,'0'-8'0,"0"-1"0,0-1 0,-5 2 0,-1 1 0,-1 1 0,3-3 0,-5 5 0,-1 1 0,-2 1 0,-1 2 0,-1 0 0,1 0 0,2 2 0,0 2 0,2 5 0,2 3 0,-2 1 0,5 0 0,2-4 0,2 0 0,0 1 0,6 2 0,3 1 0,3-1 0,1-3 0,5 2 0,-1-2 0,-1 3 0,-1 1 0,0-1 0,1-2 0,0-1 0,-4 1 0,1 2 0,-6 1 0,1 0 0,-3 0 0,-6 1 0,-3-1 0,-4-5 0,-5 0 0,-2-2 0,-2-3 0,-2 0 0,-5-1 0,4 3 0,1-2 0,0-3 0,2-3 0,1-3 0,5-1 0,-3-2 0,7-4 0,-6-1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9:21.33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0 430 11487,'12'-9'0,"-2"0"0,-1 1 0,0-1 0,-1 0 0,0-1 0,-1-2 0,0-1 0,4 0 0,-1-1 0,0 0 1,-1-4-1,1-4 0,-4 2 0,0-2 0,-2-2 0,1-1 0,-1-1 0,-4 0 0,0 1 0,0 1 0,0 4 0,0 1 0,-1 4 0,-4 3 0,-3 5 0,-4 3 0,-1 5 0,-1 8 0,1 7 0,2 6 0,0 3 0,2 3 0,1 2 0,-1 6 0,2 2 0,1 1 0,3 1 0,0-1 0,0 1 0,-1 0 0,1-2 0,3-3 0,4-4 0,5-5 0,2-4 0,4-4 0,3-4 0,2-2 0,2-3 0,0-5 0,0-8 0,5-4 0</inkml:trace>
  <inkml:trace contextRef="#ctx0" brushRef="#br0" timeOffset="175">343 417 11488,'0'-9'0,"0"0"0,-1 2 0,-2-3 0,-2 1 0,1 4 0,4-3 0,-4 3 0,-1-4 0,-1 5 0,2-5 0,-3 6 0,-7-1 0,1 4 0,1 4 0,2 4 0,1-1 0,2 5 0,-3-2 0,1 5 0,-1 2 0,4 1 0,0-4 0,2 3 0,-1 0 0,1 1 0,4-5 0,0 0 0,0 0 0,1 1 0,4-3 0,3 0 0,4-3 0,1-5 0,1 2 0,-1-4 0,0-1 0,0-1 0,0-4 0,1-2 0,-1 0 0,-2-10 0,0 4 0,-4-1 0,-1-1 0,-2 0 0,-4-1 0,0-1 0,0 0 0,0 1 0,-1 2 0,-4-1 0,-3 3 0,-8 6 0,-2-2 0,-6 5 0,4-3 0</inkml:trace>
  <inkml:trace contextRef="#ctx0" brushRef="#br0" timeOffset="586">554 377 11401,'-1'-11'0,"-2"0"0,-3 4 0,-1 0 0,-4 1 0,0 0 0,-3 3 0,1 1 0,1 4 0,2 1 0,1 3 0,1 1 0,0 3 0,2 1 0,2-1 0,0-1 0,1 1 0,1 2 0,2 1 0,2 0 0,2-1 0,5-2 0,3-3 0,1 1 0,0-1 0,0 2 0,0-2 0,1 5 0,-1-3 0,0 2 0,0 3 0,0-6 0,-1 1 0,-2 1 0,-1 2 0,-6 1 0,1 1 0,-4-1 0,-4-2 0,-5-2 0,-2-3 0,-4-6 0,-1 0 0,-2 0 0,-1-1 0,3-2 0,-2-3 0,2-2 0,-4 0 0,-1-6 0</inkml:trace>
  <inkml:trace contextRef="#ctx0" brushRef="#br0" timeOffset="1571">1016 404 11517,'-13'0'0,"1"1"0,3 3 0,2 4 0,4 6 0,-1 3 0,1 0 0,1 2 0,2-3 0,2 3 0,2 0 0,3 1 0,2-4 0,0-3 0,1-3 0,2-3 0,1-1 0,0-3 0,0-1 0,1-2 0,-1-2 0,0-1 0,0-3 0,0-2 0,1-6 0,-3-2 0,0 0 0,-4 0 0,-1 0 0,-3-2 0,-2 2 0,-1 2 0,0 0 0,0 1 0,0 0 0,-6 0 0,-1 0 0</inkml:trace>
  <inkml:trace contextRef="#ctx0" brushRef="#br0" timeOffset="1820">1385 430 11449,'0'-13'0,"0"0"0,-1-1 0,-2 1 0,-3 2 0,0 0 0,-1 4 0,0 1 0,-4 3 0,0 3 0,-1 5 0,2 3 0,1 4 0,6-3 0,-2 0 0,4-1 0,1 6 0,0-1 0,0 0 0,6-4 0,3 0 0,2 1 0,3-3 0,-1 1 0,0-1 0,0 0 0,-4-2 0,0 3 0,1 3 0,0 0 0,-1 3 0,-5-1 0,-2 0 0,-2 0 0,0 0 0,-6-4 0,-3-2 0,-3-1 0,-1-3 0,0 3 0,0-2 0,0-1 0,0-1 0,-1-2 0,1-2 0,0-2 0,0-3 0,0-6 0,-1-1 0</inkml:trace>
  <inkml:trace contextRef="#ctx0" brushRef="#br0" timeOffset="4313">1557 390 11457,'-6'-7'0,"-3"3"0,-3 2 0,-1 2 0,0 2 0,0 2 0,5 3 0,4 7 0,3-1 0,1 0 0,0 5 0,0-1 0,1-1 0,3-1 0,4-2 0,5 0 0,0 1 0,0-1 0,1-4 0,-1-2 0,0-1 0,0-3 0,0-2 0,1-1 0,-1 0 0,0 0 0,-4-1 0,0-4 0,-1-4 0,0-2 0,-1-2 0,-4-1 0,1 1 0,-1 0 0,-1 0 0,-2-2 0,0-1 0,0-2 0,0 7 0,-6-7 0,-1 3 0</inkml:trace>
  <inkml:trace contextRef="#ctx0" brushRef="#br0" timeOffset="5026">1873 496 11405,'0'-13'0,"0"0"0,0-1 0,0 1 0,0 0 0,-1 1 0,-2 2 0,-1 1 0,1-1 0,0 0 0,-2-1 0,-3 4 0,-4 1 0,0 5 0,2 4 0,1 6 0,0 2 0,0 2 0,1 1 0,-1-1 0,0 0 0,2 0 0,1 0 0,3 1 0,1-1 0,2 0 0,2-1 0,2-4 0,5-3 0,3-4 0,0-2 0,-2-2 0,-1-3 0,1 0 0,2-1 0,1 1 0,0 0 0,-1 2 0,-2-1 0,-1 1 0,1 1 0,0 3 0,1 4 0,-4 5 0,-1 3 0,-2 1 0,2 0 0,1 1 0,7-1 0</inkml:trace>
  <inkml:trace contextRef="#ctx0" brushRef="#br0" timeOffset="5027">1926 311 11449,'13'2'0,"1"2"0,-6-1 0,0 6 0,-1 1 0,0 2 0,-2 1 0,2 0 0,0 2 0,1 2 0,-1-2 0,3 3 0,-2-4 0,-3 0 0,1-6 0,-3 1 0,2 1 0,-1-4 0,-4-1 0,0-10 0,0-2 0,0-6 0,0-2 0,0-2 0,-4 2 0,-1-4 0,2 1 0,2 1 0,1-1 0,1 5 0,2-2 0,2-2 0,3 5 0,-2-3 0,2 2 0,2 3 0,-3 5 0,2 1 0,1 3 0,2 1 0,1 0 0,0 0 0,1 0 0,-1 11 0,0 4 0</inkml:trace>
  <inkml:trace contextRef="#ctx0" brushRef="#br0" timeOffset="5028">2269 351 11371,'0'13'0,"0"0"0,0 0 0,0 2 0,0 1 0,2 2 0,1-2 0,1-1 0,0-2 0,1 0 0,1 0 0,-1 0 0,1 1 0,5-1 0,-4 0 0</inkml:trace>
  <inkml:trace contextRef="#ctx0" brushRef="#br0" timeOffset="5029">2282 232 11385,'-11'-9'0,"0"2"0,3 1 0,5 8 0,-3 5 0</inkml:trace>
  <inkml:trace contextRef="#ctx0" brushRef="#br0" timeOffset="5030">2533 430 11416,'0'-13'0,"0"0"0,0-1 0,-1 1 0,-2 0 0,-3 1 0,0 2 0,-1 3 0,1-1 0,-2 3 0,1-1 0,-3 3 0,2 1 0,0 2 0,-1 2 0,-3 2 0,2 6 0,1 5 0,-1 3 0,2 4 0,1-3 0,1 1 0,3 4 0,-3-5 0,2 0 0,1-2 0,2 1 0,2 0 0,4-5 0,3 0 0,4-6 0,1-2 0,0-4 0,1-1 0,3 0 0,1 0 0,-2-1 0,-1-4 0,-2-2 0,0-6 0,-1 0 0,-3-1 0,1 1 0,-4 0 0,0 0 0,-1 0 0,0-1 0,-5 1 0,-2 0 0,-2 0 0,-3 0 0,-2 1 0,0 3 0,-6-3 0,-5 5 0</inkml:trace>
  <inkml:trace contextRef="#ctx0" brushRef="#br0" timeOffset="5516">2757 324 11399,'-9'0'0,"2"-1"0,0-2 0,-1-1 0,4-1 0,-5 5 0,1-1 0,0-4 0,-4 4 0,4-3 0,-4 2 0,3 2 0,0 0 0,1 2 0,0 2 0,4 5 0,2 2 0,4 1 0,1-2 0,3-1 0,1 0 0,3 0 0,2-2 0,1 0 1,0 1-1,1 2 0,-3 2 0,-1 0 0,-1-2 0,2-1 0,0 1 0,1 2 0,-3 1 0,-5 0 0,-2 0 0,-2 0 0,-2 1 0,-2-3 0,-5-2 1,-3-5-1,-2-2 0,-3-2 0,0 0 0,1 0 0,1 0 0,-4-6 0,-1-1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9:39.87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80 502 11522,'-5'13'0,"1"0"0,1 0 0,2 2 0,1 1 0,0 2 0,0-2 0,0 0 0,0 0 0,1 2 0,2-2 0,3-3 0,0-3 0,1-3 0,0-1 0,4-1 0,0-1 0,3 0 0,-1-2 0,0-5 0,0-6 0,-1-3 0,-2-1 0,-3 0 0,-1 0 0,-3 0 0,-1 0 0,-2-1 0,0 1 0,0 0 0,0 0 0,0 0 0,0-1 0,0 1 0,-2 6 0,-2 2 0,1 4 0,-4 2 0,1 4 0,1 4 0,5 7 0,-1 3 0,-4 1 0,4 2 0,-3 5 0,2-1 0,2 0 0,0 2 0,0 2 0,2 2 0,2 2 0,-3-4 0,5 4 0,-1-2 0,-1-2 0,1-7 0,-5-1 0,0 0 0,0-1 0,0-2 0,-2-6 0,-2 0 0,-5 0 0,-3-4 0,-1-2 0,-2-1 0,-2-3 0,2-1 0,-4-2 0,1 0 0,1 0 0,-1-6 0,-1-7 0,-1-8 0</inkml:trace>
  <inkml:trace contextRef="#ctx0" brushRef="#br0" timeOffset="2304">713 528 11521,'-6'-7'0,"-3"2"0,-2 4 0,-3 1 0,1 0 0,0 0 0,0 0 0,0 0 0,1 1 0,2 2 0,2 3 0,3 1 0,2 4 0,1 0 0,2 3 0,2-3 0,2 0 0,5-4 0,1 0 0,0-1 0,-1 0 0,1-2 0,2 1 0,1 1 0,0-1 0,1 3 0,-1-1 0,0 3 0,-1 2 0,-3 1 0,-5 1 0,-4-3 0,-4-1 0,-5-2 0,-3-1 0,-1-1 0,0 0 0,-1-3 0,1-2 0,0-1 0,0 0 0,0-1 0,0-4 0,-1-8 0,1-7 0</inkml:trace>
  <inkml:trace contextRef="#ctx0" brushRef="#br0" timeOffset="2305">845 502 11498,'-12'1'0,"3"3"0,5 5 0,3 3 0,1 1 0,0 0 0,0 1 0,0-1 0,1 0 0,2 0 0,3 0 0,1 1 0,3-1 0,2-2 0,1 0 0,1-4 0,-1-1 0,0-3 0,0-2 0,0-2 0,0-2 0,-1-3 0,-2-1 0,-1-4 0,0 0 0,-2-2 0,-2-2 0,-4-1 0,-1-2 0,0 2 0,0 1 0,0 2 0,0 0 0,-6 0 0,-1 0 0</inkml:trace>
  <inkml:trace contextRef="#ctx0" brushRef="#br0" timeOffset="3322">1425 541 11440,'6'8'0,"3"-4"0,3-3 0,1-1 0,0 0 0,0 0 0,-1-1 0,-2-2 0,-2-3 0,-1 0 0,-1-1 0,0 0 0,-5-2 0,-4 0 0,-6 2 0,-2 1 0,-2 3 0,-1 1 0,1 2 0,0 2 0,0 1 0,0 1 0,1 6 0,2-1 0,1 3 0,-1 1 0,2 0 0,1 1 0,1 0 0,3 4 0,2-4 0,1 4 0,0-3 0,1-2 0,4 0 0,3-1 0,6-2 0,2-3 0,3-1 0,1-3 0,4-1 0,1-2 0,1 0 0,0 0 0,7-12 0,0-3 0</inkml:trace>
  <inkml:trace contextRef="#ctx0" brushRef="#br0" timeOffset="3323">1821 502 11440,'0'-14'0,"0"1"0,-1 6 0,-2 1 0,-2 0 0,-5 5 0,1-4 0,-2 4 0,2 2 0,0 2 0,-1 3 0,-2 1 0,3-2 0,2 4 0,0-1 0,-1 0 0,5-1 0,-1-3 0,2 5 0,2 3 0,2 0 0,2-2 0,5-1 0,3 1 0,0 2 0,-2 1 0,-3 0 0,-1 0 0,-3 1 0,-2-1 0,-2-2 0,-3 0 0,-5-4 0,-3-1 0,-1-2 0,0 1 0,-1-1 0,1-1 0,0-2 0,-2-1 0,-2 0 0,-4 0 0,-5 0 0</inkml:trace>
  <inkml:trace contextRef="#ctx0" brushRef="#br0" timeOffset="3324">1900 66 11461,'-7'-7'0,"0"3"0,4 8 0,-2 6 0,2 6 0,2 9 0,1 9 0,1 4 0,4 8 0,-2-1 1,4 3-1,0 2 0,1 1 0,-4 1 0,3-4 0,1-4 0,-1-3 0,-4-9 0,1-4 0,-2-6 0,-2-3 0,0-1 0,0-11 0,0-1 0</inkml:trace>
  <inkml:trace contextRef="#ctx0" brushRef="#br0" timeOffset="3325">1874 488 11462,'13'0'0,"0"0"0,1-4 0,-1 0 0,0-1 0,0 5 0,2 0 0,1-1 0,3-2 0,1-2 0,1 1 0,1 4 0,3-6 0,-5-1 0</inkml:trace>
  <inkml:trace contextRef="#ctx0" brushRef="#br0" timeOffset="3806">2257 594 11462,'8'-4'0,"0"-2"0,-2-2 0,-2 4 0,-4-5 0,0 0 0,0-4 0,0 0 0,-4 4 0,-2 0 0,-2 1 0,-2 0 0,-2-2 0,-2 4 0,-2 0 0,-2 0 0,-1 2 0,3 4 0,-2 2 0,2 2 0,-3 0 0,1 8 0,4 3 0,4-1 0,-1 2 0,7 1 0,1 0 0,1-1 0,2-1 0,2-3 0,1-2 0,1-1 0,8-5 0,0 3 0,4-1 0,0-3 0,-1-1 0,-2-2 0,0 0 0,0 0 0,0-2 0,1-1 0,-3-3 0,-2-1 0,3 3 0,-3-5 0,-2 2 0,2-2 0,-6 1 0,1 4 0,2 4 0,-2 0 0,1 6 0,-4 7 0,4 0 0,-4-4 0,5-2 0,0-1 0,1 5 0,6-4 0</inkml:trace>
  <inkml:trace contextRef="#ctx0" brushRef="#br0" timeOffset="3807">2560 396 11413,'-4'-9'0,"-2"0"0,-2 1 0,-2 0 0,-2 4 0,-1 3 0,0 2 0,1 3 0,2 5 0,3 3 0,1 1 0,1 2 0,1 1 0,0 1 0,1 0 0,1-3 0,2-1 0,0 1 0,0-1 0,2-1 0,1-2 0,1-1 0,6-6 0,-1 1 0,3-3 0,1-1 0,0 0 0,0-1 0,1-3 0,-6-4 0,1-6 0,1-3 0,2 0 0,-3-7 0,-2 2 0,1-3 0,-1-1 0,-4-2 0,1-1 0,-2-3 0,-2-2 0,0-1 0,-2-5 0,-2 1 0,-3 1 0,-2 4 0,0 7 0,-1 8 0,-2 5 0,-1 1 0,0-1 0</inkml:trace>
  <inkml:trace contextRef="#ctx0" brushRef="#br0" timeOffset="3990">2890 436 11363,'-5'-9'0,"1"0"0,0 0 0,-1 0 0,-1 2 0,-1 0 0,-3 1 0,-2 0 0,-1 3 0,-2 2 0,-1 1 0,-2 0 0,2 1 0,2 4 0,0 2 0,1 3 0,2 2 0,0 3 0,4 1 0,1 1 0,3 1 0,2-2 0,1-1 0,0-2 0,1 0 0,2 0 0,3-1 0,3-2 0,5-1 0,0-6 0,3 1 0,-1-2 0,2-2 0,-3-2 0,4-1 0,-2-2 0,1-3 0,-5-1 0,-4-4 0,0 0 0,-2 0 0,3 4 0,-5 0 0,-3-1 0,0-2 0,-4 1 0,-2 0 0,-5 2 0,-8 1 0,-4-6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9:36.93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1 11571,'0'15'0,"0"2"0,2 7 0,2 5 0,-2 5 0,2 5 0,-2 1 0,-2-1 0,0 1 0,0-2 0,0-3 0,0-4 0,0-5 0,0-4 0,1-4 0,3-3 0,-2-8 0,5-3 0,-2-8 0,-4-3 0,3-7 0,-2 1 0,-2 0 0,4-2 0,1-1 0,-1-1 0,2 1 0,-3-5 0,4 1 0,1-1 0,-1 3 0,0 4 0,3 1 0,-1 1 0,2 3 0,-4 3 0,2 6 0,1 0 0,0 10 0,0 5 0,-2 3 0,-2 1 0,-1 4 0,-2-1 0,2 2 0,-2-2 0,-2 1 0,1-5 0,1-2 0,1-1 0,0-2 0,2 0 0,2 0 0</inkml:trace>
  <inkml:trace contextRef="#ctx0" brushRef="#br0" timeOffset="1591">396 384 11503,'0'-14'0,"0"1"0,0 0 0,0 0 0,-1 1 0,-2 2 0,-2 1 0,2-1 0,0-1 0,1 1 0,-4 3 0,-2 1 0,0 2 0,-6 4 0,1 0 0,1 1 0,2 3 0,1 7 0,-1 5 0,0 0 0,0 5 0,2-1 0,2 1 0,-2-5 0,3 1 0,2-2 0,2-2 0,2 0 0,4-1 0,3-3 0,4-3 0,1-6 0,2 0 0,3 0 0,-4-2 0,4-1 0,-3-3 0,-2-1 0,0-2 0,0-4 0,0 1 0,-1 2 0,-2 1 0,-2-1 0,-3 1 0,-2 5 0,-1 8 0,-2 7 0,0 2 0,0 0 0,0 0 0,0 0 0,1-1 0,4-3 0,-4 3 0,5-5 0</inkml:trace>
  <inkml:trace contextRef="#ctx0" brushRef="#br0" timeOffset="1826">554 238 11503,'-11'2'0,"0"1"0,4 3 0,1 1 0,3 3 0,2 2 0,-1 1 0,-1 0 0,-1 1 0,1 0 0,2 2 0,2 2 0,2-2 0,3-1 0,1-4 0,2 0 0,0-4 0,0-1 0,1-3 0,2-2 0,1-1 0,-1-1 0,-2-2 0,-3-3 0,0-1 0,-1-4 0,0 0 0,-1-2 0,-1-1 0,0 1 0,-1 0 0,-1 0 0,-2 0 0,0-1 0,-2 3 0,-1 3 0,-3 8 0,1 8 0,-1 5 0,3 3 0,1 2 0,2-1 0,0 1 0,0 1 0,0 1 0,0 4 0,0 1 0,0 3 0,0 1 0,0 3 0,0 0 0,0 2 0,0-2 0,0 1 0,-1-4 0,-4-1 0,-3-2 0,-4-1 0,-1-3 0,0-4 0,-1-4 0,0-2 0,-2-2 0,-2-2 0,0-3 0,1-2 0,-1-3 0,2-4 0,1-5 0,2-8 0,0-4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39:35.13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185 93 11496,'-1'-9'0,"-4"1"0,3 3 1,-7-4 1,4 5 0,-3-5 1,-3-1 0,1 3 0,0-1 0,2 1-2,3 0 1,-6 4-1,2-2-1,-2 4 0,-2 2 1,1 4-1,3 4 0,-1 2 0,5 2 0,2 2 0,2 3 0,-3-4 0,-1 4 0,2-3 0,2-2 0,1 0 0,1-1 0,2-2 0,2-1 0,5-6 0,-1 1 0,2-2 0,3-2 0,-1 0 0,0 0 0,0 0 0,0-6 0,1-2 0,-1 1 0,-4-5 0,-1 3 0,3-2 0,-6 2 0,1 2 0,0 1 0,-4-4 0,3 10 0,-5 0 0,0 5 0,0 9 0,0 0 0,0 4 0,0-2 0,0 4 0,0 1 0,0 0 0,0-1 0,0 3 0,0-1 0,0 2 0,0-1 0,0 1 0,-1-2 0,-3 1 0,2-4 0,-4 0 0,2-1 0,0 0 0,-5-1 0,3-4 0,0 1 0,0-1 0,-4-4 0,1-2 0,-3-1 0,-1-2 0,0-4 0,0 0 0,0 0 0,-1 0 0,1 0 0</inkml:trace>
  <inkml:trace contextRef="#ctx0" brushRef="#br0" timeOffset="318">1 370 11522,'8'5'0,"1"-1"0,1-1 0,2-2 0,1-1 0,-1 2 0,-2 1 0,-1 1 0,1-1 0,2-1 0,1-2 0,1 0 0</inkml:trace>
  <inkml:trace contextRef="#ctx0" brushRef="#br0" timeOffset="650">251 40 11522,'0'-13'0,"0"4"0,0 1 0,0 5 0,0 3 0,0 9 0,0 2 0,0 2 0,0 2 0,0 1 0,0 3 0,0 2 0,0-5 0,0 1 0,0-2 0,0-2 0,2 1 0,2-1 0,5 0 0,3-4 0,1-2 0,0-1 0,0-2 0,-1-5 0,-2-2 0,-1-1 0,-2-7 0,4 2 0,-4-4 0,-1-4 0,-2 2 0,-2-3 0,1 4 0,1 1 0,0-5 0,-4 0 0,0 2 0,0 2 0,-5 0 0,-3 1 0</inkml:trace>
  <inkml:trace contextRef="#ctx0" brushRef="#br0" timeOffset="1137">502 120 11522,'9'0'0,"0"0"0,-1 0 0,5 0 0,1 0 0,-6 0 0,0-2 0,-1-1 0,0-1 0,-2-2 0,4 2 0,1-5 0,-4 1 0,-2 0 0,-2-1 0,-2-4 0,-2 5 0,-2 4 0,-5 2 0,-3 2 0,-1 0 0,1 2 0,4 2 0,-4 4 0,3 5 0,-3 1 0,-1 4 0,6-3 0,1 2 0,2-2 0,-1-2 0,1 0 0,4 1 0,0-1 0,6-2 0,4 0 0,5-4 0,2-1 0,7-2 0,-4-4 0,4 0 0,2 0 0,-3-6 0,10-1 0,-7-6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0:32.01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54 119 11791,'-2'14'0,"-2"-1"0,2-4 0,-2 1 0,1 3 0,-1 3 0,2 8 0,-4-2 0,2 3 0,-1 1 0,0 2 0,2 1 0,-2 3 0,2 2 0,2-5 0,1 2 0,0-4 0,0-5 0,1 1 0,2-5 0,3-2 0,1-2 0,2 0 0,4-3 0,1-2 0,3-3 0,1-6 0,-2 0 0,-1 0 0,2 1 0,1 2 0,-1 2 0,2-2 0,-4-2 0,3-1 0,-4 0 0,0 0 0,-1 0 0</inkml:trace>
  <inkml:trace contextRef="#ctx0" brushRef="#br0" timeOffset="713">331 581 11694,'0'9'0,"0"0"0,0 1 0,0 2 0,0 1 0,1 0 0,2 2 0,1 2 0,1-2 0,-4 3 0,2-4 0,2-1 0,-1 1 0,-2-3 0,0 0 0,3-3 0,1-3 0,-2 4 0,-1-6 0,4-1 0,-1-4 0,-1-7 0,-5-7 0,0-2 0,0 0 0,0 4 0,0-2 0,0-2 0,-2-4 0,-1 3 0,-1 0 0,1 0 0,-3 1 0,2 5 0,-1 0 0,-1 0 0,5 0 0,-3-1 0,2 7 0,2 3 0,0 8 0,2-1 0,2 6 0,5 1 0,2-3 0,3 1 0,-1-1 0,0 0 0,0-2 0,0 2 0,1 0 0,-1 1 0,4-4 0,1 3 0,-2 1 0,-1-1 0,-2 0 0,0 4 0,-1-3 0,-3 3 0,1-4 0,-6 2 0,1 0 0,1-2 0,-6 5 0,0-3 0,-6 1 0,-7 0 0,-1-3 0,1-1 0,-2-1 0,-1-5 0,-1 0 0,1 0 0,1 0 0,2 0 0,0 0 0,-1 0 0,1 0 0</inkml:trace>
  <inkml:trace contextRef="#ctx0" brushRef="#br0" timeOffset="2261">951 647 11691,'0'13'0,"1"-1"0,2-2 0,3-2 0,1-3 0,4-2 0,0-1 0,2-2 0,1 0 0,-1 0 0,0-2 0,0-1 0,0-2 0,1-3 0,-3-1 0,-2-4 0,-3 0 0,-7 1 0,-2 2 0,-3 3 0,-2 1 0,-2 3 0,-2 2 0,-1 1 0,0 0 0,0 0 0,0 1 0,-1 3 0,3 5 0,0 3 0,3 3 0,-1 1 0,2 3 0,2 0 0,4 1 0,1-1 0,0 0 0,1-2 0,4-3 0,3-1 0,6-1 0,2-3 0,3-5 0,1-2 0,4-2 0,1 0 0,1-12 0,0-3 0</inkml:trace>
  <inkml:trace contextRef="#ctx0" brushRef="#br0" timeOffset="2567">1307 621 11691,'-13'0'0,"0"0"0,-1 0 0,1-2 0,0-1 0,0-1 0,0 1 0,1 3 0,3 4 0,5 5 0,4 3 0,4 1 0,-1-4 0,6 0 0,1 1 0,0-3 0,1 1 0,-3-1 0,3 0 0,0 2 0,3 3 0,-1-3 0,-6 2 0,-3-2 0,-2 3 0,-2-3 0,0-1 0,0 3 0,-6 0 0,-3 1 0,-2-2 0,-3-1 0,0-6 0,-2 2 0,-2-3 0,2 3 0,-3-4 0,1 4 0,2-5 0,1-5 0,2-2 0,0-6 0</inkml:trace>
  <inkml:trace contextRef="#ctx0" brushRef="#br0" timeOffset="2568">1386 278 11686,'-7'6'0,"2"2"0,4 4 0,1 1 0,0 2 0,0 3 0,0 4 0,1 4 0,4 5 0,4 4 0,2 3 0,2 0 0,-1-1 0,-2-2 0,-1 0 0,1-1 0,1-3 0,-1-5 0,-3-4 0,-1-4 0,-3-4 0,-1-1 0,-2-5 0,0-2 0</inkml:trace>
  <inkml:trace contextRef="#ctx0" brushRef="#br0" timeOffset="2973">1439 555 11686,'13'7'0,"0"-3"0,0-2 0,2-2 0,1 1 0,3 2 0,2 2 0,1 5 0,4-3 0</inkml:trace>
  <inkml:trace contextRef="#ctx0" brushRef="#br0" timeOffset="3427">1769 647 11686,'0'-13'0,"-2"6"0,-1 1 0,-1 0 0,-2 3 0,3-6 0,-1-1 0,-7 3 0,3-2 0,-4 6 0,-1-2 0,-1 4 0,1 1 0,0 1 0,0 4 0,1 2 0,2 6 0,1 2 0,-1 3 0,4-4 0,2 4 0,2-4 0,2 0 0,0-1 0,0 0 0,0 0 0,6-1 0,3-3 0,3-5 0,1-2 0,4-2 0,1-2 0,-2-2 0,-1-5 0,-2-1 0,0-1 0,0 3 0,0-3 0,-1 0 0,-2-1 0,-1 3 0,-4-1 0,3 5 0,-5 3 0,2 6 0,-4 3 0,-1 6 0,0 1 0,0-1 0,0 0 0,0 0 0,0 0 0,5-4 0,0 0 0,3 1 0,1-4 0,4 0 0</inkml:trace>
  <inkml:trace contextRef="#ctx0" brushRef="#br0" timeOffset="3428">1874 330 11686,'-12'14'0,"2"-1"0,1-1 0,1-2 0,-1-1 0,1 1 0,3 2 0,-6 5 0,4 1 0,0-2 0,2-1 0,-2 4 0,0 1 0</inkml:trace>
  <inkml:trace contextRef="#ctx0" brushRef="#br0" timeOffset="4439">2310 410 11611,'-5'-14'0,"-1"3"0,-1 2 0,-2 6 0,2 6 0,1 6 0,2 4 0,-1 3 0,2 3 0,2 2 0,1 2 0,1 2 0,2 1 0,2 1 0,-1-1 0,0 1 0,1-1 0,-2 0 0,0-1 0,0-3 0,1-4 0,-1-4 0,-2 0 0,1-3 0,1-3 0,3-7 0,-1-5 0,1-4 0,-1-2 0,-1-2 0,0-1 0,1-1 0,1-3 0,1 0 0,2 1 0,0 1 0,1 3 0,2 4 0,1 3 0,0 4 0,0 2 0,-1 4 0,-2 3 0,-1 4 0,1 1 0,1 2 0,-1 1 0,-3 3 0,-1 0 0,-3 0 0,-2-1 0,-1-1 0,0 1 0,0-2 0,-1-1 0,-3-2 0,-5-1 0,-3-3 0,-1-5 0,0-3 0,-1-1 0,1 0 0,0 0 0,0 0 0,0-1 0,-1-2 0,1-1 0,-6-13 0,-1 3 0</inkml:trace>
  <inkml:trace contextRef="#ctx0" brushRef="#br0" timeOffset="5670">2587 673 11532,'13'2'0,"0"2"0,-4-2 0,0 2 0,1-2 0,-3-8 0,0-3 0,-1-3 0,3-1 0,-3 0 0,0 0 0,0 0 0,2-1 0,-3 1 0,-1-2 0,1-2 0,-1-4 0,-1-1 0,-2 0 0,-1 0 0,0 0 0,0 0 0,-1-1 0,-2-2 0,-3 0 0,0 3 0,-1 5 0,0 2 0,-4 3 0,0 3 0,-2 6 0,-1 8 0,3 8 0,0 8 0,4 3 0,0 3 0,1 1 0,0 3 0,3 4 0,2 3 0,1 1 0,0 1 0,0 0 0,0-1 0,0 1 0,1-2 0,2-3 0,3-4 0,1-5 0,3-4 0,2-4 0,1-5 0,1-4 0,-1-5 0,6-2 0,1-2 0</inkml:trace>
  <inkml:trace contextRef="#ctx0" brushRef="#br0" timeOffset="6256">2877 621 11532,'-5'-9'0,"0"0"0,-3 0 0,-1 1 0,1 0 0,-1 2 0,-1 3 0,-2 2 0,-1 1 0,1 1 0,2 4 0,1 5 0,-1 5 0,-1 2 0,1 1 0,3-1 0,1 1 0,3 0 0,1 1 0,-2-5 0,0 4 0,2-3 0,5-2 0,0-4 0,6-2 0,1-1 0,2-3 0,3-2 0,1-1 0,1-1 0,-1-4 0,3 2 0,-1-5 0,-2-3 0,-1 0 0,-6-4 0,-1-1 0,1-2 0,-2 2 0,-2 1 0,-4 2 0,-1 0 0,0 0 0,0 0 0,-1 0 0,-4 1 0,-3 3 0,-4-3 0,-1 5 0</inkml:trace>
  <inkml:trace contextRef="#ctx0" brushRef="#br0" timeOffset="6257">3180 608 11508,'-9'-5'0,"1"1"0,0-2 0,-2 3 0,3-3 0,1-1 0,-4-2 0,1-4 0,1 4 0,0 0 0,-3-1 0,4 4 0,-2 2 0,-1 2 0,3 2 0,-1 2 0,1 2 0,0 5 0,2 3 0,-2 2 0,0 2 0,-1 2 0,5 4 0,-1-3 0,2 0 0,2 0 0,0 0 0,0-3 0,2 0 0,2-4 0,4 0 0,5-8 0,0-1 0,0-1 0,0-2 0,1 0 0,-1-2 0,0-2 0,5-4 0,-1-5 0,-2 0 0,-5 0 0,0 0 0,-4-1 0,0 1 0,0 0 0,-2 0 0,-4 0 0,0 0 0,0-1 0,0 8 0,-1 6 0,-3 8 0,1 5 0,-5 5 0,2 4 0,3 2 0,2 3 0,1-1 0,0 1 0,0-1 0,0 2 0,0 1 0,0 3 0,0 2 0,0-5 0,0 2 0,0-4 0,0-5 0,0 3 0,0-5 0,0 1 0,0-4 0,-6-2 0,-3-2 0,-2 0 0,-3 0 0</inkml:trace>
  <inkml:trace contextRef="#ctx0" brushRef="#br0" timeOffset="6477">2956 924 11508,'13'0'0,"0"0"0,2 0 0,1-1 0,2-2 0,-1-3 0,1 0 0,1-1 0,1-1 0,4 0 0,-1-1 0,1 1 0,-4 1 0,-1 1 0,-1-1 0,1 0 0,-4-2 0,4-4 0</inkml:trace>
  <inkml:trace contextRef="#ctx0" brushRef="#br0" timeOffset="6478">3233 594 11508,'-7'2'0,"2"2"0,4 5 0,1 3 0,0 1 0,1 0 0,2 0 0,3 0 0,1 1 0,4-1 0,0 0 0,3-1 0,-1-2 0,0-3 0,0-1 0,0-3 0,0-1 0,1-4 0,-1-2 0,0-5 0,0-3 0,-1-1 0,-2 0 0,-2 0 0,-3-2 0,0-1 0,-1-2 0,1 2 0,-2 2 0,-2 0 0,-1 1 0,-6 0 0,-3 0 0,-8 5 0,-4 3 0</inkml:trace>
  <inkml:trace contextRef="#ctx0" brushRef="#br0" timeOffset="7316">3470 621 11508,'9'0'0,"0"0"0,0 4 0,4 1 0,0-3 0,0 0 0,1-2 0,-1 0 0,0-2 0,0 0 0,0-4 0,1-2 0,-1-2 0,-2-2 0,0 1 0,-4 0 0,-1 3 0,-5-1 0,-4 1 0,-5 4 0,-4 3 0,-1 2 0,0 3 0,-1 5 0,1 3 0,0 3 0,0 1 0,0 1 0,1-1 0,2-1 0,2-2 0,2 2 0,3 1 0,2 2 0,1-2 0,0-2 0,1 0 0,4-1 0,4-1 0,2-4 0,3-3 0,3-4 0,2-1 0,0 0 0,0 0 0,5-6 0,-4-1 0,7-6 0</inkml:trace>
  <inkml:trace contextRef="#ctx0" brushRef="#br0" timeOffset="7789">3932 555 11508,'-6'-8'0,"-3"3"0,-2 0 0,-2 1 0,-1 1 0,1 1 0,0 2 0,0 2 0,0 2 0,-1 4 0,3 0 0,0 1 0,3 1 0,-1 2 0,0 1 0,2 1 0,-1-1 0,3 0 0,-1 0 0,3 0 0,1 0 0,4-1 0,2-3 0,5-5 0,3-2 0,1-2 0,0 0 0,0-2 0,2-2 0,1-5 0,2-3 0,-2 1 0,-2 0 0,0 3 0,-1-1 0,0 2 0,0 2 0,0 4 0,-5 7 0,-2 2 0,-1 4 0,-3 1 0,2 0 0,-2 1 0,4-1 0,2 0 0,4-6 0,1 5 0,0-5 0</inkml:trace>
  <inkml:trace contextRef="#ctx0" brushRef="#br0" timeOffset="9110">4288 462 11432,'-6'-7'0,"-2"3"0,-6 1 0,-2 0 0,-1-2 0,1 1 0,1 0 0,2-1 0,0 2 0,-1 3 0,1 3 0,1 3 0,4 1 0,-4 2 0,5 6 0,-1 2 0,4 5 0,2-1 0,2-1 0,0 1 0,0-2 0,0 2 0,0-2 0,2 0 0,2-5 0,5-3 0,3-6 0,1 0 0,0-2 0,2-3 0,1-6 0,3-4 0,0-6 0,0-3 0,-3-5 0,-1-1 0,-2-1 0,0-2 0,1-1 0,-1-4 0,-2 1 0,-2-2 0,-4 1 0,-4-4 0,-1-1 0,-1-3 0,-4 0 0,-4 0 0,-4 3 0,-3 1 0,-1 5 0,0 7 0,3 10 0,1 2 0,-1 6 0</inkml:trace>
  <inkml:trace contextRef="#ctx0" brushRef="#br0" timeOffset="9111">4552 621 11440,'-9'-5'0,"1"1"0,3-2 0,-4 2 0,5 2 0,-3-4 0,-1 2 0,2-2 0,1-1 0,-6-1 0,4-2 0,-2 1 0,0-1 0,1 4 0,-6 2 0,1 2 0,0 2 0,0 0 0,0 0 0,4 11 0,2 2 0,-1 1 0,1 1 0,4-2 0,-1 1 0,2-1 0,2 0 0,0 0 0,2 0 0,2-1 0,5-3 0,0-3 0,2-5 0,4 2 0,0 1 0,-1-1 0,1-7 0,1-3 0,2-1 0,-1-3 0,-4 2 0,1-3 0,-1-1 0,-4 0 0,-2 0 0,-1-1 0,-3 1 0,-2 0 0,-7 0 0,-1 0 0</inkml:trace>
  <inkml:trace contextRef="#ctx0" brushRef="#br0" timeOffset="9674">4658 608 11440,'-9'0'0,"0"1"0,-1 3 0,4-2 0,0-2 0,6-7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3:12.98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215 435 11939,'-11'9'0,"-1"2"0,0-1 0,-2 9 0,-3 2 0,-1 0 0,-1 2 0,-4 1 0,2 2 0,2 0 0,2 2 0,7-2 0,1-1 0,2-3 0,4 0 0,0-7 0,6-1 0,5-2 0,3-1 0,4-4 0,4-3 0,3-3 0,1-1 0,0 0 0,1 0 0,3 0 0,-3-1 0,2-1 0,-3-4 0,-4 0 0,3-2 0,-4-3 0</inkml:trace>
  <inkml:trace contextRef="#ctx0" brushRef="#br0" timeOffset="330">78 652 11957,'5'7'0,"3"-4"0,2-1 0,1-2 0,1 0 0,-1 0 0,1-2 0,-1-1 0,6-4 0,0-4 0</inkml:trace>
  <inkml:trace contextRef="#ctx0" brushRef="#br0" timeOffset="531">147 435 11957,'5'-7'0,"1"-1"0,6 4 0,-1 0 0,0-1 0,2 4 0,2-3 0,4 2 0,3 2 0,5 0 0,-1 0 0,1 0 0,1 0 0,1 6 0,6 0 0,-1 5 0</inkml:trace>
  <inkml:trace contextRef="#ctx0" brushRef="#br0" timeOffset="967">490 629 12008,'-8'0'0,"1"0"0,-2 0 0,2 0 0,0 0 0,-2 0 0,2 0 0,0 0 0,-2 0 0,-1 0 0,-2 0 0,2 2 0,1 0 0,2 2 0,0 5 0,-2-3 0,3 2 0,1-1 0,1 1 0,4 4 0,1-1 0,3-1 0,4-2 0,2-4 0,5 1 0,1 0 0,-1 0 0,1 0 0,-3 3 0,2-3 0,-2 1 0,-2 3 0,0-3 0,-4 2 0,-3 1 0,-3 1 0,-1-2 0,-1-1 0,-3 2 0,-3 1 0,-5-2 0,-2-2 0,-2-1 0,-2-2 0,3 2 0,-3-1 0,1-2 0,3 0 0,3-4 0,2 0 0,3-3 0,0-2 0,-2-5 0,1-6 0</inkml:trace>
  <inkml:trace contextRef="#ctx0" brushRef="#br0" timeOffset="1214">707 275 11834,'0'11'0,"0"6"0,0 3 0,0 7 0,0 7 0,0 5 0,0 7 0,0 0 0,0 0 0,0-4 0,0-2 0,0-2 0,0-5 0,0-3 0,0-9 0,0-2 0,0-3 0,5-4 0,2 0 0</inkml:trace>
  <inkml:trace contextRef="#ctx0" brushRef="#br0" timeOffset="1381">696 572 11834,'11'0'0,"1"0"0,-1 0 0,1 0 0,-1 0 0,0 0 0,1 0 0,-1 0 0,1 0 0,-1 0 0,2 0 0,2 0 0,-2 5 0,3 2 0</inkml:trace>
  <inkml:trace contextRef="#ctx0" brushRef="#br0" timeOffset="1665">879 687 11834,'0'11'0,"0"0"0,0 1 0,0-1 0,0 1 0,0-1 0,0-3 0,0-1 0,0 2 0,0-2 0,0 0 0,0 2 0,0-4 0,0-1 0,0-8 0,0-3 0,0-5 0,0-2 0,0-2 0,0-2 0,1-1 0,2-4 0,2 1 0,1 3 0,2-2 0,3 3 0,2-1 0,2 0 0,-2 5 0,3-2 0,0 4 0,-1 0 0,5 1 0,-2-1 0</inkml:trace>
  <inkml:trace contextRef="#ctx0" brushRef="#br0" timeOffset="1948">1085 595 11834,'-7'5'0,"1"-4"0,4 4 0,-2 0 0,0 2 0,4 4 0,0 1 0,0-1 0,0 4 0,0 2 0,0-1 0,0 1 0,0-2 0,1-3 0,3-1 0,4 1 0,2-2 0,3-3 0,0-2 0,3 1 0,0-5 0,-2 1 0,3-4 0,1-6 0,-4-2 0,1-3 0,-2-1 0,-2-1 0,0-4 0,0 4 0,-4 0 0,-3-2 0,-3 4 0,-1-2 0,0-3 0,0 0 0</inkml:trace>
  <inkml:trace contextRef="#ctx0" brushRef="#br0" timeOffset="2266">1428 595 11834,'-5'-6'0,"-3"2"0,-2 3 0,-5 7 0,-2 4 0,1 4 0,-1 0 0,1 4 0,2 1 0,-1 3 0,1 0 0,6-3 0,4-1 0,3-1 0,1-3 0,5-2 0,3-1 0,3-4 0,4-3 0,3-3 0,5-1 0,0-1 0,0-3 0,0 3 0,-1-14 0,1 2 0</inkml:trace>
  <inkml:trace contextRef="#ctx0" brushRef="#br0" timeOffset="2498">1588 172 11834,'-10'1'0,"1"3"0,2 3 0,4 4 0,-1 3 0,2 5 0,-2 7 0,3 7 0,-3 5 0,2 6 0,2 4 0,2-2 0,0 1 0,3-5 0,2-3 0,-3-2 0,2-6 0,0-6 0,1-5 0,-5 1 0,2-6 0,-3-1 0,-1-6 0,5-3 0,2-5 0</inkml:trace>
  <inkml:trace contextRef="#ctx0" brushRef="#br0" timeOffset="2681">1520 492 11834,'11'0'0,"0"4"0,1 0 0,1-2 0,2-1 0,1-1 0,5 0 0,-2 2 0,1 2 0,2-3 0,-1 4 0,0-1 0,-2 0 0,0-1 0,4-3 0</inkml:trace>
  <inkml:trace contextRef="#ctx0" brushRef="#br0" timeOffset="2914">1771 538 11834,'-5'6'0,"0"4"0,-4-2 0,2 2 0,-1 2 0,-2-1 0,2 0 0,2 1 0,3-1 0,-1 1 0,2-1 0,4 1 0,4-1 0,0 1 0,2-5 0,3 1 0,2 1 0,2 1 0,-1-4 0,4-2 0,-1-3 0,1-1 0,-2 0 0,1 0 0,1 0 0,0 0 0,-4-5 0,1-2 0,-2-5 0,-2-3 0,1 1 0,-2-4 0,-2 0 0,-5 0 0,0 3 0,-1-3 0,2 1 0,-1-1 0,-3 4 0,-4-1 0,-4 2 0,-2 1 0,-1 1 0,-6 0 0,-1-1 0</inkml:trace>
  <inkml:trace contextRef="#ctx0" brushRef="#br0" timeOffset="3350">2012 549 11973,'-7'1'0,"3"3"0,3-1 0,2 4 0,3 2 0,3 2 0,4 0 0,0 0 0,0 1 0,-3-2 0,0-2 0,-4-2 0,4-2 0,-6-3 0,3 3 0,-5-8 0,0-4 0,0-2 0,0-1 0,1-2 0,2-1 0,1-1 0,1-2 0,-3 3 0,4-1 0,0 1 0,2 1 0,3 3 0,0 1 0,1 2 0,-1 4 0,2-1 0,1 3 0,1 1 0,0 5 0,2 2 0,1 4 0</inkml:trace>
  <inkml:trace contextRef="#ctx0" brushRef="#br0" timeOffset="3731">2389 606 11973,'-4'-11'0,"0"0"0,2-1 0,-3 1 0,0-1 0,-2 1 0,0-1 0,-5 1 0,1 1 0,-1 2 0,1 3 0,-2 5 0,-1 0 0,-1 0 0,0 1 0,2 3 0,-1 4 0,-1 2 0,0 5 0,4 0 0,3 1 0,0 0 0,5-3 0,0 2 0,1-2 0,2-2 0,2-1 0,1-1 0,5-2 0,2-2 0,5 2 0,2-3 0,-1-1 0,1-2 0,2-1 0,-2 0 0,-1-1 0,1-3 0,2 1 0,-4-3 0,-1 1 0,-1 0 0,-2 1 0,-5 3 0,-2-4 0,-6 6 0,-2 3 0,-4-2 0,3 6 0,-1 1 0,3 1 0,-7 2 0,4-1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3:25.64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183 395 11353,'-15'0'0,"0"0"0,1 0 0,1 0 0,0 1 0,-1 3 0,-1 3 0,1 3 0,1 2 0,2 1 0,0 2 0,-1 3 0,2 1 0,2 0 0,4 0 0,3-1 0,1-3 0,1-2 0,3-3 0,4-3 0,2-1 0,3-3 0,1 1 0,2-1 0,1-3 0,1-4 0,-2-4 0,2-2 0,-2-1 0,2-2 0,-1-2 0,-1-4 0,-2-2 0,-1 1 0,-2 0 0,1-3 0,-2-3 0,-2 1 0,-5-1 0,-1 0 0,-2-3 0,-2-3 0,-1-1 0,-5-3 0,-2 0 0,-2 2 0,1 2 0,0 2 0,-1 4 0,1-2 0</inkml:trace>
  <inkml:trace contextRef="#ctx0" brushRef="#br0" timeOffset="815">504 463 11291,'-2'-10'0,"0"1"0,-3 2 0,-2-1 0,0 0 0,-1 2 0,0 1 0,0 1 0,-3 0 0,0 0 0,0 2 0,-1 1 0,-3 1 0,0 1 0,1 3 0,1 3 0,1 3 0,0 2 0,-2-1 0,-2 1 0,1 1 0,5 0 0,1 3 0,2-2 0,4 2 0,-1 0 0,3-3 0,2 0 0,3-3 0,5-2 0,4-4 0,2-3 0,0-2 0,2-3 0,0-2 0,1-2 0,-1 0 0,-2 1 0,0-1 0,-1 1 0,-1-1 0,-2 0 0,1 2 0,-1 0 0,1 0 0,-1 1 0,-1 4 1,-2 4-1,-4 4 0,-3 3 0,-1 2 0,1-1 0,2 1 0,2-1 0,1-1 0,2-1 0,0-2 0,-1-2 0,-3-1 0,4-4 0,-1 0 0,5 0 0</inkml:trace>
  <inkml:trace contextRef="#ctx0" brushRef="#br0" timeOffset="816">652 63 11356,'7'-18'0,"-4"3"0,-1 2 0,-1 3 0,2 4 0,2 6 0,0 7 0,1 8 0,-1 7 0,0 5 0,-1 2 0,0 4 0,1 3 0,0 2 0,1-1 0,0-3 0,0-2 0,-1-2 0,0 2 0,-2 0 0,-1-2 0,1-4 0,0-5 0,0-3 0,-2-1 0,-1-3 0,-5-2 0,-6 0 0,-7-1 0</inkml:trace>
  <inkml:trace contextRef="#ctx0" brushRef="#br0" timeOffset="817">664 395 11356,'11'0'0,"1"0"0,-1 0 0,1-2 0,-1 0 0,2-2 0,1 1 0,2 2 0,2 1 0,2-1 0,1-2 0,-1 0 0,0 0 0,2 2 0,0 1 0,3 0 0,-7 0 0</inkml:trace>
  <inkml:trace contextRef="#ctx0" brushRef="#br0" timeOffset="818">1087 463 11356,'0'-11'0,"0"-1"0,-1 2 0,-2 1 0,-2 3 0,-1 1 0,-3 1 0,-1 0 0,-2 0 0,1 2 0,-1 1 0,0 1 0,-2 0 0,-2 1 0,3 3 0,0 3 0,1 5 0,1 2 0,-1 2 0,2 1 0,3-1 0,3 0 0,3-1 0,1 0 0,0-1 0,1-3 0,3-2 0,5-2 0,3-2 0,5-3 0,1 0 0,1-2 0,0 0 0,-1-2 0,-2-1 0,-2-5 0,-1-2 0,-2-2 0,-1 1 0,-1-1 0,-2 1 0,-2 0 0,-1-2 0,-4-2 0,-6 2 0,0-4 0</inkml:trace>
  <inkml:trace contextRef="#ctx0" brushRef="#br0" timeOffset="819">1224 360 11340,'-6'-5'0,"-3"3"0,4-5 0,-1 2 0,-3 3 0,2 0 0,0 2 0,-2 0 0,-1 0 0,-2 0 0,1 0 0,1 2 0,1 0 0,2 3 0,2 2 0,2-4 0,4 4 0,3-2 0,2 0 0,5-2 0,2 0 0,2 0 0,-1 2 0,4 0 0,0 1 0,0 2 0,1 0 0,0-1 0,-1 1 0,-1 0 0,0-1 0,0 2 0,-3 1 0,-3 2 0,-2-1 0,-3 1 0,-1-1 0,-2 0 0,-3 0 0,-4-2 0,-4-3 0,-3-1 0,-3-3 0,-3 0 0,1-1 0,-2 2 0,2 0 0,-2 0 0,0-2 0,-1-1 0,1 0 0,-3-5 0,3-1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3:22.20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228 319 11406,'-11'0'0,"-1"0"0,1 0 0,-1 0 0,1 0 0,0 0 0,-1 0 0,-1 1 0,-1 1 0,-1 4 0,1-1 0,2 1 0,0-1 0,1 1 0,-1-1 0,1 2 0,1-1 0,1 2 0,2-1 0,2 1 0,3 1 0,2 1 0,5 0 0,5-2 0,5-3 0,3 0 0,-3-2 0,4 3 0,3 0 0,3 1 0,0 0 0,0 5 0,-3 1 0,-3 2 0,0-1 0,2 4 0,0-1 0,-2 1 0,-5-3 0,0 3 0,-4 0 0,-3 0 0,-4-4 0,1 1 0,-3-2 0,-1-2 0,-1-1 0,-3-2 0,-4-3 0,-2 0 0,-1-4 0,-2 3 0,-1-3 0,-2-1 0,-1-1 0,-1-1 0,2-3 0,-2 0 0,0-2 0,-1 1 0,0-3 0,1-1 0,2 0 0,2 1 0,0 1 0,-2-1 0,9-6 0,-3-3 0</inkml:trace>
  <inkml:trace contextRef="#ctx0" brushRef="#br0" timeOffset="210">571 525 11360,'0'-12'0,"-1"2"0,-1 1 0,-3 3 0,-2-1 0,-2 2 0,-1 0 0,-1 3 0,-1 0 0,1 2 0,-1 2 0,1 1 0,0 4 0,-1 4 0,2 1 0,2-1 0,-1 4 0,4 1 0,0-1 0,0 1 0,1-3 0,4 2 0,2-2 0,1-1 0,4-1 0,4-1 0,2-2 0,2-4 0,-1-3 0,5-1 0,0 0 0,-1 0 0,2-5 0,-4-3 0,-2-2 0,-2-1 0,-4-1 0,-2 1 0,-1-1 0,-2 1 0,-2-1 0,-1 1 0,0-1 0,0 6 0,-5-4 0,-1 4 0</inkml:trace>
  <inkml:trace contextRef="#ctx0" brushRef="#br0" timeOffset="211">709 490 11360,'0'12'0,"0"-1"0,1-5 0,3-2 0,3-2 0,0-8 0,0 0 0,2-2 0,2 1 0,0-5 0,0-4 0,2-1 0,1 0 0,1-1 0,-1-3 0,-1 0 0,-3-2 0,-1 0 0,-3-1 0,0-3 0,-4-3 0,-1-3 0,-1-2 0,0 1 0,0 1 0,0 2 0,0 6 0,-1 5 0,-1 4 0,-4 5 0,0 3 0,-1 6 0,-2 4 0,0 9 0,-3 5 0,1 8 0,-3 4 0,1 5 0,0 3 0,2 3 0,0 1 0,0 0 0,2 0 0,3-1 0,1-2 0,2-1 0,3-3 0,4-3 0,4-3 0,2 0 0,3-5 0,2-4 0,3-4 0,5-2 0</inkml:trace>
  <inkml:trace contextRef="#ctx0" brushRef="#br0" timeOffset="444">1063 490 11360,'-5'-11'0,"4"3"0,-3 1 0,3-2 0,0 4 0,-2-1 0,-1 1 0,-3 3 0,2-5 0,-2 2 0,0 2 0,-5 4 0,1 3 0,1 2 0,1 5 0,1 2 0,-1 2 0,3-2 0,-1 4 0,1-2 0,0 0 0,3 0 0,-1-3 0,3-1 0,1 1 0,5-2 0,3-1 0,2-3 0,1-1 0,1-1 0,1-4 0,1 0 0,1 0 0,0-1 0,-3-3 0,-1-4 0,0-2 0,0-1 0,-2-1 0,-3 1 0,-1-1 0,-1 1 0,-4 0 0,0-1 0,0 1 0,0-1 0,0 1 0,-10-1 0,-3 1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3:55.73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235 362 12671,'0'-9'0,"0"-1"0,0 0 0,-1 0 0,-1 2 0,0 0 0,-2-1 0,-1-1 0,1 0 0,-1 0 0,-3 4 0,0 1 0,0-1 0,-2 1 0,-2 1 0,0 1 0,-2 1 0,2 1 0,-1 2 0,0 1 0,1 4 0,-2 2 0,2 2 0,1 3 0,0 2 0,0 2 0,3 0 0,1 1 0,2 0 0,1-2 0,2 0 0,-1-1 0,2-2 0,3-2 0,3-4 0,2-1 0,1-4 0,4-1 0,2-2 0,2-2 0,2-5 0,2-4 0,-2-4 0,2-2 0,0 0 0,-1-4 0,-4 2 0,-1-2 0,-1-1 0,-3 1 0,-1-5 0,-2 1 0,-5 0 0,-1-1 0,-2 4 0,-1 0 0,-4 2 0,-1-1 0,-1 5 0,1 2 0,-1 4 0,0 2 0,0 5 0,0 0 0</inkml:trace>
  <inkml:trace contextRef="#ctx0" brushRef="#br0" timeOffset="213">432 354 12604,'-3'-8'0,"0"0"0,-2 0 0,0 0 0,0 1 0,-1 1 0,0 2 0,-1 0 0,0 3 0,-2 0 0,-1 1 0,-1 1 0,0 1 0,-2 4 0,2 1 0,0 3 0,1 1 0,1 1 0,1 0 0,1-1 0,1 1 0,2-3 0,0 0 0,3-1 0,1-1 0,2-1 0,4-2 0,1 0 0,3-3 0,1-2 0,1-3 0,0 0 0,-1-1 0,2-1 0,-2 1 0,1-1 0,-1 0 0,1 0 0,-3 1 0,0 2 0,-1 0 0,0 1 0,0-1 0,0 1 0,-2 2 0,1 2 0,-3 2 0,0 0 0,0 2 0,-1 1 0,-1 1 0,-1 0 0,0 0 0,1-1 0,1 1 0,1-1 0,3-1 0,-1 1 0,2-3 0</inkml:trace>
  <inkml:trace contextRef="#ctx0" brushRef="#br0" timeOffset="214">534 0 12834,'0'8'0,"0"0"0,0 1 0,0 0 0,1 3 0,0 1 0,2 3 0,-1 2 0,-1 2 0,2 2 0,1 0 0,2 3 0,-1 0 0,0 1 0,0-3 0,1-2 0,0-1 0,1-1 0,1 0 0,-1-2 0,-1-3 0,-2-4 0,0-1 0,-2-1 0,1 0 0,-1 0 0,-2-4 0,-5 0 0</inkml:trace>
  <inkml:trace contextRef="#ctx0" brushRef="#br0" timeOffset="215">510 244 12834,'5'-3'0,"0"0"0,-1-2 0,1 0 0,1 0 0,1 1 0,4-1 0,1 2 0,2-1 0,1 2 0,2 2 0,-1 0 0,1 0 0,-2 0 0,1 2 0,0 2 0,-1 0 0,-1 1 0,-1 0 0,-4 5 0,3-1 0</inkml:trace>
  <inkml:trace contextRef="#ctx0" brushRef="#br0" timeOffset="1545">840 307 12722,'-8'-1'0,"0"-1"0,0-1 0,1 2 0,-1-3 0,0 2 0,0 0 0,0 1 0,0 2 0,1 1 0,-1 3 0,0 3 0,0 0 0,1-1 0,1 1 0,1 0 0,3 0 0,-1 0 0,2 0 0,1 0 0,1-2 0,2 0 0,-1 0 0,3-4 0,1 0 0,1-1 0,1-1 0,0 0 0,0 0 0,-1 0 0,-1 0 0,-1 0 0,1 0 0,1 0 0,1-1 0,0-1 0,-1 0 0,1 0 0,0 1 0,0 1 0,0 0 0,0 0 0,0 1 0,-1 2 0,1 2 0,0 2 0,0 1 0,0 0 0,-1-1 0,-2 1 0,6 0 0,-3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3:52.04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9 456 12749,'-5'0'0,"2"1"0,3 1 0,1 0 0,1 3 0,2 1 0,2 0 0,-1 1 0,1-2 0,-2-3 0,2 4 0,0 0 0,-2-3 0,1 0 0,-2-3 0,2-3 0,-3-4 0,1-4 0,-2-1 0,-1-2 0,-3-5 0,0-1 0,2-1 0,0 1 0,-2-1 0,0-3 0,2 0 0,0 1 0,2 0 0,1 2 0,4 4 0,4 3 0,2 0 0,4 4 0,1 3 0,1 4 0,-1 2 0,4 1 0,1 1 0,1 1 0,-2 4 0,0 3 0,0 3 0,-1 0 0,1-2 0,-2 3 0,3-3 0,-2 1 0</inkml:trace>
  <inkml:trace contextRef="#ctx0" brushRef="#br0" timeOffset="664">378 220 12771,'0'8'0,"0"0"0,-1 1 0,-1 0 0,-1 2 0,2-2 0,0 4 0,1-1 0,0 1 0,0 0 0,0-1 0,0 2 0,0-2 0,0 0 0,1-2 0,1-2 0,4 0 0,-2-4 0,1-1 0,-1-6 0,2-2 0,-4-2 0,-1-2 0,-1 0 0,0-2 0,0 2 0,0-4 0,0 1 0,-1-1 0,-1 0 0,-2 1 0,-2-2 0,1 2 0,-1 0 0,0-1 0,0 2 0,1-1 0,2 1 0,-3 1 0,1 2 0,1 0 0,-3 0 0,6 4 0,0 1 0,5 6 0,0 1 0,2 0 0,1 3 0,1-2 0,1 0 0,1 0 0,0 0 0,2 2 0,-1 0 0,-1-2 0,0-3 0,-1 4 0,2-1 0,-2-1 0,0 3 0,-1-2 0,0 2 0,-3 1 0,-1 0 0,0 0 0,-3-1 0,-2-1 0,-3-1 0,0 1 0,-1-1 0,-3-1 0,0 0 0,0-3 0,0 1 0,0 0 0,0 1 0,1-2 0,-1 0 0,0-1 0,0 0 0</inkml:trace>
  <inkml:trace contextRef="#ctx0" brushRef="#br0" timeOffset="2292">982 63 12608,'0'-8'0,"0"0"0,0 1 0,0-1 0,0 0 0,-3 0 0,-3 1 0,-3 2 0,-2 2 0,-1 2 0,-2 1 0,-1 1 0,-1 2 0,0 2 0,1 2 0,1 1 0,1 0 0,0 0 0,1 0 0,3 2 0,2 0 0,2 0 0,2-1 0,1-1 0,1-1 0,2 1 0,2 0 0,3 0 0,2 0 0,4-1 0,1-1 0,3-1 0,1 0 0,1 1 0,1-1 0,-1 0 0,-1 0 0,0 1 0,-2-1 0,-1 0 0,-2 0 0,-1 0 0,-1 1 0,-1-1 0,-2 0 0,-2 3 0,-5 0 0,-5-1 0,-3-1 0,-3-1 0,0-3 0,-3 1 0,1 0 0,-1 0 0,0-1 0,0-2 0,1 0 0,-1 0 0,3-1 0,0-1 0,2-3 0,2 0 0,-1-1 0,0-3 0,0 2 0,0-5 0</inkml:trace>
  <inkml:trace contextRef="#ctx0" brushRef="#br0" timeOffset="2522">1092 157 12712,'0'8'0,"0"0"0,0 0 0,0 0 0,1 0 0,1-1 0,1 1 0,1 0 0,0 0 0,0 0 0,0-1 0,0-1 0,0-2 0,0 1 0,2-2 0,1 1 0,1-3 0,0 0 0,0-1 0</inkml:trace>
  <inkml:trace contextRef="#ctx0" brushRef="#br0" timeOffset="2523">1116 71 12712,'-7'-5'0,"1"0"0,1 1 0,-2 1 0,2 0 0,3 3 0,4 3 0,4 1 0,2 1 0,0 3 0</inkml:trace>
  <inkml:trace contextRef="#ctx0" brushRef="#br0" timeOffset="2524">1273 150 12712,'0'7'0,"0"1"0,0 0 0,0 0 0,0 0 0,0 0 0,0-1 0,0 1 0,0 0 0,0 0 0,0-2 0,0-3 0,0-6 0,0-3 0,0-2 0,0 0 0,0 0 0,1-2 0,1-1 0,1-1 0,1 1 0,-1 1 0,2 2 0,1 0 0,-2 0 0,3 0 0,-2 1 0,2 2 0,1 1 0,0 4 0,0 0 0,0 0 0,-1 5 0,0 2 0,-1 3 0,0 2 0,-1 2 0,2 0 0,-1 0 0,-1-1 0,-2 0 0,1 1 0,1-2 0,-1-1 0,-2 0 0,1-4 0,-3 1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4:04.33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1 346 11336,'2'5'0,"1"1"0,0 2 0,-1 2 0,1 0 0,-1 1 0,-1 0 0,-1 1 0,0 1 0,0 1 0,2-2 0,1 0 0,-1-1 0,-2 1 0,1-3 0,2-1 0,2-3 0,1-3 0,-1-4 0,-2-3 0,1-5 0,1-3 0</inkml:trace>
  <inkml:trace contextRef="#ctx0" brushRef="#br0" timeOffset="1">32 189 11352,'-5'0'7,"0"0"0,2 0 1,-2 0-8,3 0 0,-1 3 0,3 2 0</inkml:trace>
  <inkml:trace contextRef="#ctx0" brushRef="#br0" timeOffset="2">158 432 11377,'-1'11'0,"-1"-1"0,0 0 0,-1-2 0,0-2 0,0-2 0,-1-1 0,1-4 0,0-2 0,3-5 0,0 0 0,0 0 0,0-2 0,0-2 0,0 1 0,0 0 0,3-3 0,0 1 0,1 0 0,-1 0 0,3 3 0,-3-3 0,2 2 0,1 2 0,1 0 0,0 2 0,1 2 0,0 2 0,0 2 0,0 2 0,0 2 0,0 2 0,-3 5 0,0 3 0,1 2 0,1 1 0,-2 0 0,0-1 0,-1 1 0,0 0 0,-1-1 0,-1-2 0,-1-2 0,0-1 0,0 1 0,2-1 0,-1-2 0,2-3 0,0-2 0</inkml:trace>
  <inkml:trace contextRef="#ctx0" brushRef="#br0" timeOffset="204">417 307 11380,'0'8'0,"0"-3"0,0 0 0,0 1 0,4-2 0,1-2 0,2-1 0,1-1 0,-1 0 0,1 0 0,0-3 0,0-3 0,0 0 0,0-2 0,0-3 0,-1 0 0,-1-1 0,-1-2 0,-1-1 0,2-1 0,-1 0 0,-2 1 0,0-4 0,-3 0 0,-1 0 0,-2 0 0,-1-3 0,-4 2 0,0 0 0,0 2 0,0 2 0,-2 3 0,0 3 0,0 4 0,1 3 0,2 3 0,1 5 0,1 5 0,1 4 0,-2 9 0,4 2 0,1 2 0,1 5 0,0 3 0,0 2 0,0 1 0,3 1 0,2-4 0,0 1 0,0 1 0,0 1 0,2-3 0,0-2 0,-2-4 0,-3-3 0,0 0 0,-1-2 0,-1 0 0,0-3 0,-1-1 0,-1-1 0,-4-2 0,-3 2 0,-2-4 0,2-2 0,0-4 0,-2-1 0,0-1 0,-1-2 0,-2-2 0,2-2 0,-1-2 0,2-2 0,2-5 0,0-4 0,2-3 0,2-1 0,1-7 0,4-1 0</inkml:trace>
  <inkml:trace contextRef="#ctx0" brushRef="#br0" timeOffset="205">676 377 11285,'0'-7'0,"0"-1"0,0 0 0,0 0 0,-1 0 0,0 0 0,-3 1 0,0-1 0,-1 0 0,-3 0 0,-1 1 0,-2 2 0,0 1 0,-3 4 0,1 1 0,-1 2 1,2 2 0,0 5 0,0 4 0,3 1-1,0 4 0,5-2 0,1 3 1,2-1-1,1-2 0,1-2 1,2-3-1,2-1 0,3-2 1,2-2-1,3-3 0,2 0 1,1-2-1,0-2 0,-2-3 0,0-2 1,-1-2-1,-2-1 0,-2-1 1,-3 0-1,-4-3 0,-1 0 0,-1 2 0,0-1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4:00.75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87 48 11442,'0'-8'0,"0"0"0,0 0 0,0 0 0,0 1 0,0 2 0,-1 2 0,0 4 0,-2 2 0,1 5 0,-2 1 0,0 4 0,-2 1 0,1 1 0,0 4 0,-2 3 0,1 3 0,0 4 0,1 4 0,-3 3 0,1 1 0,2 3 0,-1 5 0,3-2 0,2 1 0,0-3 0,1-3 0,1-4 0,1-4 0,4-4 0,4-6 0,2-5 0,1-4 0,1-3 0,1-3 0,1-2 0,0 0 0,0 0 0,2-3 0,-1 0 0,0-4 0,-3 0 0,0-2 0,-3-1 0,0-1 0,-2 0 0,2 0 0</inkml:trace>
  <inkml:trace contextRef="#ctx0" brushRef="#br0" timeOffset="244">236 527 11347,'-4'-2'0,"1"2"0,3 4 0,0 2 0,0 2 0,2-1 0,1 2 0,-1 2 0,1 2 0,1 1 0,-1 0 0,1-1 0,-2 1 0,1 1 0,0 2 0,1 0 0,-1-3 0,0-1 0,-1-2 0,1 0 0,-1-1 0,-1-1 0,0-2 0,0-3 0,2-4 0,-1-5 0,-1-4 0,-1-1 0,-4-4 0,0 1 0</inkml:trace>
  <inkml:trace contextRef="#ctx0" brushRef="#br0" timeOffset="245">252 550 11349,'-8'0'23,"4"-3"-20,0 2 1,5-2-4,2 3 1,1 0 0,4 0-1,0 0 0,0 0 0,1 2 0,0 1 0,3-1 0,0 2 0,-2-2 0,2 3 0,0 0 0,-3 0 0,3 2 0,-2-2 0,0 1 0,-1-1 0,-3 2 0,1-2 0,-3 3 0,-1 3 0,0-3 0,-3 3 0,-1-2 0,-1 2 0,-3-2 0,-3 1 0,1-1 0,-1-1 0,-1 0 0,-1-1 0,0-1 0,0-1 0,-1-1 0,0 1 0,-1-2 0,1-2 0,0-1 0,4 0 0,-1-7 0,0-2 0</inkml:trace>
  <inkml:trace contextRef="#ctx0" brushRef="#br0" timeOffset="659">825 558 11408,'-5'-2'0,"0"-2"0,-1 1 0,-1-1 0,2 1 0,-1 1 0,0-1 0,-1 2 0,-3 1 0,-1 1 0,2 3 0,0 0 0,0 1 0,1 3 0,-1 0 0,2 0 0,2 0 0,-1 0 0,4 0 0,1-1 0,1 1 0,1 0 0,1 0 0,4-3 0,3 0 0,3-1 0,0 0 0,1-1 0,3 1 0,-1 1 0,1-1 0,0-2 0,-1 1 0,-1 0 0,-1 0 0,-4 2 0,2-2 0,-3 2 0,0 1 0,-3-2 0,-3 1 0,-1 1 0,-5-1 0,-3 0 0,-4 0 0,-1 0 0,-1 1 0,-3-3 0,1 1 0,-1-1 0,0 0 0,0-2 0,1 0 0,-1 2 0,0-1 0,2-4 0,0-1 0,4-2 0,5 0 0,-2-6 0,2-2 0</inkml:trace>
  <inkml:trace contextRef="#ctx0" brushRef="#br0" timeOffset="1761">943 527 11395,'0'8'0,"0"0"0,0 0 0,0 2 0,0 0 0,1 1 0,1-1 0,1 2 0,-2-1 0,0 0 0,0-1 0,1 0 0,0-1 0,0 2 0,-1-2 0,2-3 0,-1 0 0,0 0 0,2 1 0,1 1 0</inkml:trace>
  <inkml:trace contextRef="#ctx0" brushRef="#br0" timeOffset="1762">959 456 11395,'-3'-5'0,"0"1"0,-1 0 0,2-2 0,-2 2 0</inkml:trace>
  <inkml:trace contextRef="#ctx0" brushRef="#br0" timeOffset="3021">1069 582 11395,'0'13'0,"0"-1"0,0 0 0,0-3 0,0 0 0,0-1 0,1 0 0,1-1 0,0 1 0,0 0 0,-2-1 0,-2-3 0,0-4 0,-1-4 0,0-3 0,1-2 0,0-1 0,1-3 0,1-2 0,0-1 0,0 1 0,1-1 0,1 0 0,1 0 0,2 1 0,1 0 0,1 1 0,0 2 0,1 0 0,0 4 0,0 2 0,1 3 0,0 2 0,2 2 0,-2 2 0,0 5 0,-1 5 0,-1 1 0,-1 3 0,-2 0 0,1 2 0,-2-2 0,2 0 0,-2-2 0,1-2 0,-3-3 0,4 2 0,-1 1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5:13.35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53 13336,'1'-5'0,"2"2"0,6 2 0,5 1 0,3 0 0,4 0 0,3 0 0,4 0 0,8 0 0,7 0 0,4 0 0,4 0 0,5 0 0,8 0 0,2 0 0,0 0 0,-1 0 0,-4 0 0,0 0 0,0 0 0,3-1 0,-1-1 0,-2-2 0,-2-1 0,-2 0 0,3-1 0,-4 1 0,-3 1 0,-3 1 0,-10 3 0,-2 0 0,-2 0 0,-2 0 0,-2 0 0,-4 0 0,-4 0 0,1 0 0,-4 0 0,-1 1 0,-1 2 0,-3-2 0,-5 2 0,0-2 0,1-1 0,-9-1-1,-6-2 0,-3 2 0,-7-2 0,-1 2-4,1 1 0,-1-3 0,-1 0 0,4 1 1,1 1 1,1 1-1,2 1 1,0 1 0,1 1 0,4 1 3,-1-1 0,-1-1 0,1 4 0,0-4 0,3 1 0,1-3 0,2 0 0,2 0 0,4 0 0,0 0 0,-1-3 0,1-2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5:15.47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480 164 13678,'0'-13'0,"0"1"0,0 2 0,0 1 0,0-2 0,0-1 0,0 1 0,0-1 0,-1 0 0,-1 2 0,-2 0 0,-1 1 0,-4 1 0,-3 0 0,-1 2 0,-4 2 0,-2 1 0,-4 0 0,-3 2 0,0 4 0,-1 6 0,-2 4 0,-2 4 0,-1 1 0,1 4 0,1 4 0,2 4 0,1 3 0,4 2 0,2-2 0,4 5 0,4-2 0,4-2 0,4-2 0,6-1 0,3-4 0,5-5 0,4-7 0,8-4 0,3-3 0,4-2 0,0-4 0,4 0 0,0-3 0,0-3 0,1-1 0,2-2 0,1-1 0,-2 1 0,-4 0 0,-3 1 0,-5-4 0,0-3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5:15.73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35 13295,'8'0'0,"2"-1"0,1-1 0,0-1 0,1 0 0,0 1 0,0-1 0,2 0 0,1 0 0,1 0 0,-1 0 0,-1 0 0,-1 0 0,-3 1 0,0 1 0,-1 1 0,-2 1 0,0 1 0,-2 2 0,-1 1 0,-2 2 0,0 0 0,0 2 0,1 0 0,-1 0 0,-1-1 0,-1 2 0,0 1 0,0 0 0,1 1 0,0-2 0,2 0 0,-1 2 0,-1 0 0,-1-4 0,0 1 0,0 0 0,0 0 0,0-1 0,0 1 0,0-4 0,0-5 0,0-5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5:16.01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25 61 13162,'-5'0'0,"3"0"0,4 0 0,3 0 0,4 0 0,0 0 0,-1 0 0,1 1 0,1 1 0,1 1 0,0-1 0,1-1 0,-3-1 0,-1 0 0,1-1 0,0-1 0,-1-2 0,0 0 0,-2-3 0,-4 0 0,-4 1 0,-4 3 0,-2 2 0,0 1 0,-2 0 0,-1 0 0,-1 1 0,-1 2 0,1 3 0,0 2 0,0 0 0,1 1 0,0 0 0,2 0 0,2 0 0,3 2 0,-1 1 0,1-2 0,0 0 0,2-1 0,2-2 0,2 0 0,2-2 0,1-1 0,2-1 0,3 0 0,3 0 0,0-1 0,3-1 0,0-2 0,2-1 0,-1-1 0,1-3 0,-1 2 0,1-1 0,-1-2 0,1 3 0,-1-1 0,0 0 0,1 0 0,-2 3 0,-1-1 0,-3 2 0,-5 1 0,-4 0 0,-6 1 0,-3 1 0,-3 1 0,0-1 0,0-1 0,1-1 0,-1 0 0,0-1 0,0-2 0,1-3 0,0-1 0,2-2 0,3-1 0,2-1 0,1 0 0,0 0 0,0 1 0,1 2 0,2-1 0,3 0 0,2 1 0,1 0 0,2 1 0,2 2 0,-1 1 0,2 2 0,-1 1 0,2 2 0,-1 2 0,-3 3 0,-1 2 0,-1 1 0,-1 2 0,1 1 0,-1-1 0,-1-2 0,-2 0 0,-2 0 0,1-1 0,-2 1 0,1 0 0,-1 0 0,-1-4 0,-1 1 0,4 0 0,1 3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5:16.81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97 13352,'-7'3'0,"4"0"0,4 2 0,9-2 0,0-1 0,2-1 0,3-1 0,-3-1 0,2-1 0,1-1 0,-2-2 0,0 1 0,-2 0 0,1 0 0,-3-3 0,-4 2 0,1-1 0,-1 1 0,-1-1 0,-5-2 0,-2 2 0,-2 1 0,-4 3 0,0 0 0,-3 0 0,0 1 0,-4 1 0,2 1 0,2 1 0,-1 0 0,3 4 0,-2 0 0,1-1 0,2 3 0,1-3 0,1 3 0,2 1 0,1 1 0,2 0 0,1 2 0,1-1 0,0-2 0,1 0 0,2 0 0,3-1 0,2-2 0,1 0 0,0 0 0,3-1 0,2-2 0,3-1 0,0 0 0,1 1 0,-1-2 0,1 0 0,-1-2 0,1 0 0,-2-2 0,0 0 0,-3 0 0,0 0 0,-2 1 0,-2 0 0,-1-1 0,-2-3 0,-3-1 0,-2-2 0,-2 0 0,-1 0 0,-2 1 0,0-1 0,-1 0 0,1 0 0,-1 1 0,2-1 0,-1 0 0,2 1 0,1-1 0,1 0 0,0 0 0,0 1 0,1 0 0,2 2 0,2-1 0,3 3 0,1 0 0,1 1 0,0 1 0,2 1 0,0 1 0,-1 0 0,1 1 0,0 1 0,0 1 0,2 3 0,3-1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5:17.51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184 79 13195,'-1'-8'0,"-1"1"0,-2 2 0,0-2 0,-1-1 0,0 0 0,-2 1 0,1 2 0,-2-1 0,0 0 0,-2 1 0,1 1 0,-2 2 0,0 1 0,-1 1 0,-1 0 0,1 0 0,1 0 0,1 1 0,1 2 0,1 4 0,0 3 0,2 1 0,3 0 0,2-1 0,1-2 0,0 1 0,0 0 0,1-1 0,2-2 0,3-1 0,3-1 0,1-2 0,2-1 0,-1-1 0,-1 0 0,2 0 0,2 0 0,0-1-7,1-2 1,-5 2 0,3-3 0,-1 1 6,-1 1 0,1-1 0,-3 3 0,0 0 0,3 0 0,-5 0 0,1 0 0,0 0 0,0 0 0,1 0 0,-1 0 0,1 0 0,-1 1 0,-1 1 0,-2 0 0,1 5 0,3-2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5:18.90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 87 13280,'-1'-9'0,"-1"0"0,-2 2 0,0 2 0,0 5 0,2 6 0,1 3 0,1 4 0,0 0 0,0 0 0,0 0 0,0 0 0,0 0 0,1 0 0,2-3 0,3 0 0,2-2 0,0-2 0,-2-1 0,0 0 0,1-1 0,1 0 0,0-2 0,1-1 0,0-1 0,0-1 0,-1-2 0,1-3 0,-1-2 0,-2-1 0,-3-2 0,-2-1 0,-1 2 0,0 0 0,0 0 0,0 0 0,0-2 0,0 1 0,0 2 0,1 1 0,1 3 0,3 5 0,0 5 0,-1 2 0,-1-1 0,0 0 0,0 1 0,0 1 0,1 1 0,-1-1 0,1 1 0,2 0 0,-3-1 0,0 1 0,-3 0 0,0-5 0,0-4 0,0-5 0,0 0 0,1-1 0,1-1 0,1 0 0,0-5 0,-2-1 0,1 1 0,0-1 0,4-1 0,-2 1 0,0 0 0,0 1 0,3-1 0,-1 3 0,1-2 0,1 3 0,-1 4 0,-1 2 0,-1 1 0,1 4 0,-1 5 0,-1 4 0,-1 0 0,-2 2 0,1 0 0,1-3 0,1 3 0,-2-1 0,1-2 0,2 0 0,-3-1 0,2 0 0,-1-1 0,0 1 0,0 0 0,1-1 0,-3 1 0,3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5:25.50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27 201 11325,'-1'8'0,"-1"-1"0,-1-1 0,0 3 0,0 2 0,0 0 0,1 2 0,1 1 0,1 3 0,0 1 0,-1 3 0,-1 2 0,-1 1 0,1 1 0,2-2 0,0-4 0,0 2 0,0-4 0,0-2 0,0-3 0,0-3 0,0-5 0,0-4 0,2-4 0,1-5 0,-1 0 0,-1 0 0,-1-3 0,0-1 0,0-2 0,0 0 0,0 0 0,0-2 0,0 0 0,0 0 0,0-2 0,0 0 0,0-2 0,0 1 0,0 0 0,0-1 0,0 1 0,0 0 0,0-1 0,0 2 0,0 1 0,1 3 0,1 1 0,2 2 0,1 2 0,2 2 0,0 3 0,2 2 0,0 4 0,0 4 0,-1 4 0,1 2 0,0 1 0,-1 2 0,-2 0 0,0 1 0,0-1 0,-1 1 0,-1 0 0,-1-2 0,0 0 0,-2-3 0,0 0 0,-1-1 0,0 0 0,-1-2 0,0 0 0,-3-2 0,-1-1 0,2-1 0,-3-3 0,-1 0 0,0 0 0,1 0 0,0-1 0,-1-2 0,0-3 0,1-2 0,5 0 0,2 3 0,5 2 0,2 2 0,1 1 0,0 0 0,-1 1 0,1 1 0,1 2 0,0 0 0,2 3 0,0 1 0,-1 2 0,1 0 0,-1 3 0,-2 0 0,-1 0 0,-1 0 0,-2 0 0,-1 0 0,-3 0 0,0 0 0,-1 0 0,-1-3 0,-1 0 0,-4-1 0,-2-1 0,-1-3 0,0-2 0,-2-2 0,-1-1 0,2 0 0,0 0 0,1 0 0,-1-1 0,0-1 0,-2-2 0,1 1 0,2-2 0,1 0 0,1-1 0,1 1 0,1-6 0,-4 1 0</inkml:trace>
  <inkml:trace contextRef="#ctx0" brushRef="#br0" timeOffset="240">367 349 11316,'-3'-8'0,"-1"-1"0,0 0 0,0 1 0,0 2 0,-1 1 0,1 0 0,-1 1 0,0 0 0,-2 2 0,0 1 0,-1 2 0,0 2 0,0 4 0,0 3 0,0 2 0,1 2 0,0 1 0,0 2 0,-1 0 0,2 0 0,2-2 0,1-1 0,0-2 0,1-1 0,2-2 0,2-2 0,2-3 0,1 0 0,3-2 0,2-1 0,1-2 0,0-1 0,0-2 0,-1 0 0,2-3 0,-2-1 0,0-1 0,-1 1 2,0-1 0,-2 0 1,0 0-3,-1 1 0,-1-1 0,1 0 0,-3 1 0,-2 3 0,-1 5 0,-1 5 0,-1 3 0,-2 1 0,0 0 0,0-1 0,2 1 0,1 0 0,1 0 0,0-1 0,0 1 0,1-1 0,2-2 0,6 1 0,4-2 0</inkml:trace>
  <inkml:trace contextRef="#ctx0" brushRef="#br0" timeOffset="241">524 332 11323,'-1'-9'0,"-2"1"0,-3 3 0,-1 2 0,-1 3 0,1 3 0,1 2 0,0 4 0,-2 2 0,0 1 0,1 2 0,2 1 0,1-1 0,0 0 0,0-1 0,2 0 0,1-1 0,1-1 0,1-1 0,2-1 0,3-2 0,2-1 0,3-3 0,2-2 0,0-1 0,-2 0 0,1-1 0,0-1 0,0-1 0,3-4 0,-5-1 0,3-6 0</inkml:trace>
  <inkml:trace contextRef="#ctx0" brushRef="#br0" timeOffset="242">594 9 11323,'-4'-5'0,"2"1"0,-4 4 1,2 1-1,-2 3 0,3 5 1,2 7-1,1 8 1,0 2-1,0 3 0,0 2 0,0 5 0,1 2 0,2 2 0,-1 0 0,2 0 0,0-1 0,-2-3 0,2-4 0,-1-3 0,-1-5 0,-1-4 0,-1-5 0,0-4 0,0-1 0,0-6 0,0-4 0,0-8 0,0-5 0</inkml:trace>
  <inkml:trace contextRef="#ctx0" brushRef="#br0" timeOffset="243">629 271 11326,'-5'0'0,"1"-1"0,4-2 0,4 1 0,2-3 0,2 0 0,0 1 0,1 1 0,0 0 0,0 0 0,-1 0 0,1 1 0,4-3 0,0 0 0</inkml:trace>
  <inkml:trace contextRef="#ctx0" brushRef="#br0" timeOffset="586">611 314 11326,'6'3'0,"-1"1"0,-1 1 0,-1 2 0,0 1 0,0 0 0,0 1 0,1 0 0,0 0 0,2-1 0,-1 1 0,0 0 0,0-1 0,2 1 0,0 0 0,2 0 0,0-1 0,-1 1 0</inkml:trace>
  <inkml:trace contextRef="#ctx0" brushRef="#br0" timeOffset="884">821 332 11290,'-6'0'2,"1"1"-1,1 2 1,1 2 0,3 3-2,0 1 1,0 0 0,0 0-1,1 0 0,2 3 0,-1-2 0,3 1 0,0-1 0,0-1 0,0-4 0,1 0 0,0 0 0,1 0 0,1-3 0,1 1 0,-1-2 0,0-2 0,-1-2 0,-2-3 0,0-2 0,-2 0 0,2-2 0,-1-1 0,0-1 0,-2-2 0,-1 0 0,-1-1 0,0 0 0,0 0 0,0 2 0,0 1 0</inkml:trace>
  <inkml:trace contextRef="#ctx0" brushRef="#br0" timeOffset="1601">943 358 11299,'5'9'0,"-2"0"0,-1 0 0,1 3 0,-2-2 0,2 2 0,-2 0 0,0 0 0,0 2 0,3 1 0,0 2 0,0-1 0,-1 0 0,0-1 0,0 0 0,0 2 0,0-1 0,0-1 0,-1-3 0,-2 0 0,0-1 0,0 0 0,0-1 0,0-1 0,0-1 0,0 0 0,-3-2 0,-2-4 0,0-4 0,2-4 0,2-2 0,1 0 0,0-2 0,0-2 0,0-2 0,0-3 0,0 0 0,0-2 0,1-1 0,1-2 0,1-2 0,0 1 0,0 0 0,1 0 0,-1 0 0,2 1 0,0 0 0,-2 2 0,3 1 0,0 3 0,-1 5 0,2 4 0,-1 1 0,2 8 0,0 1 0,-2 5 0,-1 2 0,-1 2 0,-1-1 0,0-2 0,1 1 0,0 1 0,0 0 0,-2 0 0,-2-1 0,0-2 0,0 1 0,0 0 0,0 0 0,0-1 0,-3 0 0,-3-2 0,-1-2 0,0-1 0,1 0 0,0-1 0,-6-1 0,-2-1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7:06.49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15 709 11351,'-8'-1'0,"3"7"0,4 9 0,1 9 0,0 3 0,0 6 0,1 4 0,3 3 0,0 2 0,2 0 0,-3 0 0,4-2 0,0-3 0,-2 2 0,3-8 0,-2-4 0,-3-2 0,3-8 0,-1 2 0,-2-4 0,5-7 0,-7-8 0,4-11 0,-4-4 0,-1-4 0,5-4 0,0 3 0,-2-2 0,-2-3 0,-1-3 0,0-2 0,-1-4 0,-4-2 0,2 0 0,-5-2 0,1-1 0,-1-4 0,3 1 0,-2-5 0,0 6 0,4 4 0,-3 3 0,1 6 0,2 1 0,2 4 0,1 3 0,1 8 0,4 2 0,-2 4 0,6 6 0,2 0 0,-3 0 0,1 0 0,2 2 0,1 2 0,-2-1 0,-1 7 0,2 1 0,1 1 0,-3 2 0,-1 1 0,-2 2 0,-3 2 0,-1 4 0,-2-3 0,0 2 0,0 1 0,0-1 0,-2-2 0,-2-2 0,-4 1 0,-1-2 0,0-1 0,-2-3 0,-2 0 0,-1-4 0,0-4 0,2-5 0,3-5 0,4-4 0,4-4 0,2 1 0,4 1 0,4 4 0,3-1 0,2 2 0,0-2 0,0 2 0,0-1 0,0 4 0,0 2 0,0 1 0,0 0 0,0 0 0,-2 1 0,1 2 0,-1 4 0,3-1 0,1 2 0,-1-2 0,-4 0 0,-5-4 0,-7-4 0,-4-4 0,-3-2 0,2-3 0,-1-1 0,0-2 0,0 0 0,0-1 0,0-4 0,0-3 0,1-1 0,3 1 0,2 1 0,1-1 0,1-1 0,4 1 0,4 4 0,3 2 0,2 4 0,0 3 0,0 4 0,0 3 0,0 2 0,6 7 0,2 0 0</inkml:trace>
  <inkml:trace contextRef="#ctx0" brushRef="#br0" timeOffset="442">628 695 11367,'-2'-14'0,"-1"0"0,-3 1 0,0-1 0,-2 1 0,2 2 0,-2 4 0,0-1 0,-3 2 0,-1 0 0,-2 2 0,0 3 0,0 1 0,0 0 0,0 1 0,2 4 0,1 4 0,3 4 0,1 1 0,0 1 0,1 2 0,2 2 0,-3-2 0,6-2 0,-2-1 0,6 0 0,5-2 0,6-2 0,-1-6 0,1-2 0,0-2 0,2 0 0,1 0 0,1 0 0,1-5 0,-5-1 0,0-2 0,0-2 0,-2-3 0,-1-1 0,-2 0 0,-6 0 0,2 0 0,-4-6 0,-1-1 0</inkml:trace>
  <inkml:trace contextRef="#ctx0" brushRef="#br0" timeOffset="813">753 556 11367,'14'-14'0,"-2"5"0,-1 0 0,-2-2 0,2-2 0,1-5 0,2-1 0,0 1 0,0-2 0,-4 3 0,-3-7 0,-1 1 0,-2 1 0,2-4 0,-2 3 0,-1-3 0,-1-2 0,-7 0 0,-1 0 0,-2 0 0,-2 0 0,2 1 0,-1 0 0,-1 4 0,3 4 0,-6 6 0,4 3 0,-3 6 0,2 4 0,3 6 0,0 8 0,4 7 0,-3 12 0,1 6 0,2 5 0,2 7 0,1 4 0,1 0 0,2 3 0,2 2 0,1 3 0,-3 7 0,2 0 0,-2-1 0,-1-4 0,-2 0 0,0-1 0,0-6 0,-2 0 0,-1-15 0,-3-4 0,-2-4 0,-1-4 0,-4-8 0,3-4 0,0-4 0,1-7 0,-5-8 0,0-8 0</inkml:trace>
  <inkml:trace contextRef="#ctx0" brushRef="#br0" timeOffset="3002">892 598 11379,'-6'4'0,"6"1"0,8-2 0,4-1 0,2-4 0,0-1 0,0-3 0,0-2 0,-2 4 0,-3-6 0,4 6 0,-6-6 0,3 0 0,-1-3 0,-6-1 0,2 0 0,-10 7 0,-4 2 0,-4 5 0,0 5 0,-1 4 0,0 3 0,1 2 0,3 0 0,0 0 0,1 0 0,1 0 0,2 0 0,1 0 0,1 0 0,1 0 0,3-2 0,4-3 0,6-4 0,2-4 0,3-1 0,2 0 0,4 0 0,0 0 0,2-6 0,5-2 0</inkml:trace>
  <inkml:trace contextRef="#ctx0" brushRef="#br0" timeOffset="3551">1268 431 11379,'-14'0'0,"0"0"0,0 0 0,0 0 0,0 0 0,0 0 0,1 0 0,-1 0 0,1 1 0,4 4 0,4 4 0,2 2 0,0 0 0,-1-2 0,0 2 0,4 1 0,4 2 0,2 0 0,1 0 0,4-1 0,2-3 0,1-2 0,-1-2 0,1-1 0,0 0 0,0-1 0,-1 1 0,-3-1 0,-2 3 0,-2 0 0,-4 3 0,-5-3 0,-6 0 0,-4-3 0,-1 1 0,0-2 0,-1 0 0,-2 0 0,-2 2 0,1-1 0,-2-4 0,-2 0 0</inkml:trace>
  <inkml:trace contextRef="#ctx0" brushRef="#br0" timeOffset="3552">1491 486 11357,'0'-13'0,"0"3"0,0 1 0,-2 4 0,-2-2 0,-6 0 0,3 3 0,-3 4 0,0 0 0,-3 0 0,-1 0 0,0 1 0,0 4 0,0 4 0,5 2 0,0 1 0,-2 2 0,0 2 0,2 7 0,4-4 0,4-4 0,1-1 0,0 0 0,6-6 0,5-4 0,4-2 0,4-2 0,-1 0 0,-2-2 0,1-1 0,1-1 0,1-7 0,-5 3 0,-2-1 0,-2-1 0,0 1 0,-5-5 0,-2 0 0,-1 0 0,-2 0 0,0 1 0,-7-1 0,0 0 0</inkml:trace>
  <inkml:trace contextRef="#ctx0" brushRef="#br0" timeOffset="3553">1574 417 11357,'0'9'0,"0"0"0,0-4 0,2 4 0,3 2 0,1-3 0,5 0 0,-4-1 0,0 1 0,3-3 0,0 4 0,0-4 0,0 4 0,-4-6 0,-6 2 0,0-10 0,0-4 0,0-4 0,0-1 0,0 1 0,0-3 0,0-1 0,0-2 0,0 2 0,1 2 0,4 1 0,4 0 0,4 0 0,1 0 0,1 2 0,2 1 0,2 3 0,-2 2 0,4-5 0,1 4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6:57.63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140 881 11804,'0'-9'0,"0"0"0,0-2 0,0 3 0,0-1 0,0 4 0,-2-3 0,-3 2 0,-4 3 0,1 1 0,-1 2 0,-2 0 0,-1 0 0,3 0 0,-1 2 0,1 3 0,1 4 0,-3 3 0,7 2 0,1 0 0,1 0 0,2 0 0,0 0 0,6 0 0,5 0 0,6 0 0,-1-5 0,2-1 0,-2-1 0,-2 1 0,0 0 0,0 3 0,-1-2 0,1 2 0,-6 1 0,-2 2 0,-1 0 0,0 0 0,-2-5 0,-8 1 0,-4 0 0,-4 3 0,-5-1 0,-1-1 0,1-3 0,-2-2 0,4-1 0,-4-5 0,1 0 0,1 0 0,4-2 0,6-3 0,2-4 0,3-3 0,1-8 0,2-2 0</inkml:trace>
  <inkml:trace contextRef="#ctx0" brushRef="#br0" timeOffset="269">529 895 11720,'-1'-12'0,"-2"1"0,-3 3 0,-1 0 0,0 2 0,-1-2 0,-3 2 0,-1 0 0,-2 3 0,0 1 0,0 2 0,0 0 0,0 2 0,0 3 0,0 4 0,2 5 0,1 3 0,2 3 0,0 0 0,1 0 0,2-1 0,1-1 0,0 1 0,2-2 0,2-2 0,2-2 0,4-4 0,4-4 0,4-4 0,0-1 0,3-1 0,1-4 0,2-4 0,-2-4 0,-2-1 0,-1 0 0,0 1 0,0 0 0,0 2 0,0 2 0,0-2 0,-1 0 0,0 1 0,-2 2 0,-2 2 0,0 4 0,-1 5 0,-3 6 0,-4 4 0,-1 1 0,2 0 0,1 0 0,3-2-7,2-3 7,1-3 0,3-12 0,-1-3 0,-1-5 0,0-3 0,3-3 0,1-2 0,0-2 0,0-3 0,-1-2 0,1-4 0,0-4 0,0-3 0,-1-3 0,-3-4 0,-2-2 0,0-2 0,-2-2 0,0-3 0,-3-2 0,-3-1 0,-3 3 0,-1 5 0,-1 6 0,0 8 0,-1 9 0,0 8 0,-2 6 0,0 6 0,-1 8 0,0 10 0,0 7 0,-1 6 0,1 5 0,1 4 0,1 7 0,0 6 0,0 6 0,0 5 0,1 2 0,3 3 0,2-3 0,1 1 0,-2 0 0,-1 1 0,-2-2 0,2-6 0,2-5 0,2-4 0,4-3 0,4-4 0,2-7 0,-2-4 0,10-8 0,-4 3 0</inkml:trace>
  <inkml:trace contextRef="#ctx0" brushRef="#br0" timeOffset="270">1073 881 11683,'-13'-1'0,"2"-3"0,2 0 0,0-1 0,-1 1 0,1-1 0,-2 2 0,-1 1 0,-2 2 0,0 0 0,0 0 0,0 0 0,2 6 0,3 4 0,-2 2 0,5 2 0,-1 0 0,1 0 0,2-2 0,-3-2 0,6 2 0,-4-3 0,4 4 0,2-4 0,4-1 0,4-2 0,4-2 0,0-4 0,1-1 0,0-4 0,0-1 0,0-3 0,0 3 0,0-1 0,-2 4 0,-1-4 0,-2 0-2,2 4 1,2 2-1,1 1 1,0 1 0,-2 4-1,-3 4 1,2-1 0,-5 0-1,0-1-2,1 1 4,3-5 0,-2 10 0,6-6 0</inkml:trace>
  <inkml:trace contextRef="#ctx0" brushRef="#br0" timeOffset="271">1267 798 11652,'0'9'0,"0"0"-1,0 2 0,0 1 1,0 2-1,2-1 0,3-4 1,-2 3-1,4-2 1,0 2-1,-4 2 1,3 0-1,0-2 1,0-1-1,1-5 1,-4-4-1,-3-10 1,-3-7-1,-2-9 1,2-2-1,1-2 1,4 0-1,1 0 1,3 1-1,2-1 1,3 1-1,1 4 1,2 5-1,0 2 1,0 4-1,0 3 1,0 4 0,0-3 0,-1 0 0</inkml:trace>
  <inkml:trace contextRef="#ctx0" brushRef="#br0" timeOffset="509">1546 798 11628,'0'9'-1,"0"0"1,-2 0 0,-1 1 0,-1-1 0,1 2 0,1 1 0,2 2 0,2-2 0,1-1 0,3-3 0,0 0 0,2-2 0,0 0 0,1-7 0,5-7 0</inkml:trace>
  <inkml:trace contextRef="#ctx0" brushRef="#br0" timeOffset="510">1560 630 11627,'-2'-13'0,"-2"-1"-3,-6 0-1,4 6 0,2 2 4,8 6 0,4 6 0,6 2 0</inkml:trace>
  <inkml:trace contextRef="#ctx0" brushRef="#br0" timeOffset="7789">2005 853 11378,'-1'-12'0,"-2"1"0,-2 2 0,1-2 0,-3-1 0,-2-2 0,-2 0 0,0 1 0,2 2 0,-2 2 0,-1 0 0,-2 1 0,0 4 0,0 2 0,0 4 0,0 2 0,0 5 0,2 8 0,1 4 0,3 0 0,2 4 0,2 1 0,4 1 0,0-3 0,0 0 0,0-7 0,1 1 0,2-2 0,2-2 0,6-2 0,0-3 0,4-4 0,4-4 0,-1-1 0,-4-1 0,0-4 0,0-4 0,0-8 0,0-2 0,-2 1 0,-3-2 0,2 4 0,-6-2 0,-2 1 0,-1-2 0,-2 4 0,0-4 0,0 4 0,-7-6 0,0 0 0</inkml:trace>
  <inkml:trace contextRef="#ctx0" brushRef="#br0" timeOffset="8113">2535 811 11380,'0'-13'0,"0"-1"0,0 0 0,-2 1 0,-1 2 0,-2 2 0,1 0 0,-1 0 0,-1 1 0,-2 2 0,-1 1 0,-5 5 0,0 2 0,0 2 0,0 9 0,0 7 0,0 1 0,0 4 0,2 1 0,1 2 0,3 0 0,2 0 0,2-6 0,4-4 0,0-2 0,0-2 0,6-2 0,3-3 0,3-4 0,2-4 0,0-7 0,2-5 0,1-6 0,1-6 0,2-3 0,-3-3 0,2-2 0,-2-2 0,-3-4 0,-3 3 0,-2-2 0,2-2 0,-5-3 0,-1 0 0,-5 0 0,-5 4 0,-3-3 0,-6 3 0,1 0 0,-1 4 0,4 1 0,1 9 0,0 3 0,-5-1 0</inkml:trace>
  <inkml:trace contextRef="#ctx0" brushRef="#br0" timeOffset="8114">2674 825 11361,'8'-6'0,"-1"5"0,-2-4 0,-2-1 0,6 1 0,1-6 0,4 2 0,-5-2 0,-1 0 0,-2 2 0,3 0 0,-4-5 0,-2 6 0,-8 4 0,-3 2 0,-6 4 0,1 2 0,-1 5 0,0 5 0,0 5 0,1 4 0,3 3 0,0 2 0,1-1 0,1-3 0,4 0 0,2-1 0,2-2 0,2-2 0,4-4 0,6-2 0,7-4 0,2-4 0,4-5 0,3-5 0,3-4 0,1-4 0,1-7 0,-5-1 0</inkml:trace>
  <inkml:trace contextRef="#ctx0" brushRef="#br0" timeOffset="8115">2952 742 11361,'-1'12'0,"-2"-1"0,-2-2 0,0-4 0,7 3 0,3-2 0,4-3 0,3-3 0,2-3 0,-1-3 0,-3-2 0,0-3 0,-1-1 0,0-2 0,-1 0 0,0 0 0,-2 0 0,0-1 0,-1-2 0,-1-4 0,1 0 0,-2-4 0,-1-3 0,-2-4 0,0-5 0,0-5 0,0-5 0,-2-4 0,-3-3 0,-2-2 0,-3 2 0,3 3 0,-1 6 0,2 7 0,0 7 0,1 8 0,0 12 0,-1 12 0,0 13 0,0 6 0,1 7 0,0 2 0,1 7 0,-1 4 0,1 6 0,-1 4 0,2 2 0,1 4 0,2 3 0,0 7 0,0-1 0,0 2 0,0-2 0,5 1 0,1-7 0,0-3 0,0-4 0,5-13 0,-3-3 0,0-10 0,10-6 0,-2-6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6:55.71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196 725 11701,'-2'-22'0,"-2"4"0,-6 2 0,3 2 0,-3 2 0,1 1 0,1 2 0,-4 6 0,3-2 0,-4 4 0,-1 8 0,0 6 0,2 5 0,3 4 0,-4 1 0,4 5 0,-2 0 0,2 0 0,4-1 0,2 0 0,0-2 0,-2-4 0,2-1 0,2-3 0,1-1 0,1-4 0,4-3 0,4-4 0,2-5 0,0-5 0,-2-5 0,2-7 0,1-7 0,1-2 0,-2-2 0,-2 0 0,2 1 0,0-3 0,-1-2 0,0-4 0,-1-1 0,0 0 0,-1-3 0,0-5 0,-2-5 0,0-1 0,-3 0 0,-1 0 0,-2 2 0,0 2 0,0 5 0,0 7 0,0 7 0,6 12 0,2 10 0</inkml:trace>
  <inkml:trace contextRef="#ctx0" brushRef="#br0" timeOffset="159">293 850 11685,'14'-6'0,"0"-2"0,-2-1 0,-1 0 0,-3-2 0,0-1 0,-1-2 0,3 0 0,-3 0 0,0 0 0,-3 0 0,1 0 0,-4 2 0,-4 2 0,-6 7 0,-3 6 0,-1 7 0,3 2 0,0 2 0,-1 1 0,1 4 0,-1 3 0,3 1 0,2 0 0,1 0 0,1 0 0,-1-1 0,2-2 0,1-3 0,4-1 0,2-4 0,6-3 0,4-4 0,3-3 0,1-2 0,1 0 0,-1-2 0,2-3 0,1-2 0,-1-4 0,-3-3 0,4 3 0,1-9 0</inkml:trace>
  <inkml:trace contextRef="#ctx0" brushRef="#br0" timeOffset="160">600 753 11685,'12'1'0,"-1"4"0,-2 3 0,0-2 0,1-5 0,-3-5 0,1-4 0,-2-3 0,0-3 0,-1-3 0,0-3 0,-1-1 0,1-4 0,0-2 0,-1 0 0,-1-3 0,0-2 0,1-5 0,0-4 0,-1 0 0,-1-1 0,-4-2 0,-2 0 0,-4-4 0,-1 0 0,-1 0 0,1 4 0,0 7 0,1 9 0,0 8 0,1 8 0,-3 9 0,3 12 0,2 11 0,3 8 0,2 5 0,0 5 0,0 7 0,0 6 0,0 3 0,0 2 0,0 0 0,0-1 0,0 1 0,0 0 0,2 0 0,1-1 0,2-1 0,-2-4 0,0-8 0,0-7 0,3-4 0,0-3 0,1-6 0,3-5 0,-2-3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6:49.96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42 318 11832,'-13'0'0,"3"0"0,1 0 0,6 6 0,-2 3 0,4 4 0,1 0 0,0 9 0,0 4 0,0 7 0,0 3 0,0 1 0,1 4 0,2 1 0,2 0 0,4-2 0,-3-3 0,1-4 0,-1-4 0,3-1 0,-4-2 0,-2-2 0,-2-6 0,-1-7 0,2-3 0,1-1 0,2 1 0,-1-6 0,-4-2 0,0-6 0,0-10 0,0-1 0,0-2 0,0-5 0,0-1 0,0-4 0,0-4 0,0-4 0,0 3 0,0-2 0,0-2 0,-4 1 0,-1-2 0,2-1 0,1 1 0,-2 2 0,-1 0 0,2 3 0,1 0 0,1 10 0,-2 1 0,-2 6 0,2 3 0,2 6 0,1 8 0,0 10 0,0 4 0,0 4 0,4 4 0,1 6 0,-1 0 0,3-1 0,-4 6 0,5 1 0,-1 0 0,1 0 0,-3-1 0,2-6 0,1 1 0,0 0 0,0-2 0,2-2 0,-2-6 0,0-4 0,0-5 0,2-4 0,3-3 0,1-4 0,-2-3 0,-1-5 0,-2-7 0,1-5 0,-1-1 0,-1-1 0,-1 0 0,-1-3 0,1 0 0,-4-1 0,-2 1 0,1 3 0,1 0 0,2 0 0,-2-1 0,-2 2 0,-1 7 0,0 10 0,0 12 0,0 10 0,0 8 0,2 6 0,1 4 0,1 0 0,1 2 0,0-2 0,1 0 0,0-3 0,2-2 0,0-1 0,1-2 0,3-1 0,-1-3 0,-2-2 0,1-3 0,4-7 0,0 0 0,-1-7 0,1 3 0</inkml:trace>
  <inkml:trace contextRef="#ctx0" brushRef="#br0" timeOffset="271">683 694 11832,'0'-10'0,"0"1"0,-2 1 0,-1-2 0,-3 2 0,0 0 0,-2 2 0,1-2 0,-4 2 0,-2 0 0,-1 3 0,0 1 0,1 2 0,-1 0 0,1 2 0,2 2 0,2 6 0,0 4 0,0 3 0,1 3 0,2 0 0,3 0 0,1-2 0,2 1 0,0 0 0,2-2 0,2-3 0,5-5 0,4-5 0,1-2 0,0-2 0,0-2 0,0-2 0,-2 1 0,-1-7 0,-4 0 0,0-3 0,2-1 0,-4 0 0,-2 0 0,-2 1 0,-1-1 0,0 0 0,0 0 0,0 0 0,0 0 0</inkml:trace>
  <inkml:trace contextRef="#ctx0" brushRef="#br0" timeOffset="272">920 610 11762,'-8'-14'0,"-4"5"0,4 0 0,-1-1 0,-1 3 0,1 0 0,-5 7 0,0 0 0,0 0 0,0 2 0,2 3 0,3 4 0,-2 5 0,5 3 0,-1 3 0,1 2 0,2 1 0,4 3 0,0-1 0,0-2 0,0-1 0,0 1 0,1-6 0,4-6 0,-2 0 0,6-5 0,2 2 0,1-7 0,2-1 0,0-8 0,0-4 0,-5-8 0,1-3 0,-1-4 0,-1 0 0,4-3 0,-4-1 0,1-3 0,0-1 0,-5-3 0,0-2 0,-2 0 0,-2 0 0,0-4 0,0 1 0,-2 1 0,-1 5 0,-2 5 0,1 2 0,-2 2 0,-2 7 0,-6 1 0</inkml:trace>
  <inkml:trace contextRef="#ctx0" brushRef="#br0" timeOffset="523">1031 610 11747,'0'14'0,"0"0"0,0 0 0,0 0 0,0 0 0,0 1 0,0 2 0,0 2 0,0-2 0,0-2 0,0-1 0,0 0 0,0 0 0,2 0 0,2 0 0,6-2 0,2-2 0,2-10 0,0-8 0</inkml:trace>
  <inkml:trace contextRef="#ctx0" brushRef="#br0" timeOffset="524">1129 276 11747,'-2'8'0,"-1"-2"0,-2 0 0,-6 2 0,4 6 0</inkml:trace>
  <inkml:trace contextRef="#ctx0" brushRef="#br0" timeOffset="1622">1379 554 11591,'-8'7'0,"2"0"0,2 3 0,-3-3 0,1 1 0,2-3 0,5-2 0,7-6 0,4-3 0,1-7 0,-1-2 0,0-5 0,4-1 0,-1 0 0,1-1 0,-2-3 0,-2-1 0,-1-3 0,-2-2 0,1-3 0,-1-2 0,-1-1 0,-2 0 0,-3 0 0,-3 0 0,-3-1 0,-3 4 0,-1 5 0,0 7 0,-1 7 0,-3 6 0,-1 6 0,-2 7 0,0 12 0,1 8 0,3 10 0,2 5 0,0 6 0,2 3 0,0 5 0,3 1 0,1 3 0,1 3 0,-2 4 0,-2-1 0,2-1 0,1-2 0,2 1 0,0-1 0,0-1 0,0-3 0,0-7 0,0-6 0,-1-6 0,-4-4 0,2-1 0,-6-4 0,-1-6 0,3-5 0,-6-9 0,4-4 0,-3-2 0,2-4 0,3-2 0,0-7 0,4-6 0,-4-5 0,-1-6 0</inkml:trace>
  <inkml:trace contextRef="#ctx0" brushRef="#br0" timeOffset="1983">1574 596 11684,'0'14'0,"0"0"0,0 0 0,0 0 0,0 0 0,0 0 0,0 0 0,0 0 0,0 0 0,0-1 0,0 1 0,2 0 0,1 0 0,1 0 0,7 0 0,-3 0 0</inkml:trace>
  <inkml:trace contextRef="#ctx0" brushRef="#br0" timeOffset="1984">1672 387 11684,'14'0'0</inkml:trace>
  <inkml:trace contextRef="#ctx0" brushRef="#br0" timeOffset="3442">2062 582 11586,'-2'-14'0,"-1"0"0,-3 2 0,-2 3 0,-3 4 0,-1 4 0,-2 1 0,1 1 0,3 4 0,0 4 0,1 5 0,0 5 0,-1 4 0,1 3 0,0 2 0,1 0 0,2 1 0,3 2 0,1 0 0,2-3 0,0-3 0,2-2 0,3-3 0,4-6 0,3-8 0,8-4 0,4-2 0,2-2 0,2-3 0,0-4 0,-1-3 0,1-8 0,6-2 0,2-6 0</inkml:trace>
  <inkml:trace contextRef="#ctx0" brushRef="#br0" timeOffset="3993">2396 540 11586,'-14'0'0,"0"0"0,0 0 0,0 0 0,0-1 0,0-2 0,0-2 0,-1 1 0,-2 4 0,-2 0 0,1 0 0,4 0 0,0 1 0,0 4 0,0 4 0,2 8 0,2 2 0,-1 4 0,7-3 0,1 0 0,1 2 0,2-2 0,0 0 0,2-3 0,1-2 0,3-2 0,2-2 0,3-4 0,1 0 0,2-4 0,0-2 0,0-2 0,1-4 0,2-4 0,2-2 0,-2 0 0,-2 2 0,-1-2 0,0-1 0,0-2 0,0 0 0,0 1 0,0 3 0,0 2 0,0 2 0,-2 4 0,-3 5 0,-4 6 0,-2 2 0,0 0 0,2-2 0,-2 2 0,0 0 0,2-2 0,2-2 0,7-7 0</inkml:trace>
  <inkml:trace contextRef="#ctx0" brushRef="#br0" timeOffset="3994">2688 499 11503,'-14'-8'0,"0"3"0,0 4 0,0 1 0,0 0 0,1 0 0,0 1 0,2 4 0,2 4 0,0 5 0,0 3 0,1 3 0,2 2 0,1 1 0,0 0 0,1 1 0,-1-3 0,5 4 0,2-3 0,2-2 0,4-2 0,6-5 0,0-2 0,0-2 0,4-6 0,1 2 0,-1-4 0,3-1 0,-6-5 0,4-1 0,-4-3 0,-1-6 0,0 1 0,0-5 0,0 2 0,0-2 0,-5 2 0,-1-4 0,-2 1 0,-3 3 0,3 1 0,-1 2 0,-2 0 0,-2 7 0,-1 2 0,0 10 0,-1 4 0,-4 3 0,4 2 0,-4 0 0,4 0 0,1 0 0,0 5 0,0-1 0,0-1 0,0-1 0,0-7 0,0 0 0,1 0 0,4-1 0,4-3 0,3-10 0,2-3 0</inkml:trace>
  <inkml:trace contextRef="#ctx0" brushRef="#br0" timeOffset="3995">2855 290 11503,'-14'6'0,"0"-4"0,2 5 0,3-2 0,-4-3 0,6 4 0</inkml:trace>
  <inkml:trace contextRef="#ctx0" brushRef="#br0" timeOffset="4225">3245 527 11475,'-5'-14'0,"-1"0"12,-1 0 1,2 0 0,-3 0-6,2 0 0,-5 2 1,3 1-1,-1 3-5,0 2 1,4-3 0,-4 4-3,-2 2 0,-1 1 0,-2 4 0,0 3 0,5 2 0,1 9 0,2 1 0,3 1 0,-4 7 0,3-2 0,1 4 0,1 0 0,2-5 0,0-2 0,2-1 0,2-1 0,-1 1 0,7-7 0,0-2 0,3-3 0,1-4 0,0 2 0,0-7 0,0-7 0,-2-3 0,-3-2 0,4-2 0,-6-1 0,1-1 0,-3 1 0,1-3 0,0 1 0,0 1 0,0-3 0,1 6 0,-4-4 0,1 4 0,1 1 0,-5 8 0,0 6 0,0 8 0,0 4 0,0 2 0,0 0 0,0 0 0,0 0 0,0 0 0,0-1 0,0 1 0,-2-1 0,-1-2 0,-1-2 0,1-1 0,3-5 0,3-8 0,3-6 0,0-3 0,2-1 0,0-2 0,2-3 0,3 0 0,-1 0 0,-1 2 0,-2 3 0,2 1 0,1 2 0,1 1 0,-2 3 0,-2 2 0,0 4 0,1 4 0,-3 6 0,1 3 0,-2 4 0,0 0 0,-3 2 0,-1 1 0,0 0 0,1-1 0,1-1 0,-1-3 0,-1-3 0,-2-1 0,0-6 0,6 10 0,2-6 0</inkml:trace>
  <inkml:trace contextRef="#ctx0" brushRef="#br0" timeOffset="4226">3384 81 11576,'-12'6'0,"1"3"0,2 5 0,-2 3 0,-1 2 0,-1-2 0,2-2 0,4-1 0,-1 2 0,2 1 0,0 1 0,1 1 0,5-5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7:28.27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0 12073,'38'0'0,"-11"0"0,-2 0 0,5 0 0,2 0 0,6 0 0,0 0 0,0 0 0,0 0 0,0 11 0,1 18 0,-1-12 0,-6 34 0,-2 12 0,-5 5 0,-17 11 0,8 12 0,-2 6 0,-1 5 0,-2 41 0,-11-18 0,0 6 0,0-1 0,0-22 0,0 23 0,0 11 0,0 6 0,0-17 0,0 0 0,0 5 0,0-16 0,0 28 0,0-23 0,0 6 0,0-6 0,0 0 0,0-6 0,0 18 0,0-7 0,0-10 0,0-1 0,0-16 0,0 10 0,0 12 0,0 1 0,0-24 0,0-5 0,0-1 0,0 12 0,0-11 0,0-12 0,0-5 0,0 0 0,0-1 0,6-11 0,4-11 0,18-34 0,4-12 0,6-11 0,0 0 0,-5-11 0,-3-6 0,-8-17 0,-1 0 0,-4-12 0,4 12 0,-4-11 0,2 11 0,2-1 0,4-27 0,13 16 0</inkml:trace>
  <inkml:trace contextRef="#ctx0" brushRef="#br0" timeOffset="618">720 4675 11984,'-5'79'0,"-6"1"0,6-1 0,-6 1 0,5 0 0,6-1 0,0 1 0,0-6 0,0 5 0,0 12 0,0 12 0,0-7 0,6 30 0,2-1 0,3-6 0,2 18 0,-13 27 0,3 13 0,11 5 0,-9 5 0,6-39 0,-3-6 0,6-11 0,-9-6 0,6 6 0,-6-23 0,-5-22 0,0-7 0,-5-11 0,-3-5 0,-6-12 0,-13-28 0,0 0 0,-6-12 0,-5-11 0,-3 0 0,-5-11 0,-5-6 0,4-12 0,-7-22 0,0 17 0,-1-12 0,1-16 0,8 22 0,16-6 0,3 12 0,2-28 0,-13 16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7:39.26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13 14 11410,'0'-4'0,"-2"1"0,0 0 0,-1 3 0,1-3 0,2 3 0,-3 0 0,6 0 0,1 0 0,1 0 0,2 0 0,-1 0 0,0 0 0,0 0 0,1 0 0,0 0 0,1 0 0,-1 0 0,2 0 0,-2 0 0,-1 0 0,2 2 0,1 0 0,-2-1 0,0 2 0,0 0 0,-1 0 0,-2-1 0,-3 1 0,-2-3 0,-3 0 0,-2-3 0,-1 0 0</inkml:trace>
  <inkml:trace contextRef="#ctx0" brushRef="#br0" timeOffset="2352">114 26 11410,'4'0'0,"-2"0"0,-2 0 0,0 0 0,3 0 0,-2 0 0,2 0 0,-3 0 0,0 0 0,0-3 0,0 3 0,0-3 0,0 3 0,0-3 0,0 2 0,0-1 0,0 2 0,2 0 0,-1 0 0,2 0 0,-3 0 0,0 2 0,0 0 0,0 2 0,0 1 0,0-2 0,0 1 0,0 1 0,0 1 0,0 0 0,0 1 0,0 1 0,2 0 0,0 1 0,-1-1 0,0 0 0,-1 4 0,0-2 0,0 2 0,0 1 0,0-1 0,0 0 0,0 0 0,0 0 0,-1-3 0,0 4 0,-1-2 0,0-1 0,2 2 0,0-2 0,0-1 0,0 0 0,0 0 0,0-1 0,-1 0 0,-1-1 0,1-1 0,-1 1 0,2-1 0,0 0 0,0 1 0,0-1 0,0 0 0,0 0 0,0 1 0,0-1 0,0 0 0,0 1 0,0-1 0,0 0 0,0 0 0,0 1 0,0-1 0,0 0 0,0 1 0,2-1 0,-1-3 0,2 0 0,0-3 0,-2 1 0,1 0 0,1 1 0,1 0 0,2-2 0,-1 1 0,0 1 0,-1 0 0,0 0 0,1 0 0,-1 0 0,0 0 0,0 1 0,-2-2 0,-2 1 0,1-2 0,1 0 0,0 0 0,2 0 0,1 0 0,0 0 0,2 0 0,-1 0 0,-1 1 0,0 1 0,-2-1 0,-3 2 0,-1-3 0,-1 0 0,0 0 0,-2 0 0,2 0 0,-2 0 0,2 0 0,-3 0 0,1 0 0,-2 0 0,0 0 0,2 0 0,0 0 0,-1 0 0,-1 0 0,2 0 0,0 0 0,1 2 0,1-1 0,-1 1 0,3-1 0,-3 1 0,0 0 0,3 3 0,-3-1 0,3 2 0,0 0 0,0 1 0,0-2 0,0 2 0,0-1 0,0-1 0,0-1 0,0 1 0,0 0 0,0 1 0,0 1 0,0-1 0,0 0 0,0 1 0,0-1 0,0 0 0,0 0 0,0 0 0,0 1 0,0-1 0,0 0 0,0 1 0,0-1 0,0 0 0,0 1 0,0-1 0,0 0 0,0 1 0,0-1 0,0 1 0,0 1 0,0 0 0,0 0 0,0-1 0,0-1 0,0 0 0,0 1 0,0-1 0,0 0 0,0 1 0,0 2 0,0-3 0,0 3 0,0-1 0,0 0 0,-2-1 0,-1 1 0,2 0 0,1 0 0,0 0 0,-1 1 0,-1-1 0,0 0 0,0 1 0,1-1 0,0 1 0,-1 1 0,0-2 0,1 0 0,0-1 0,-1 2 0,0-2 0,1 0 0,-1-1 0,1-2 0,-2 0 0,1 3 0,0-1 0,-1-2 0,1 1 0,-2-1 0,1 1 0,-2 0 0,1-1 0,0 1 0,0 1 0,-1 0 0,-1 0 0,1-1 0,0-2 0,1 1 0,-1-1 0,-1 1 0,0 0 0,-1-2 0,1-1 0,1-2 0,0-1 0,3-2 0,0-1 0,-1-1 0,1-2 0,2-4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7:50.18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1 845 11338,'7'6'0,"1"-4"0,-3 3 0,4-4 0,3-1 0,2-5 0,0-1 0,0 0 0,0 0 0,0-5 0,0 2 0,0-2 0,0 2 0,0-4 0,-2 4 0,-3-3 0,2-2 0,-8 1 0,-4 4 0,-7 4 0,-4 4 0,-4 1 0,-1 1 0,-1 4 0,-1 4 0,1 4 0,-1 1 0,2 1 0,1 2 0,4 3 0,1 0 0,4 0 0,0-3 0,4 0 0,2 0 0,1 2 0,1-3 0,4-4 0,4-3 0,4 0 0,0-1 0,3-3 0,1-4 0,3-1 0,0 0 0,2-1 0,0-4 0,-5-3 0,3-5 0</inkml:trace>
  <inkml:trace contextRef="#ctx0" brushRef="#br0" timeOffset="1">321 748 11363,'9'12'0,"1"-3"0,0-4 0,1-5 0,0-3 0,-3-3 0,0-2 0,-2-3 0,1-3 0,1-3 0,3-3 0,0 0 0,0-2 0,-2 1 0,2-4 0,0-1 0,-2-4 1,-4-2-1,-2-5 0,0-4 0,1 0 0,-2-3 0,-4-2 0,-4-4 0,-2 1 0,-1 2 0,0 6 0,0 4 0,-1 6 0,3 6 0,0 8 0,1 6 0,-2 9 6,1 10 1,-1 5 0,5 13 0,-2 6-5,2 7 0,-3 1 1,1 13-1,2 3-2,2 2 1,-4 7 0,0-4 0,1-1-1,-2 2 0,4-5 0,-3 5 0,2-3 0,-1-4 0,2-3 0,-3-15 0,5-5 0,5-2 0,-3-3 0,4 1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7:43.46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334 333 11444,'-14'-5'0,"0"-1"0,0 0 0,1-2 0,-1 2 0,0 0 0,0 3 0,0 1 0,0 2 0,0 0 0,0 2 0,0 2 0,0 6 0,0 2 0,0 2 0,0 0 0,1 1 0,0 4 0,2 3 0,2 1 0,-2 0 0,0 0 0,2 0 0,3 1 0,1 2 0,-1 3 0,0 4 0,0-2 0,3-2 0,1-1 0,2 0 0,0-2 0,2-1 0,2-4 0,4 0 0,3-4 0,1-2 0,4-1 0,1-2 0,1-2 0,1-6 0,-1-2 0,3-2 0,0 0 0,2 0 0,-1 0 0,0-2 0,-1-2 0,3-6 0,-3-2 0,-1-2 0,0 0 0,-4 0 0,4 0 0</inkml:trace>
  <inkml:trace contextRef="#ctx0" brushRef="#br0" timeOffset="1">432 667 11444,'0'-14'0,"0"0"0,-2 0 0,-2 2 0,-6 1 0,-2 3 0,-2 2 0,0 3 0,0 2 0,0 2 0,2 4 0,1 4 0,2 3 0,-2 4 0,-2 1 0,0 3 0,0 2 0,4 2 0,3 1 0,1 0 0,0-3 0,2-1 0,3-1 0,5 0 0,6-4 0,4-4 0,4-4 0,-1-2 0,1-4 0,0-4 0,-1-4 0,1-3 0,-1-5 0,-1-3 0,-3 0 0,-5 0 0,-2 0 0,-3-2 0,1 2 0,-2 2 0,-3 1 0,-5 0 0,-4 0 0,-3 0 0,-2 0 0,0 0 0,0 2 0,0 2 0,-6-2 0,-2 4 0</inkml:trace>
  <inkml:trace contextRef="#ctx0" brushRef="#br0" timeOffset="1953">543 625 11424,'2'-12'0,"1"4"0,3 8 0,0 8 0,0 4 0,-3 2 0,-1 0 0,-2 0 0,0 0 0,0 1 0,0 2 0,0 2 0,0-2 0,0-1 0,0-3 0,-2 0 0,-1-2 0,-1-5 0,1-5 0,3-7 0,3-6 0,3-5 0,2-2 0,2 1 0,1-1 0,0 1 0,-2 1 0,2 1 0,2 2 0,1 0 0,-1 2 0,1 3 0,0 4 0,-1 5 0,-3 5 0,-2 4 0,-2 3 0,-2 2 0,-3 0 0,-1 0 0,2-2 0,1-1 0,3-3 0,2-2 0,-4-1 0,6-5 0,-1-2 0,-1-2 0,4-4 0,-3-6 0,4 0 0,1 0 0,-1 0 0,1 0 0,0 0 0,0 0 0,-4 5 0,-1 1 0,0 4 0,-1 5 0,-4 9 0,-2 5 0,-2 4 0,-2-2 0,-1 0 0,-1 0 0,-1 1 0,0-1 0,1-1 0,1-2 0,1 0 0,2-1 0,0 1 0,6 0 0,2 0 0</inkml:trace>
  <inkml:trace contextRef="#ctx0" brushRef="#br0" timeOffset="2230">1114 681 11424,'-6'14'0,"0"0"0,-5 0 0,3 1 0,0 4 0,2 6 0,-2 4 0,2 5 0,0 2 0,3 2 0,1 1 0,1 0 0,-2-2 0,-2 0 0,2 0 0,1-1 0,2-2 0,0-5 0,0-3 0,0-4 0,0-2 0,0-3 0,2-3 0,1-6 0,2-8 0,-2-8 0,-2-6 0,-1-3 0,2-3 0,1-3 0,2-5 0,-2-5 0,0-2 0,0-4 0,2-3 0,-1-2 0,2-3 0,-2-4 0,5 3 0,2 0 0,1 0 0,-3 3 0,1 7 0,0 2 0,3 2 0,-1 8 0,-1 9 0,-2 6 0,-4 5 0,3 7 0,-2 4 0,3 3 0,-4 6 0,-2-1 0,-2 1 0,-1 0 0,0 0 0,2 0 0,3 0 0,-4 2 0,4 1 0,-4 1 0,-1-1 0,-4-1 0,-1-2 0,0-1 0,-1 1 0,-2 0 0,-5 0 0,-1 0 0,4-5 0,1-1 0,-2-2 0,-1-3 0,-1 1 0,3-1 0,0 1 0,0-1 0,3-1 0,1-8 0,6-2 0</inkml:trace>
  <inkml:trace contextRef="#ctx0" brushRef="#br0" timeOffset="2231">1406 695 11324,'-13'0'0,"3"0"0,1 0 0,1 1 0,-1 4 0,3-2 0,6 6 0,0-4 0,0 4 0,0-4 0,0 4 0,0-4 0,0 1 0,0-4 0,0-8 0,0-7 0,0-4 0,1-3 0,2 0 0,4-2 0,0 1 0,4-3 0,2 1 0,2 0 0,2 0 0,2 0 0,-1 1 0,1 2 0,-1 3 0,1 1 0,-1 4 0,1 3 0,-2 4 0,-2 3 0,-1 2 0,0 0 0</inkml:trace>
  <inkml:trace contextRef="#ctx0" brushRef="#br0" timeOffset="2474">1713 667 11324,'0'-14'0,"0"0"0,0 0 0,0 0 0,0 0 0,-2 1 0,-2-1 0,-6 1 0,-2 4 0,-2 4 0,0 4 0,-1 1 0,-2 1 0,-2 4 0,2 6 0,2 4 0,1 5 0,0 0 0,1 2 0,2-2 0,4 0 0,1-1 0,2-1 0,3 1 0,1-2 0,1-3 0,4-5 0,4-4 0,5-4 0,3-1 0,3 0 0,1-1 0,0-4 0,-1-4 0,0-3 0,-3-2 0,-1 0 0,-2 0 0,0 0 0,0 0 0</inkml:trace>
  <inkml:trace contextRef="#ctx0" brushRef="#br0" timeOffset="2852">1838 166 11324,'14'-36'0,"-5"2"0,1 8 0,-1 3 0,-1 4 0,-1 5 1,-2 5 0,1 4 0,3 11 1,-4 7-2,-3 4 1,-2 8 0,0-1 0,0 7-1,0 6 0,0 4 0,0 0 1,0 1-1,0 0 0,0 1 0,-2 2 0,-1 2 0,-2-3 0,-5 0 0,2-4 0,-2-1 0,1-2 0,5-11 0,-4 0 0,2-4 0,3-10 0,1-8 0,4-14 0,1-5 0,3-4 0,2-1 0,2-2 0,3-2 0,2-3 0,2 0 0,2 0 0,-2 2 0,-3 4 0,-3 2 0,-2 5 0,0 3 0,0 2 0,-1 3 0,-2 6 0,-3 8 0,-1 4 0,-2 4 0,0 1 0,-2 3 0,-1 0 0,-3 0 0,-2-3 0,-1-2 0,0-1 0,1 0 0,0 0 0,1-1 0,-4-3 0,-2-2 0,0 0 0,-1-2 0,0 0 0,0-3 0,0-1 0,0-2 0</inkml:trace>
  <inkml:trace contextRef="#ctx0" brushRef="#br0" timeOffset="3664">2242 528 11351,'-5'-14'0,"-1"2"0,0 1 0,-2 3 0,0 2 0,-2 3 0,-3 1 0,-1 2 0,0 2 0,0 2 0,2 6 0,1 2 0,2 2 0,0 0 0,-1 0 0,3 0 0,0 0 0,4 0 0,2-1 0,2 0 0,4-4 0,4-4 0,4-4 0,1-1 0,-1 0 0,1 0 0,0 0 0,0-4 0,0-1 0,0 2 0,0 0 0,0-2 0,-5 4 0,1-4 0,0 3 0,3 2 0,-1 2 0,-3 3 0,-4 4 0,-3 3 0,-2 2 0,0 0 0,0 0 0,0 0 0,0 0 0</inkml:trace>
  <inkml:trace contextRef="#ctx0" brushRef="#br0" timeOffset="4326">2451 556 11328,'-8'6'3,"0"-3"1,5 6-3,-1 2 1,-6-3 0,4 1 0,0 2-1,0 1 1,1 2 0,4 0-1,-3 0-1,0 0 1,-1 0 0,5 0 0,0 0-1,0 0 0,6 0 1,4-2-1,2-3 0,-3-3 0,1-6 0,0 0 0,3 0 0,1-1 0,0-2 0,0-5 0,-1-4 0,3 1 0,1-9 0,2 1 0,-2 1 0,-4 1 0,-2 0 0,-1 0 0,-1-2 0,0 2 0,-1 2 0,-3 4 0,-5 6 0,-4 10 0,1 6 0,2 2 0,1 1 0,1-1 0,4-4 0,4-4 0,4-4 0,1-2 0,-1-4 0,1-3 0,-1-1 0,-2 1 0,-2 1 0,0-1 0,0-1 0,-1 2 0,-2 7 0,-3 8 0,-1 4 0,-2 2 0,0 0 0,0 0 0,2 0 0,2 0 0,4 0 0,6 0 0</inkml:trace>
  <inkml:trace contextRef="#ctx0" brushRef="#br0" timeOffset="4473">3063 528 11352,'-13'0'0,"-1"0"0,0 0 0,0 0 0,0 0 0,0 0 0,0-5 0,0 1 0,0 0 0,0 3 0,0 1 0,5 5 0,0 1 0,-1 1 0,3 4 0,-4 6 0,5 2 0,-1-1 0,1 1 0,3 0 0,2-1 0,1 1 0,0-1 0,1-1 0,4-1 0,6-2 0,4-2 0,4-3 0,-2-4 0,-2-3 0,1-2 0,1 0 0,1-2 0,1-3 0,-1-4 0,-1-3 0,-3-2 0,-3 0 0,-2-2 0,-1-1 0,-3-1 0,-4 1 0,-1 1 0,0 2 0,0 0 0,-1 2 0,-4 1 0,-4 2 0,-3 6 0,-2-3 0</inkml:trace>
  <inkml:trace contextRef="#ctx0" brushRef="#br0" timeOffset="6423">3286 570 11352,'0'-14'0,"0"4"0,0 1 0,0-2 0,-1 0 0,-2 1 0,-2 0 0,-1 7 0,1-1 0,-4 2 0,1 2 0,-1 0 0,-2 0 0,3 5 0,0 1 0,2 2 0,2 1 0,4 5 0,0 0 0,0-5 0,1-1 0,4 0 0,4-1 0,-1 1 0,0 3 0,-1-2 0,1 2 0,1-3 0,4 1 0,-2 2 0,-2 1 0,-5-3 0,4 1 0,0 1 0,0 1 0,-5 2 0,1 0 0,-2 0 0,-4 0 0,-2-2 0,-5-3 0,-4 2 0,-2-6 0,-2-1 0,-3 1 0,-2 0 0,-1-2 0,-1-2 0,3-1 0,1-1 0,1-4 0,-1-4 0,5-4 0,-6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8:14.24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206 1 12696,'-9'0'0,"0"0"0,-2 0 0,3 0 0,-1 0 0,-2 0 0,-2 4 0,0 2 0,-1 2 0,0 3 0,0 1 0,0 4 0,0 1 0,0 1 0,2 7 0,2-3 0,4 1 0,0 0 0,4-1 0,-1 3 0,6-5 0,7-5 0,4 2 0,4-9 0,7 0 0,6-4 0,3-2 0,5-2 0,-2-2 0,1-2 0,3-4 0,7-6 0,1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8:14.73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305 196 12347,'-13'-20'0,"3"4"0,1-2 0,-2 2 0,-1 2 0,2-1 0,1-1 0,-2-1 2,-1 0 1,-2 7 0,0-6-1,0 7 1,-1 3 0,-2 3-1,-2 1 1,2 2 0,2 0-1,2 3 1,2 5 0,2 7-1,-2 5 1,0 5 0,2 1-1,5 2 1,0 0 0,1 0-1,-1 0 1,1-2 0,3-3 0,4-4-1,6-4 1,2-1 0,2-1-1,1-4 1,2-4 0,3-4-1,2-1 1,3 0 0,0-1-1,-1-4 3,0-4 1,-3-2-1,2 0 1,-4 2-6,-3-2 0,-3-6 0,0-2 0,-2 2 0,-2 2 0,-6 1 0,2 0 0,-4 0 0,-2 6 0,-4 4 0,2 2 0,-5 4 0,0 2 0,1 6 0,4 2 0,-4 2 0,3 0 0,-1 0 0,1-5 0,4 0 0,0 2 0,0 2 0,0-4 0,1-1 0,2-1 0,2 1 0,6-5 0,-2 2 0,3 3 0,2-1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8:15.29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56 28 12454,'-14'6'0,"6"-2"0,2 3 0,0-1 0,3 5 0,-5-1 0,2 2 0,1 2 0,5 0 0,0 0 0,2-2 0,2-3 0,4-2 0,6-7 0,0 0 0,0 0 0,1 0 0,2-2 0,2-3 0,0 2 0,-5-6 0,1 0 0,4 1 0,-4-4 0,4 2 0,-4-1 0,-1 2 0,0-2 0,-2 5 0,-1 0 0,-2 0 0,-4-3 0,4 4 0,-4 0 0,3 7 0,-2 2 0,-1 4 0,-5 6 0,0 0 0,0 0 0,1-2 0,2-1 0,2-2 0,6-5 0,-2 0 0,3-2 0,2-4 0,0-1 0,0-3 0,0-2 0,0-1 0,0-4 0,0 3 0,0 0 0,-5 1 0,0-5 0,2 0 0,1 2 0,2 3 0,-6 2 0,-2 14 0,-6 2 0,0 3 0,0 2 0,0-5 0,0 1 0,0 1 0,2 1 0,3 2 0,2 0 0,7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8:17.42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14 1 12454,'-8'11'0,"4"3"0,2 3 0,2 3 0,0 1 0,2 7 0,1 2 0,1 2 0,6-1 0,-4 5 0,0-2 0,0-3 0,4-2 0,-6-1 0,-1 0 0,-1 0 0,3-5 0,-1-2 0,-1 0 0,-1-4 0,-2-2 0,0-1 0,0-8 0,0-6 0,0-8 0,1-9 0,2-1 0,2 1 0,4 1 0,-2 2 0,-1 0 0,0 1 0,5 3 0,-2 3 0,3 0 0,2 3 0,0 4 0,0 1 0,0 4 0,0 1 0,-2 6 0,-1 1 0,-1 2 0,-1 2 0,3-1 0,-1 1 0,-2 1 0,-4 1 0,3-5 0,-2 0 0,-1 0 0,-5 0 0,0-5 0,-2-1 0,-3-2 0,-4-3 0,-3-2 0,-4-1 0,-1 0 0,-1 0 0,-6 0 0,4-1 0,0-2 0,0-2 0,-3 1 0,4 4 0,2 0 0,2 0 0,7 0 0,-4 0 0,4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8:19.09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0 196 12583,'0'14'0,"0"0"0,0 0 0,0 0 0,0 0 0,0-1 0,2 3 0,1 1 0,3 2 0,1-2 0,0-2 0,-1 0 0,1 2 0,-4 2 0,3 0 0,-1-5 0,5-1 0,-2 1 0</inkml:trace>
  <inkml:trace contextRef="#ctx0" brushRef="#br0" timeOffset="1">42 15 12583,'-6'-8'0,"-2"2"0</inkml:trace>
  <inkml:trace contextRef="#ctx0" brushRef="#br0" timeOffset="2">502 252 12737,'0'-14'0,"0"0"0,0 0 0,-6 0 0,-4 0 0,-2 5 0,-2 1 0,0 2 0,0 3 0,0 1 0,-1 2 0,-2 2 0,-2 2 0,-1 4 0,3 6 0,-2 1 0,2 4 0,2 1 0,3 5 0,1-2 0,1 2 0,7 0 0,-1-2 0,2-3 0,2 0 0,2-4 0,2 1 0,7-7 0,6-5 0,0-3 0,6-2 0,2 0-1,2 0 1,-4-7-1,-2-2 1,1-5-1,-2-3 1,0-3 0,-4 0-1,-4-2 1,-4 2-1,-2-2 1,-3 2 0,-1 0 0,-9-11 0,0 2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9:35.42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1 821 12833,'7'10'0,"5"-4"0,4-4 0,1-2-1,1 0 1,-1 0 0,2-2 0,3-2-4,1-2 0,6-8 0,-4 3 1,1-5-1,-1-1 1,-2-1 0,-5 1 0,-1-1 2,1 1 1,-7-1 0,-1 1 0,-2 0 0,-5-1 0,-1 1 0,-2-3 0,0-1 0,0-2 0,0-1 0,0 1 0,2-2 0,2-2 0,2-4-1,-2-1 1,0 0 0,2-1 0,3-2 0,3 2 0,-2 2 0,-3 1 0,-1 1 0,0 2 0,0 2 0,-2 4 0,-2 1 0,-2 3 0,0-1 0,-2 3-1,-4 3 1,-6 6 0,-3 4 0,-3 2 0,1 2 0,-3 4 0,-1 8 0,-2 5 0,2 8 0,1 6 0,3 10 0,-1 5 0,1 7 0,-1 3 0,1 6 0,-1 0 0,1 2 0,1 2 0,5-2 0,3-8 0,8 0 0,0-5 0,0-7 0,2-5 0,4-12 0,5-6 0,5-3 0,-4-8 0,-1-3 0,3-1 0,1-4 0,3-2 0,-1-2 0,1 0 0</inkml:trace>
  <inkml:trace contextRef="#ctx0" brushRef="#br0" timeOffset="1">699 751 12564,'10'-2'0,"-4"-3"0,-2-5 0,0-2 0,1 1 0,-3-3 0,-6-2 0,-7 1 0,-5 3 0,-1 6 0,-1 5 0,1 1 0,-1 0 0,1 1 0,-1 5 0,1 6 0,-2 3 0,-1 5 0,1 1 0,3 2 0,3-1 0,3-3 0,4-1 0,4-1 0,2 1 0,2-3 0,4-1 0,6-5 0,3-1 0,3-4 0,-1-2 0,1-2 0,-1-2 0,0-2 0,1-2 0,-1 1 0,1-1 0,-1-2 0,1 0 0,-1 0 0,1 5 0,-3 3 0,-3 5 0,3 3 0,-3 6 0,4-3 0,-5-5 0,1 4 0,1-2 0,11 5 0,3-3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9:40.97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228 734 12459,'-16'-2'0,"3"-2"0,1-2 0,-1 2 0,-3 2 0,-1 4 0,-1 4 0,1 6 0,-1 3 0,3 3 0,1-1 0,3 2 0,-3 3 0,0 1 0,3-2 0,5-1 0,4-3 0,2 1 0,2-1 0,4-1 0,5-5 0,7-3 0,3-2 0,4 0 0,1-2 0,1-2 0,0-2 0,2 0 0,0-2 0,0-2 0,0-2 0,-1 0 0,-5 0 0,-4 1 0,6-9 0,3 4 0</inkml:trace>
  <inkml:trace contextRef="#ctx0" brushRef="#br0" timeOffset="683">507 804 12459,'0'-18'0,"0"1"0,0-1 0,0 1 0,-2 1 0,-3 4 0,-7 7 0,-4 3 0,-1 2 0,0 0 0,-1 0 0,1 2 0,-3 3 0,1 7 0,-1 4 0,5 1 0,-1 1 0,3-1 0,-1 1 0,5-1 0,1 0 0,4 1 0,4-1 0,8-1 0,7-4 0,6-5 0,1-1 0,-3 0 0,5 0 0,-1-8 0,0-2 0,2-2 0,-5-7 0,3 1 0,-4-4 0,-1 1 0,-3 1 0,-3 3 0,-4-3 0,-2-1 0,-1-3 0,-1 1 0,-2-9 0,-2-1 0</inkml:trace>
  <inkml:trace contextRef="#ctx0" brushRef="#br0" timeOffset="2229">700 716 12459,'17'-8'0,"-5"6"0,-3-5 0,1 1 0,-2-2 0,0 2 0,-6 2 0,-4 8 0,-6 4 0,-2 6 0,-3 1 0,-3 3 0,0-1 0,5 1 0,3-3 0,2-1 0,0-3 0,3 3 0,3 1 0,5 1 0,7-4 0,4-7 0,1-3 0,0-2 0,1-2 0,-1-3 0,1-5 0,1-2 0,3 1 0,1-3 0,-2 0 0,-1 1 0,-5 1 0,-1 1 0,-3-1 0,3 2 0,0 1 0,-3-1 0,-3 14 0,-8 2 0,-6 1 0,0 5 0,0-6 0,8 3 0,4-1 0,4-2 0,7-6 0,1 0 0,-1-2 0,1-2 0,-3-4 0,-3-1 0,4 3 0,-5-4 0,5 2 0,1 5 0,-5-5 0,-3 0 0,1 0 0,0 1 0,-4 1 0,3 4 0,-1-4 0,-2 6 0,-6 0 0,-6 2 0,-2 8 0,1-1 0,-1 1 0,2-4 0,6 5 0,0 3 0,0-4 0,0 1 0,0 3 0,16 2 0,3 1 0</inkml:trace>
  <inkml:trace contextRef="#ctx0" brushRef="#br0" timeOffset="2867">1555 699 12459,'2'-16'0,"2"3"0,2 1 0,-2-2 0,-2-1 0,-4-1 0,-4 5 0,-6 5 0,-3 4 0,-3 2 0,-1 2 0,-4 4 0,1 3 0,-5 7 0,2-2 0,4-3 0,-1 1 0,3 5 0,-1 1 0,5-1 0,1 1 0,-1-1 0,3 1 0,4-1 0,10 1 0,4-3 0,6-3 0,5-6 0,5-5 0,1-2 0,-2-3 0,1-4 0,-1 0 0,2-2 0,-1 3 0,-3-3 0,-2 2 0,-1-2 0,-2 3 0,-3-1 0,1 2 0,-1 0 0,-1 2 0,-2 6 0,-4 8 0,-2 6 0,-2 1 0,0 1 0,0-1 0</inkml:trace>
  <inkml:trace contextRef="#ctx0" brushRef="#br0" timeOffset="2868">1747 472 12459,'0'17'0,"0"1"0,0 1 0,0 2 0,0 3 0,0-3 0,0-2 0,0-1 0,0-1 0,0 1 0,0-1 0,0 1 0,0-1 0,0 1 0,0-1 0,0 1 0,0-1 0,0-15 0,0-8 0,0-7 0,6-7 0,2-1 0,0-2 0,-1 1 0,5 3 0,-4 1 0,2 1 0,1-1 0,7 3 0,-1 3 0,-5-1 0,-1 7 0,3 2 0,-4 2 0,-1 4 0,-1 4 0,-4 5 0,4-1 0,-2 2 0,-2 1 0,-3 3 0,5 1 0,0 1 0,-2-1 0,-2 1 0,4-7 0,0 1 0,-3 2 0,7 1 0,0 3 0</inkml:trace>
  <inkml:trace contextRef="#ctx0" brushRef="#br0" timeOffset="2869">2289 576 12459,'0'-17'0,"-2"0"0,-2-1 0,-4 1 0,0-1 0,-1 3 0,1 1 0,-2 4 0,1 3 0,-5 3 0,-2 2 0,-1 4 0,0 4 0,-1 5 0,1 5 0,-1 3 0,1 2 0,-1 5 0,1-1 0,1 2 0,3-2 0,3 1 0,2-3 0,4 0 0,2 0 0,2-1 0,0-3 0,2-1 0,4-3 0,8-3 0,5-4 0,4-3 0,1 1 0,1-4 0,2-4 0,2-6 0,0-3 0,0-7 0,0-3 0,-1-2 0,-3-3 0,-2-3 0,-1-4 0,-3-2 0,-5-1 0,-5-5 0,-5-4 0,-2-3 0,-4-1 0,-4-1 0,-5 1 0,-7 1 0,-3 1 0,-2 2 0,1 3 0,3 5 0,1 8 0,1 11 0,-1 1 0,1 7 0</inkml:trace>
  <inkml:trace contextRef="#ctx0" brushRef="#br0" timeOffset="2870">2551 681 12913,'11'-2'0,"1"-3"0,-2 1 0,1-8-1,-5-2 0,-4 5 1,-2-3-2,0-2 1,0 5 0,-2-3 1,-4-1 0,-5-1 0,-11 2 0,-1 5 0,2-1 0,-1 6 0,1-4 0,-2 6 0,1 6 0,-3-2 0,2 7 0,2 1 0,1-2 0,5 5 0,3-3 0,4 3 0,0 3 0,7-1 0,-3-1 0,8-3 0,7-1 0,7-6 0,3 4 0,4-3 0,2-3 0,2-2 0,6-4 0,0-2 0,0-1 0,-2-9 0,-4 2 0,-3-1 0,-1 1 0,-8-3 0,1 3 0,-10-4 0,-7-1 0,-1-8 0,0-2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9:35.88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70 973 12713,'2'15'0,"4"-3"0,5-6 0,5-4 0,1-2 0,1 0 0,-1 0 0,1 0 0,-1 0 0,-1-2 0,-3-2 0,-3-4 0,0-2 0,-2-3 0,-1-3 0,-3-1 0,-10 7 0,-5 4 0,-5 6 0,-1 6 0,-1 4 0,1 9 0,-1 3 0,1 1 0,-1 2 0,1-3 0,0 1 0,-1-2 0,8 4 0,5-1 0,3-3 0,2-2 0,0-7 0,2-2 0,5-2 0,11-5 0,-1-1 0,7-2 0,10 0 0,3 0 0</inkml:trace>
  <inkml:trace contextRef="#ctx0" brushRef="#br0" timeOffset="159">419 938 12713,'0'-10'0,"0"4"0,0 12 0,0 6 0,0 5 0,0 5 0,0 3 0,0 0 0,0 2 0,0 0 0,-2 4 0,-1 2 0,-3 4 0,2 2 0,0 2 0,-2 0 0,-6-1 0,-1 3 0,-3 0 0,1-1 0,-5-3 0,-1 0 0,-2 0 0,-2 2 0,-1-4 0,-1-4 0,2-6 0,-2-2 0,2-4 0,-1-3 0,5-7 0,2-3 0,1-2 0,3-2 0,3-6 0,6-8 0,4-5 0,4-3 0,4-1 0,6-3 0,3-1 0,3 2 0,-1-1 0,2 1 0,3-2-3,1 1 0,2 3 0,-3 2 0,1-1 0,-2 1 0,1-1 1,-1 3-1,2 1 0,-1 2 1,-3 3 2,-1-3 0,-1-11 0,0 3 0</inkml:trace>
  <inkml:trace contextRef="#ctx0" brushRef="#br0" timeOffset="160">542 746 12683,'-10'-8'0,"0"6"0,4-4 0,4 4 0,-5 2 0,7 0 0</inkml:trace>
  <inkml:trace contextRef="#ctx0" brushRef="#br0" timeOffset="510">629 920 12683,'-6'18'0,"0"-1"0,0 1 0,6-1 0,8-7 0,4-4 0,3-4 0,3-2 0,-1 0 0,1 0 0,-1-6 0,1-2 0,-1-2 0,1-1 0,-3-7 0,-3 1 0,-2 1 0,-7 3 0,3 1 0,-2 6 0,-10-3 0,-5 1 0,1 4 0,-2 8 0,-1 4 0,-3 1 0,-1 3 0,-1 5 0,1 1 0,-1-1 0,1 1 0,-1-1 0,3 1 0,3-1 0,3 1 0,5-1 0,-2 1 0,2-1 0,2-5 0,4-3 0,4 1 0,5 0 0,5-6 0,1 2 0,1-5 0,-1-1 0,1 0 0</inkml:trace>
  <inkml:trace contextRef="#ctx0" brushRef="#br0" timeOffset="1041">961 955 12683,'0'-17'0,"0"-1"0,0 7 0,0-1 0,0 8 0,-2-2 0,-2 12 0,-4 6 0,-2 3 0,1 3 0,-5-1 0,3 1 0,-3-1 0,4 1 0,-1-1 0,-1 1 0,2-1 0,1 1 0,5-1 0,-2 1 0,0-1 0,14-7 0,3-4 0,5-5 0,1-1 0,1-1 0,-1-5 0,1-4 0,-1 0 0,1-5 0,-1 5 0,1-2 0,-1 1 0,1-1 0,-1-5 0,-7 7 0,-2 2 0,-20 22 0,0 3 0,1-1 0,9-6 0,-2-1 0,-2 1 0,2-6 0,10 2 0,-2 1 0,7-1 0,3-2 0,2-8 0,1-2 0,-1 1 0,-5-3 0,5 0 0,-7-6 0,3 3 0,0-3 0,-1-1 0,5-3 0,-5 1 0,3-1 0,-8 1 0,0-1 0,1 1 0,-5-1 0,6 1 0,-8 0 0</inkml:trace>
  <inkml:trace contextRef="#ctx0" brushRef="#br0" timeOffset="1610">1520 851 12453,'-6'-12'0,"-2"2"0,-2 2 0,5 3 0,-7 5 0,-2 0 0,-1 0 0,-1 7 0,3 3 0,1 4 0,-2 3 0,-1-3 0,-3 9 0,1-2 0,0 3 0,5-5 0,2 4 0,2-3 0,5-3 0,1 1 0,2-1 0,0 1 0,7-9 0,3-1 0,2-2 0,-1 0 0,3 0 0,7-6 0,3-2 0,-3-4 0,-2 2 0,-1-8 0,-1 1 0,1 1 0,-1-6 0,1 7 0,-3-3 0,-3 0 0,3 3 0,-5-5 0,0 2 0,5 1 0,-13 1 0,4 8 0,-10 10 0,-2 2 0,2 3 0,1-3 0,-1 2 0,-2 1 0,0-3 0,6 2 0,8-9 0,3 3 0,5-4 0,1-2 0</inkml:trace>
  <inkml:trace contextRef="#ctx0" brushRef="#br0" timeOffset="1743">1659 693 12453,'-15'-17'0,"3"-1"0,4 9 0,8 9 0,0 9 0</inkml:trace>
  <inkml:trace contextRef="#ctx0" brushRef="#br0" timeOffset="3707">1904 990 12453,'17'0'0,"1"-7"0,-1-5 0,-5-4 0,-2-1 0,-3-1 0,-1 1 0,-6 0 0,0-1 0,-2 8 0,-4 3 0,-5 1 0,-5 0 0,-1 0 0,-3 6 0,-1 2 0,-2 4 0,-1 2 0,7 5 0,-1-1 0,1 1 0,0 3 0,1 1 0,4 1 0,-1-1 0,7 1 0,2-1 0,10 1 0,4-9 0,7-3 0,1-4 0,-1-2 0,0 0 0,1 0 0,-1 0 0,1 0 0,-1 0 0,1 0 0,-1-6 0,1 1 0,-1 1 0,1 2 0,-1 4 0,1 4 0,-7-5 0,-1 7 0,-2 0 0,-1-6 0,-1 4 0,-4 3 0,6-9 0,-8 0 0,-2-1 0,-2-11 0,-4-2 0,1-1 0,-1-3 0,4 1 0,2-1 0,2 1 0,2-1 0,2 1 0,4 0 0,1-1 0,5 3 0,1 1 0,3 4 0,-1 2 0,1 5 0,-1 3 0,-1 5 0,-3 5 0,-3 2 0,0-1 0,0 3 0,1 2 0,1 1 0,-2 0 0,-3 1 0,-1-3 0,0-1 0,0-2 0,0-8 0,-6 3 0</inkml:trace>
  <inkml:trace contextRef="#ctx0" brushRef="#br0" timeOffset="3973">2253 414 12453,'-17'-16'0,"-1"5"0,1 5 0,-1 6 0,1 4 0,-1 6 0,1 3 0,-3 7 0,-1-1 0,-2 0 0,0 7 0,5 1 0</inkml:trace>
  <inkml:trace contextRef="#ctx0" brushRef="#br0" timeOffset="3974">2934 955 12696,'0'-17'0,"2"1"0,2 3 0,2 1 0,0 6 0,-6-5 0,2 1 0,1-4 0,3 3 0,-2-3 0,4-1 0,-2-3 0,-2 3 0,-10 3 0,-6 8 0,-3 6 0,-3 8 0,-1 3 0,-3 9 0,-1 1 0,2 4 0,1 0 0,3 2 0,-1 1 0,1-3 0,2-2 0,3-4 0,6-1 0,4-3 0,4-1 0,6-5 0,7-5 0,9-6 0,1-4 0,2-5 0,0-5 0,4-7 0,0-3 0,0-3 0,-4 0 0,1-4 0,-3-4 0,-2-4 0,-5-2 0,-7 1 0,-3-3 0,4-2 0,-7-7 0,-3 0 0,-5-1 0,-1-5 0,-8 0 0,0 3 0,3 7 0,1 1 0,8 12 0,-8-3 0,-2 10 0</inkml:trace>
  <inkml:trace contextRef="#ctx0" brushRef="#br0" timeOffset="3975">3196 955 12822,'12'0'0,"-1"0"0,-5-2 0,6-1 0,2-3 0,-1-2 0,1 4 0,-3-2 0,3 2 0,-4-3 0,1-1 0,3-2 0,-1-1 0,1-7 0,-4 1 0,-4 1 0,-8 4 0,-8 7 0,-6 5 0,-1 5 0,-1 7 0,1 6 0,1 3 0,3 2 0,1-1 0,1-3 0,1-2 0,4 1 0,4-1 0,2 1 0,0-1 0,2-1 0,4-5 0,6-5 0,3-4 0,2-2 0,3 0 0,1-2 0,3-4 0,7-3 0,-4-9 0</inkml:trace>
  <inkml:trace contextRef="#ctx0" brushRef="#br0" timeOffset="4220">3545 851 12822,'-9'2'0,"1"1"-1,0 3 0,4 2 1,-5-2-1,3 4 1,8-1-1,6-5 0,3-6 1,1-6-1,1-1 1,3-5-1,1-1 1,1-3-1,-1 1 0,-1-1 1,-3-1-1,-1-3 1,2-3-1,-1 0 0,1-2 1,-4 0-1,-3-6 1,-1-4-1,0-6 1,0-2-1,-2-3 0,-2-2 1,-2-3-1,0-1 1,0-2-1,0-1 0,0 7 1,0 7-1,-2 10 1,-2 8-1,-4 9-1,-2 7 1,4 16 0,-5 15 0,-1 7 1,2 8 0,-5 9 0,3 3 0,-1 5 0,1 4 0,-3 8 0,3-2 0,-2 4 0,3 2 0,-3-2 0,8-2 0,2-2 0,2 2 0,-3-8 0,-1-5 0,2-13 0,2-9 0,18 2 0,3-5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49:27.81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0 821 13242,'18'0'0,"-1"0"0,6 0 0,1-2 0,-1-2 0,2-1 0,2-1 0,8 6 0,-2 0 0,-4 0 0,4 0 0,-5 0 0,-1 0 0,6-8 0,-6-2 0</inkml:trace>
  <inkml:trace contextRef="#ctx0" brushRef="#br0" timeOffset="664">419 647 13242,'-9'7'0,"3"5"0,4 3 0,2 3 0,0-1 0,6 1 0,1-1 0,1 1 0,0-1 0,4 1 0,-7-1 0,-1 1 0,-2-7 0,0-1 0,4-2 0,-4 5 0,6-13 0,-8 0 0,0-2 0,0-9 0,0-3 0,-6-1 0,-2-3 0,0 1 0,1-1 0,-1 1 0,4-1 0,-2 1 0,-5-1 0,5 1 0,2-1 0,2 1 0,2 0 0,2 7 0,4 4 0,-2 4 0,7 2 0,3 0 0,1 0 0,3 8 0,-1 3 0,1 5 0,-1 1 0,1 1 0,-1-3 0,1-3 0,-1 4 0,-1-5 0,-3 3 0,-1-2 0,-6 1 0,3-5 0,-1 2 0,-4 3 0,-2-3 0,-2 1 0,0 3 0,-2-4 0,-4-1 0,-6-1 0,-3-2 0,-3-6 0,9 0 0,1 0 0</inkml:trace>
  <inkml:trace contextRef="#ctx0" brushRef="#br0" timeOffset="2548">1362 402 13268,'6'-23'0,"0"-1"0,-2 3 0,-2 2 0,-2 1 0,0 1 0,-2-1 0,-4 1 0,2 7 0,-7 4 0,-3 4 0,-1 2 0,-5 2 0,-1 4 0,-3 8 0,3 7 0,-4 0 0,0 9 0,-1 3 0,-1 3 0,2 5 0,0-2 0,3 0 0,5 0 0,3 1 0,5-1 0,1-2 0,4-2 0,2-2 0,4-4 0,4-4 0,6-3 0,5-3 0,6-5 0,6-5 0,4-5 0,2-2 0,0-2 0,0 0 0,0 0 0,-2-2 0,-2-2 0,-2-3 0,0-3 0,-1-4 0,-5 1 0,-4-1 0,-1 2 0,-1-1 0,-1-3 0,-5-1 0,-5-1 0,-4 1 0,-2-1 0,0 1 0,0 0 0,-2-1 0,-4 1 0,4 5 0,-5 2 0,-1 1 0,-4-1 0,3 4 0,-3-4 0,-2 3 0,-1 1 0,-3 6 0,1 0 0,-1 0 0,1 0 0,-1 2 0,1 4 0,0 5 0,1 5 0,2 1 0,3 1 0,-1-1 0,2 2 0,5 3 0,1 1 0,0-2 0,-2-1 0,4-3 0,6 1 0,8-3 0,5-3 0,4-6 0,3-4 0,-3-2 0,-2-2 0,1-4 0,1-4 0,2-1 0,-1-1 0,-5-2 0,-3-1 0,-2-3 0,-1 1 0,1-1 0,-2 1 0,-3 0 0,-3-1 0,-10 1 0,-3-1 0</inkml:trace>
  <inkml:trace contextRef="#ctx0" brushRef="#br0" timeOffset="2811">1659 542 13268,'-11'6'0,"1"1"0,2 3 0,4 6 0,2 3 0,0 4 0,-1-1 0,-3-3 0,2-2 0,2 1 0,2-1 0,2-1 0,2-2 0,4-5 0,1 1 0,5-2 0,1-1 0,3-3 0,-1-2 0,1-4 0,1-2 0,2-3 0,3-3 0,-3-4 0,-1 1 0,-3-1 0,0 3 0,1-5 0,-1-3 0,-1-5 0,-3 3 0,-3 2 0,-2 5 0,-6 6 0,-4 10 0,-4 6 0,0 6 0,0 1 0,3 1 0,5-5 0,7-5 0,7-4 0,-7-2 0,7 0 0,-4-2 0,3-2 0,3-4 0,-1 1 0,1-1 0,-7-6 0,1 3-1,1-5 1,3 1 0,-1 1 0,-3 2-9,-6-1-3,4 5 9,-8 0 0,5 16 1,-7 4 0,0 3 0,0 3 0,0-1 0,0 1 1,0-1 0,0 1 0,0-1 1,6-5-1,2-1 0,2 3 1,-6-6 0,11 7 0,-5-5 0</inkml:trace>
  <inkml:trace contextRef="#ctx0" brushRef="#br0" timeOffset="2984">2445 647 13031,'-15'1'0,"3"5"0,4 8 0,2 5 0,1 7 0,1 1 0,2 4 0,2 2 0,0 4 0,0 1 0,0 3 0,0-2 0,0-2 0,2-2 0,2-2 0,1-4 0,1-6 0,2-3 0,4-5 0,1-1 0,1-5 0,-2-3 0,-1-8 0,1-7 0,-2-9 0,-1-3 0,-1-4 0,2-3 0,-3-3-37,1-2 1,0-2-1,-4 0 1,2 1 36,-2-1 0,-3-2 0,-1-2 0,0-2 0,0 2 0,0 8 0,0 2 0,0-2 0,0 0 0,0 2 0,0 6 0,0 3 0,0 3 0,2 1 0,4 5 0,6 5 0,1 6 0,1 4 0,-4 3 0,-1 1 0,1 2 0,2 0 0,-1 1 0,1 1 0,0 0 0,-1 1 0,-1 3 0,0 1 0,-2 1 0,-1-1 0,-3 1 0,-2-1 0,-2 0 0,-2-1 0,-2-2 0,-3-5 0,-1 1 0,-2-2 0,0 0 0,-3-5 0,-3 1 0,-1 0 0,-1 2 0,1 0 0,-1-6 0,7 0 0,-1 0 0,8-8 0,-4-2 0</inkml:trace>
  <inkml:trace contextRef="#ctx0" brushRef="#br0" timeOffset="3311">2812 594 12885,'0'10'0,"0"5"0,0-3 0,0-2 0,0 1 0,0 3 0,2-4 0,2 1 0,2 3 0,5-4 0,-3 1 0,2 3 0,-6-4 0,1 1 0,-1-7 0,2 2 0,-4-6 0,4-6 0,-4-6 0,-2-3 0,0-3 0,0-1 0,0-4 0,0-3 0,2-5 0,2 2 0,3 0 0,1 0 0,2 2 0,0 0 0,3 2 0,3-1 0,1 5 0,1 2 0,-1 3 0,1 4 0,1 7 0,2 3 0,3 2 0,-3 0 0,6 7 0,0 3 0</inkml:trace>
  <inkml:trace contextRef="#ctx0" brushRef="#br0" timeOffset="3613">3301 647 12885,'-10'-12'0,"3"0"0,-1-1 0,6 3 0,-6 0 0,2 1 0,-2 1 0,-1 0 0,-5 4 0,-1 2 0,-3 2 0,1 0 0,-1 2 0,1 4 0,-1 6 0,3 5 0,1 4 0,3 3 0,-1-1 0,0 0 0,3 3 0,1-1 0,4 0 0,2-4 0,4-1 0,4-3 0,5-1 0,7-5 0,3-5 0,4-4 0,3-2 0,1 0 0,0 0 0,-2-2 0,-2-4 0,-3-5 0,-3-3 0,-2 1 0,-1 1 0,-4-2 0,-7-1 0,-3-3 0,-2 1 0,0-1 0,-2 1 0,-3 1 0,-7 5 0,-4 5 0,-1-2 0,0 2 0,-1 2 0,1 3 0,-1 1 0,-7 0 0,-2 0 0</inkml:trace>
  <inkml:trace contextRef="#ctx0" brushRef="#br0" timeOffset="5394">3493 35 12885,'0'-17'0,"0"3"0,0 10 0,0 16 0,0 13 0,-2 10 0,-2 4 0,-2 4 0,3 1 0,1 5 0,2 3 0,0 4 0,0 3 0,0-3 0,2-2 0,1-3 0,3-3 0,0-3 0,2-2 0,-6-5 0,4-8 0,-3-7 0,3-4 0,-4-1 0,8-9 0,-6-5 0,2-8 0,1-5 0,-3-11 0,4-1 0,2-2 0,-4-6 0,3 3 0,1 1 0,0 0 0,1-4 0,5 5 0,-3 3 0,-1 2 0,0 1 0,5 3 0,1 3 0,-1 8 0,-1 8 0,-3 8 0,-3 5 0,-2 5 0,-4 1 0,-2 0 0,-2 0 0,0 1 0,0-1 0,0 0 0,0 1 0,0-3 0,0-2 0,-2-1 0,-4-1 0,-6-1 0,-3-3 0,-3-3 0,1 0 0,-1-3 0,1 1 0,-1-4 0,3-4 0,3-6 0,-3-3 0,5-9 0</inkml:trace>
  <inkml:trace contextRef="#ctx0" brushRef="#br0" timeOffset="6716">4017 629 12938,'-17'-17'0,"-1"-1"0,1 3 0,-1 3 0,1 6 0,-1 4 0,1 4 0,-1 4 0,1 6 0,-1 3 0,3 3 0,1-1 0,3 2 0,-1 3 0,2 1 0,4-2 0,5-1 0,1-3 0,0 1 0,1-3 0,5-3 0,6-6 0,3-4 0,3-4 0,-1-4 0,1-4 0,-1-1 0,1 1 0,-3 0 0,-1 2 0,-2-1 0,1 1 0,1-2 0,-1 3 0,-1-1 0,0 6 0,-3 6 0,-1 7 0,-2 5 0,0 1 0,-1 1 0,1-1 0,2-1 0,2-5 0,1 5 0,7-6 0</inkml:trace>
  <inkml:trace contextRef="#ctx0" brushRef="#br0" timeOffset="6717">4174 559 12916,'-11'6'0,"-1"2"0,0 2 0,1 1 0,1 1 0,2-1 0,2 3 0,1 2 0,-1 1 0,2 0 0,2 1 0,2-1 0,2-1 0,2-2 0,3-5 0,3 1 0,4-2 0,1-1 0,3-3 0,-1-2 0,1-2 0,-1 0 0,1-2 0,-1-2 0,1-3 0,-1-3 0,-2-4 0,-1 1 0,-2 1 0,-3-3 0,5 3 0,-2-4 0,-1-1 0,-1 7 0,-2 4 0,-8 12 0,2 4 0,4 7 0,-3-7 0,9-2 0,2-2 0,1 0 0,3-3 0,-1-1 0,1-4 0,-1-1 0,0-5 0,1-2 0,-1-2 0,-1 1 0,-2 1 0,-5 0 0,-1 1 0,-2-3 0,0 4 0,-1 8 0,-1 10 0,-2 6 0,-2 1 0,0 0 0,2-1 0,2-2 0,4-5 0,2 1 0,3-2 0,3 0 0,1-5 0,1-1 0,-1 6 0,1 2 0</inkml:trace>
  <inkml:trace contextRef="#ctx0" brushRef="#br0" timeOffset="6718">5047 594 12855,'0'-17'0,"-2"-1"0,-3 1 0,-7-1 0,-4 3 0,-1 3 0,0 6 0,-1 4 0,-1 2 0,-3 2 0,-1 4 0,2 6 0,-1 3 0,1 5 0,-2 1 0,3 2 0,5 1 0,5-1 0,0 0 0,3-1 0,-1-3 0,4-2 0,2 1 0,4-3-14,4-3 1,4 2 13,7-9 0,2 1 0,3-6 0,3 0 0,2 0 0,2-2 0,-2-3 0,4-5 0,-7-8 0,-3 1 0,-2-1 0,-1 1 0,-3-1 0,-1 1 0,-2 0 0,-6 1 0,3 2 0,-1 3 0,-4-3 0,-2-1 0,-2-3 0,0 1 0</inkml:trace>
  <inkml:trace contextRef="#ctx0" brushRef="#br0" timeOffset="6719">5292 559 12688,'-2'-15'0,"-2"1"0,-2 2 0,0 7 0,6-7 0,0 0 0,0-5 0,-7 7 0,-5 4 0,-3 4 0,-1 4 0,2 2 0,3 2 0,5 6 0,-6-5 0,1 3 0,1 4 0,0-5 0,6 3 0,-1 2 0,1 1 0,9 3 0,5-3 0,8-1 0,1-4 0,4-3 0,-3 5 0,3-4 0,-4-1 0,-1 1 0,-1 4 0,1-4 0,-1-1 0,1 1 0,-9 6 0,-3-3 0,-6 3 0,-6-2 0,-5-5 0,-5 1 0,-9-6 0,-2 4 0,-2-4 0,0-2 0,0 0 0,-6 0 0,0-8 0,0-2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50:21.29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0 452 11699,'2'10'0,"4"-4"0,4-4 0,7-4 0,0-4 0,-5 2 0,0-7 0,1-3 0,3-2 0,-1-1 0,-3 0 0,-4 5 0,-8 0 0,0-1 0,-2 5 0,-4 2 0,2 4 0,-7 4 0,-3 4 0,-2 6 0,5 3 0,-1 3 0,0-1 0,3 0 0,-5 1 0,8-1 0,2 1 0,3-1 0,1 1 0,0-1 0,1-7 0,5-4 0,6-4 0,3-2 0,3 0 0,-1 0 0,1-2 0,-1-4 0,9-4 0,1-7 0</inkml:trace>
  <inkml:trace contextRef="#ctx0" brushRef="#br0" timeOffset="1">297 400 11699,'-6'12'0,"-2"-1"0,1 3 0,-3-1 0,2 1 0,2-4 0,8-3 0,6-1 0,10-6 0,-1-2 0,0-3 0,1-7 0,-1-4 0,1-1 0,-3-1 0,-3 1 0,2 0 0,-7-3 0,1-1 0,0-3 0,4-1 0,-7 4 0,-1-4 0,-2-2 0,-2-3 0,0-3 0,0 2 0,0 2 0,0 8 0,0-2 0,0 3 0,-2 5 0,-4 3 0,-5 6 0,-5 6 0,1 8 0,1 8 0,2 7 0,1 4 0,-1 4 0,1 2 0,-1 4 0,0 2 0,3 1 0,1-1 0,2-2 0,0-2 0,0-2 0,2-2 0,4-4 0,4 0 0,4-1 0,2-1 0,3-4 0,11-1 0,3-3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50:25.54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88 11609,'0'17'0,"0"3"0,0 3 0,0 6 0,0 12 0,0 4 0,0 1 0,0 1 0,0-7 0,0 5 0,0-2 0,0-4 0,0-10 0,0-6 0,0-4 0,8-1 0,1-1 0</inkml:trace>
  <inkml:trace contextRef="#ctx0" brushRef="#br0" timeOffset="1044">402 228 11699,'-2'-18'0,"-2"1"0,-4-1 0,0 1 0,-1-1 0,-1 1 0,-4 1 0,-1 3 0,-3 3 0,1 2 0,-1 4 0,1 2 0,0 2 0,-1 2 0,1 4 0,-1 6 0,1 9 0,-1 4 0,1 3 0,-1 3 0,7 2 0,1 2 0,2 0 0,4-1 0,2-4 0,2-3 0,2 0 0,4 0 0,6-6 0,9 1 0,4-9 0,2-7 0,-3-4 0,5-2 0,0 0 0,-2-2 0,-2-4 0,-1-5 0,-1-5 0,-2-1 0,-3-3 0,-5-1 0,-3-2 0,-2-1 0,-4 1 0,-2 0 0,-2 0 0,0-1 0,-2 1 0,-2 2 0,-4-1 0,-2-1 0,-9 4 0,-8-7 0</inkml:trace>
  <inkml:trace contextRef="#ctx0" brushRef="#br0" timeOffset="1045">734 298 11755,'-10'-18'0,"4"1"0,2-1 0,0 1 0,-2-3 0,1 1 0,-1-1 0,0 5 0,0-1 0,0 1 0,-1-3 0,-1 1 0,-2 1 0,0 3 0,-3 3 0,-3 2 0,-1 4 0,-3 4 0,-1 6 0,-2 6 0,-1 5 0,1 7 0,0 5 0,2 4 0,1 4 0,3 1 0,1 3 0,5-2 0,3-2 0,2-4 0,2-2 0,4-4 0,8-2 0,5-5 0,7-5 0,1-5 0,4-2 0,3-4 0,1-2 0,0-4 0,0-4 0,0-6 0,-2-3 0,-2-5 0,-3-1 0,-5-2 0,-3-1 0,-3 1 0,1-2 0,-2 0 0,-4-1 0,-4 3 0,-2 0 0,-2-2 0,-4-1 0,-6 1 0,-3-6 0,-3 4 0</inkml:trace>
  <inkml:trace contextRef="#ctx0" brushRef="#br0" timeOffset="1548">891 88 11654,'0'-18'0,"0"1"0,2 1 0,2 3 0,3 3 0,3 2 0,4 5 0,1 1 0,3 2 0,-1 2 0,0 1 0,1 5 0,-1 0 0,1 2 0,-1-1 0,1 5 0,-3 1 0,-3 3 0,-6-1 0,-4 1 0,-2-1 0,0 1 0,-2-1 0,-4 1 0,-6-1 0,-3 1 0,-3-1 0,1 1 0,-1-1 0,1 1 0,-1-1 0,1 0 0,0 1 0,1 1 0,2 1 0,5-1 0,1-3 0,4-1 0,2 1 0,2 1 0,2-1 0,4-5 0,7-3 0,7-2 0,5 0 0,2-2 0,-3-2 0,3-2 0,0-2 0,0-4 0,-6 4 0,12-14 0,-5 7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50:22.20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71 641 11655,'17'10'0,"0"-4"0,1-4 0,-1-4 0,1-2 0,-3-4 0,-1 0 0,-4-1 0,-1-1 0,-1-4 0,0-1 0,-4-3 0,-2 1 0,-4 7 0,-2 2 0,-4 3 0,-2-1 0,-1 0 0,-7 6 0,1 0 0,-1 0 0,7 6 0,-1 2 0,-1 3 0,-3 9 0,-1-3 0,-1 8 0,3-1 0,3-1 0,-2 8 0,9-4 0,1 2 0,2-2 0,2-1 0,2-7 0,3-3 0,7-7 0,4-1 0,1-2 0,2 0 0,3-1 0,1-3 0,0-4 0,1-5 0,-1-3 0,8-2 0,-4-5 0</inkml:trace>
  <inkml:trace contextRef="#ctx0" brushRef="#br0" timeOffset="373">385 536 11655,'-8'12'0,"-3"0"0,-3 1 0,2 3 0,5 1 0,1 1 0,0-1 0,0 1 0,6-1 0,0 1 0,0-1 0,0 1 0,2-1 0,2 0 0,2 1 0,5-6 0,-3-3 0,2-1 0,1 4 0,7-6 0,-1-3 0,-5-1 0,0-4 0,1-3 0,3-7 0,-1 2 0,-1-1 0,-2-5 0,1-5 0,1 1 0,-1-3 0,-1 4 0,1 1 0,-3 1 0,0-1 0,-2 1 0,-3 1 0,1 3 0,0 5 0,-2 6 0,-4 8 0,-4 3 0,-2 3 0,2 2 0,2 1 0,2 3 0,2-3 0,4-3 0,6-6 0,1-6 0,1-4 0,-2-4 0,1-2 0,3-1 0,-1-1 0,-1 0 0,-4-1 0,-1-1 0,-1 1 0,2 3 0,-2 0 0,-1 1 0,-1 7 0,-6 2 0,0 7 0,0 11 0,-2-1 0,-4 1 0,4-1 0,-3 1 0,3-1 0,2 1 0,0-1 0,0 1 0,0-1 0,7-7 0,3-3 0</inkml:trace>
  <inkml:trace contextRef="#ctx0" brushRef="#br0" timeOffset="2091">909 554 11655,'-6'17'0,"-2"1"0,0-1 0,1 3 0,3 1 0,0 4 0,0 1 0,-2 1 0,2 0 0,2 2 0,2-2 0,-5 8 0,-1-2 0,2 6 0,2 0 0,2-4 0,0-4 0,0-2 0,0 2 0,0 0 0,0-2 0,0-6 0,0-3 0,0-7 0,0-7 0,0-12 0,2-7 0,2-5 0,2-1 0,-1-3 0,1-3 0,0-2 0,0-4 0,0-2 0,0-4 0,-3-2 0,-1-3 0,0-1 0,2-2 0,2 1 0,-2-3 0,0 1 0,0 1 0,1 0 0,1 3 0,0 1 0,0 6 0,0 6 0,2 4 0,3 5 0,3 9 0,-3 11 0,-3 9 0,-2 7 0,0 3 0,-2 4 0,-2-3 0,-2 5 0,0 0 0,0 4 0,0-3 0,0-1 0,0-2 0,0 0 0,-8 3 0,-2-5 0,-1 2 0,-1-1 0,6-3 0,-6-3 0,-1-3 0,-3-1 0,5-3 0,-1 3 0,-2-6 0,5-4 0,-3-2 0,0-8 0,-5-2 0</inkml:trace>
  <inkml:trace contextRef="#ctx0" brushRef="#br0" timeOffset="2727">1083 571 11655,'8'10'0,"2"-6"0,2-6 0,-3-6 0,1-1 0,-2-5 0,1-2 0,-1-1 0,2-2 0,-2-3 0,1-3 0,-1-2 0,2-4 0,-2-2 0,-1-4 0,-3-2 0,-2-2 0,-2 1 0,0-1 0,0 0 0,0 4 0,0 6 0,0 8 0,-2 5 0,-4 7 0,-3 9 0,-3 12 0,0 13 0,-1 8 0,-1 6 0,1 4 0,3 5 0,0 5 0,3 3 0,-3 2 0,2 2 0,0-1 0,2-3 0,1-4 0,-1-1 0,2-4 0,2-3 0,4-5 0,4-6 0,5-8 0,5-3 0,1-5 0,1-3 0,-1-4 0,1-8 0</inkml:trace>
  <inkml:trace contextRef="#ctx0" brushRef="#br0" timeOffset="2728">1345 589 11734,'0'17'0,"2"-1"0,4-5 0,6-5 0,3-4 0,3-2 0,-7-6 0,1 1 0,0-1 0,-3-2 0,7 0 0,-6-5 0,1 3 0,1 2 0,-6-5 0,5 1 0,-7-4 0,2-1 0,-12 7 0,-5 4 0,-5 5 0,-1 2 0,-3 5 0,-1 6 0,-2 3 0,1 5 0,9 1 0,1 2 0,-1-1 0,-1 3 0,2-2 0,6-1 0,5-3 0,1-1 0,0-1 0,1-1 0,5-5 0,0-1 0,10-6 0,3 2 0,0-3 0,7-1 0,-1-2 0,2 0 0,2-7 0,6-3 0</inkml:trace>
  <inkml:trace contextRef="#ctx0" brushRef="#br0" timeOffset="2729">1730 589 11734,'-6'-12'0,"0"1"0,0-1 0,-2 0 0,-3 3 0,-5 1 0,1 6 0,1 4 0,4 6 0,1 1 0,1 5 0,-2 1 0,3 3 0,-3-1 0,2 1 0,0-1 0,2 1 0,1-1 0,-1 1 0,2-1 0,2-5 0,4-3 0,4-1 0,-2-2 0,7-6 0,3 0 0,1 0 0,3-2 0,-1-4 0,1-3 0,-1-7 0,1 2 0,-1 3 0,-5 5 0,-1-4 0,3 3 0,2-5 0,1 6 0,-5 0 0,-3 8 0,-1 4 0,-2-2 0,-4 8 0,4 1 0,-4-3 0,4 1 0,-3 1 0,3-2 0,-4-1 0,4-3 0,4 4 0,-1 7 0</inkml:trace>
  <inkml:trace contextRef="#ctx0" brushRef="#br0" timeOffset="2730">2061 589 11734,'0'-18'0,"0"7"0,2 1 0,2 0 0,2 1 0,0-3 0,-6-5 0,-2 1 0,-4 4 0,-4 5 0,-7 7 0,1 2 0,5 3 0,-5 5 0,5 8 0,-5 1 0,-1 4 0,1-1 0,3 5 0,3-2 0,2-4 0,2 5 0,6-3 0,0-2 0,0-1 0,2-5 0,4-3 0,6-6 0,3-5 0,3-1 0,-1-1 0,1-5 0,5-4 0,0-7 0,-1-3 0,-3-3 0,-2 2 0,1-9 0,-1 1 0,1 2 0,-9-6 0,-3 6 0,-4-2 0,-2 0 0,0-6 0,0-6 0,0 2 0,0 2 0,-2 2 0,-2 1 0,-3 1 0,-3 3 0,-2 5 0,-5 8 0</inkml:trace>
  <inkml:trace contextRef="#ctx0" brushRef="#br0" timeOffset="2940">2393 641 11642,'0'-17'0,"0"-1"0,0 1 0,0 5 0,-2 1 0,-3-1 0,-7 2 0,-4 4 0,-1 4 0,-1 2 0,1 0 0,0 2 0,-1 4 0,1 4 0,-1 2 0,3-1 0,1 3 0,4 1 0,3 3 0,1-1 0,0 1 0,0-1 0,4-1 0,6-3 0,8-3 0,3-2 0,3-4 0,-1-2 0,1-2 0,-1 0 0,1 0 0,-1-2 0,0-4 0,1-4 0,-3-2 0,-1 1 0,-2-3 0,-1-1 0,-1-3 0,0 7 0,-6-1 0,1-2 0,-1-1 0,-2 5 0,-10-13 0,-1 3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50:17.69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665 243 11658,'0'-12'0,"0"1"0,0-3 0,0-1 0,0-3 0,-6 1 0,0-1 0,-8 7 0,3 1 0,-5 2 0,-1 4 0,-1 10 0,1 6 0,-1 5 0,1 5 0,-1 3 0,1 2 0,1 0 0,3 4 0,3-4 0,2-1 0,1-3 0,3-6 0,-2 1 0,2-1 0,2 1 0,4-3 0,4-3 0,3-4 0,9-8 0,-3-2 0,-3-4 0,4-2 0,-5-5 0,5 1 0,1-2 0,1-1 0,-3-3 0,-1 3 0,-3 3 0,-5-3 0,6 3 0,2-3 0,-5 5 0,3 4 0,-8 6 0,2 6 0,-4 4 0,-2 7 0,0 0 0,0 1 0,0-6 0,0-1 0,0 3 0,0 1 0,0-3 0,1 0 0,5 1 0,-4-5 0,14 7 0,-7-5 0</inkml:trace>
  <inkml:trace contextRef="#ctx0" brushRef="#br0" timeOffset="352">839 173 11658,'-10'8'0,"3"-4"0,7 8 0,0 1 0,0 3 0,0 1 0,0 1 0,0-1 0,6 2 0,-1 3 0,-1 1 0,-2 0 0,0-5 0,4-1 0,-4 1 0,4-1 0,-4-7 0,-2-4 0,0-12 0,0-6 0,0-5 0,2-5 0,1-3 0,3 0 0,0-2 0,2 0 0,2-2 0,1 1 0,1 3 0,-1 2 0,1 0 0,0 1 0,1 5 0,3 3 0,1 5 0,1 1 0,-1 4 0,-1 4 0,-5 6 0,-3 5 0,0 5 0,-6 1 0,6 1 0</inkml:trace>
  <inkml:trace contextRef="#ctx0" brushRef="#br0" timeOffset="2336">141 156 11722,'-2'-10'0,"-4"4"0,2 6 0,-8 6 0,8 10 0,-1 9 0,1 4 0,-2 8 0,4 0 0,-4 9 0,4 3 0,2 1 0,-2 3 0,-2 1 0,-1 2 0,1 2 0,0-7 0,0-8 0,-2-5 0,2-3 0,-4 2 0,3-14 0,1-1 0,2-3 0,-6-9 0,4-2 0,-6-10 0,3-4 0,1-6 0,6-9 0,0-4 0,0-2 0,0-3 0,2-6 0,2-3 0,2-2 0,1-7 0,-3 1 0,2-4 0,-2-1 0,4 0 0,-1-1 0,1 1 0,0 0 0,5 1 0,-1 3 0,2 5 0,-3 6 0,5 0 0,-4 16 0,1 3 0,-1 5 0,3 3 0,-3-2 0,3 7 0,3 5 0,-1 3 0,1 5 0,-1 2 0,-5 2 0,-2 5 0,-3 2 0,-3 5 0,-2-5 0,-2 4 0,0-3 0,0-3 0,0 7 0,0-1 0,-2-2 0,-4-1 0,3-3 0,-7 1 0,0-3 0,0-3 0,1 3 0,-5-5 0,3 0 0,-1 3 0,-6-7 0,1-2 0,5-2 0,1-2 0,-1 0 0,-5 0 0</inkml:trace>
  <inkml:trace contextRef="#ctx0" brushRef="#br0" timeOffset="3255">1276 278 11640,'-10'-8'0,"-4"4"0,7-5 0,-1-1 0,0 0 0,-5 6 0,1-3 0,-4 1 0,-1 0 0,0 4 0,-1 4 0,1 6 0,-1 1 0,3 5 0,1 4 0,4 3 0,1 2 0,1 0 0,0 1 0,4-1 0,2-2 0,2-1 0,0-3 0,2 1 0,4-3 0,6-3 0,5-6 0,4-4 0,3-2 0,-3-2 0,0-2 0,1-4 0,1-2 0,-2-3 0,-1-1 0,-3 1 0,-1 1 0,-3 0 0,-1 1 0,0-1 0,-3-2 0,7 7 0,-14 1 0,4 12 0,-6 3 0,-4 9 0,-2-1 0,0 1 0,6-1 0,2 1 0,4-1 0,-2-5 0,7-1 0,1 1 0,6 6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21:22:38.24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1 821 12833,'7'10'0,"5"-4"0,4-4 0,1-2-1,1 0 1,-1 0 0,2-2 0,3-2-4,1-2 0,6-8 0,-4 3 1,1-5-1,-1-1 1,-2-1 0,-5 1 0,-1-1 2,1 1 1,-7-1 0,-1 1 0,-2 0 0,-5-1 0,-1 1 0,-2-3 0,0-1 0,0-2 0,0-1 0,0 1 0,2-2 0,2-2 0,2-4-1,-2-1 1,0 0 0,2-1 0,3-2 0,3 2 0,-2 2 0,-3 1 0,-1 1 0,0 2 0,0 2 0,-2 4 0,-2 1 0,-2 3 0,0-1 0,-2 3-1,-4 3 1,-6 6 0,-3 4 0,-3 2 0,1 2 0,-3 4 0,-1 8 0,-2 5 0,2 8 0,1 6 0,3 10 0,-1 5 0,1 7 0,-1 3 0,1 6 0,-1 0 0,1 2 0,1 2 0,5-2 0,3-8 0,8 0 0,0-5 0,0-7 0,2-5 0,4-12 0,5-6 0,5-3 0,-4-8 0,-1-3 0,3-1 0,1-4 0,3-2 0,-1-2 0,1 0 0</inkml:trace>
  <inkml:trace contextRef="#ctx0" brushRef="#br0" timeOffset="1">699 751 12564,'10'-2'0,"-4"-3"0,-2-5 0,0-2 0,1 1 0,-3-3 0,-6-2 0,-7 1 0,-5 3 0,-1 6 0,-1 5 0,1 1 0,-1 0 0,1 1 0,-1 5 0,1 6 0,-2 3 0,-1 5 0,1 1 0,3 2 0,3-1 0,3-3 0,4-1 0,4-1 0,2 1 0,2-3 0,4-1 0,6-5 0,3-1 0,3-4 0,-1-2 0,1-2 0,-1-2 0,0-2 0,1-2 0,-1 1 0,1-1 0,-1-2 0,1 0 0,-1 0 0,1 5 0,-3 3 0,-3 5 0,3 3 0,-3 6 0,4-3 0,-5-5 0,1 4 0,1-2 0,11 5 0,3-3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21:22:38.24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228 734 12459,'-16'-2'0,"3"-2"0,1-2 0,-1 2 0,-3 2 0,-1 4 0,-1 4 0,1 6 0,-1 3 0,3 3 0,1-1 0,3 2 0,-3 3 0,0 1 0,3-2 0,5-1 0,4-3 0,2 1 0,2-1 0,4-1 0,5-5 0,7-3 0,3-2 0,4 0 0,1-2 0,1-2 0,0-2 0,2 0 0,0-2 0,0-2 0,0-2 0,-1 0 0,-5 0 0,-4 1 0,6-9 0,3 4 0</inkml:trace>
  <inkml:trace contextRef="#ctx0" brushRef="#br0" timeOffset="1">507 804 12459,'0'-18'0,"0"1"0,0-1 0,0 1 0,-2 1 0,-3 4 0,-7 7 0,-4 3 0,-1 2 0,0 0 0,-1 0 0,1 2 0,-3 3 0,1 7 0,-1 4 0,5 1 0,-1 1 0,3-1 0,-1 1 0,5-1 0,1 0 0,4 1 0,4-1 0,8-1 0,7-4 0,6-5 0,1-1 0,-3 0 0,5 0 0,-1-8 0,0-2 0,2-2 0,-5-7 0,3 1 0,-4-4 0,-1 1 0,-3 1 0,-3 3 0,-4-3 0,-2-1 0,-1-3 0,-1 1 0,-2-9 0,-2-1 0</inkml:trace>
  <inkml:trace contextRef="#ctx0" brushRef="#br0" timeOffset="2">700 716 12459,'17'-8'0,"-5"6"0,-3-5 0,1 1 0,-2-2 0,0 2 0,-6 2 0,-4 8 0,-6 4 0,-2 6 0,-3 1 0,-3 3 0,0-1 0,5 1 0,3-3 0,2-1 0,0-3 0,3 3 0,3 1 0,5 1 0,7-4 0,4-7 0,1-3 0,0-2 0,1-2 0,-1-3 0,1-5 0,1-2 0,3 1 0,1-3 0,-2 0 0,-1 1 0,-5 1 0,-1 1 0,-3-1 0,3 2 0,0 1 0,-3-1 0,-3 14 0,-8 2 0,-6 1 0,0 5 0,0-6 0,8 3 0,4-1 0,4-2 0,7-6 0,1 0 0,-1-2 0,1-2 0,-3-4 0,-3-1 0,4 3 0,-5-4 0,5 2 0,1 5 0,-5-5 0,-3 0 0,1 0 0,0 1 0,-4 1 0,3 4 0,-1-4 0,-2 6 0,-6 0 0,-6 2 0,-2 8 0,1-1 0,-1 1 0,2-4 0,6 5 0,0 3 0,0-4 0,0 1 0,0 3 0,16 2 0,3 1 0</inkml:trace>
  <inkml:trace contextRef="#ctx0" brushRef="#br0" timeOffset="3">1555 699 12459,'2'-16'0,"2"3"0,2 1 0,-2-2 0,-2-1 0,-4-1 0,-4 5 0,-6 5 0,-3 4 0,-3 2 0,-1 2 0,-4 4 0,1 3 0,-5 7 0,2-2 0,4-3 0,-1 1 0,3 5 0,-1 1 0,5-1 0,1 1 0,-1-1 0,3 1 0,4-1 0,10 1 0,4-3 0,6-3 0,5-6 0,5-5 0,1-2 0,-2-3 0,1-4 0,-1 0 0,2-2 0,-1 3 0,-3-3 0,-2 2 0,-1-2 0,-2 3 0,-3-1 0,1 2 0,-1 0 0,-1 2 0,-2 6 0,-4 8 0,-2 6 0,-2 1 0,0 1 0,0-1 0</inkml:trace>
  <inkml:trace contextRef="#ctx0" brushRef="#br0" timeOffset="4">1747 472 12459,'0'17'0,"0"1"0,0 1 0,0 2 0,0 3 0,0-3 0,0-2 0,0-1 0,0-1 0,0 1 0,0-1 0,0 1 0,0-1 0,0 1 0,0-1 0,0 1 0,0-1 0,0-15 0,0-8 0,0-7 0,6-7 0,2-1 0,0-2 0,-1 1 0,5 3 0,-4 1 0,2 1 0,1-1 0,7 3 0,-1 3 0,-5-1 0,-1 7 0,3 2 0,-4 2 0,-1 4 0,-1 4 0,-4 5 0,4-1 0,-2 2 0,-2 1 0,-3 3 0,5 1 0,0 1 0,-2-1 0,-2 1 0,4-7 0,0 1 0,-3 2 0,7 1 0,0 3 0</inkml:trace>
  <inkml:trace contextRef="#ctx0" brushRef="#br0" timeOffset="5">2289 576 12459,'0'-17'0,"-2"0"0,-2-1 0,-4 1 0,0-1 0,-1 3 0,1 1 0,-2 4 0,1 3 0,-5 3 0,-2 2 0,-1 4 0,0 4 0,-1 5 0,1 5 0,-1 3 0,1 2 0,-1 5 0,1-1 0,1 2 0,3-2 0,3 1 0,2-3 0,4 0 0,2 0 0,2-1 0,0-3 0,2-1 0,4-3 0,8-3 0,5-4 0,4-3 0,1 1 0,1-4 0,2-4 0,2-6 0,0-3 0,0-7 0,0-3 0,-1-2 0,-3-3 0,-2-3 0,-1-4 0,-3-2 0,-5-1 0,-5-5 0,-5-4 0,-2-3 0,-4-1 0,-4-1 0,-5 1 0,-7 1 0,-3 1 0,-2 2 0,1 3 0,3 5 0,1 8 0,1 11 0,-1 1 0,1 7 0</inkml:trace>
  <inkml:trace contextRef="#ctx0" brushRef="#br0" timeOffset="6">2551 681 12913,'11'-2'0,"1"-3"0,-2 1 0,1-8-1,-5-2 0,-4 5 1,-2-3-2,0-2 1,0 5 0,-2-3 1,-4-1 0,-5-1 0,-11 2 0,-1 5 0,2-1 0,-1 6 0,1-4 0,-2 6 0,1 6 0,-3-2 0,2 7 0,2 1 0,1-2 0,5 5 0,3-3 0,4 3 0,0 3 0,7-1 0,-3-1 0,8-3 0,7-1 0,7-6 0,3 4 0,4-3 0,2-3 0,2-2 0,6-4 0,0-2 0,0-1 0,-2-9 0,-4 2 0,-3-1 0,-1 1 0,-8-3 0,1 3 0,-10-4 0,-7-1 0,-1-8 0,0-2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21:22:38.25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70 973 12713,'2'15'0,"4"-3"0,5-6 0,5-4 0,1-2 0,1 0 0,-1 0 0,1 0 0,-1 0 0,-1-2 0,-3-2 0,-3-4 0,0-2 0,-2-3 0,-1-3 0,-3-1 0,-10 7 0,-5 4 0,-5 6 0,-1 6 0,-1 4 0,1 9 0,-1 3 0,1 1 0,-1 2 0,1-3 0,0 1 0,-1-2 0,8 4 0,5-1 0,3-3 0,2-2 0,0-7 0,2-2 0,5-2 0,11-5 0,-1-1 0,7-2 0,10 0 0,3 0 0</inkml:trace>
  <inkml:trace contextRef="#ctx0" brushRef="#br0" timeOffset="1">419 938 12713,'0'-10'0,"0"4"0,0 12 0,0 6 0,0 5 0,0 5 0,0 3 0,0 0 0,0 2 0,0 0 0,-2 4 0,-1 2 0,-3 4 0,2 2 0,0 2 0,-2 0 0,-6-1 0,-1 3 0,-3 0 0,1-1 0,-5-3 0,-1 0 0,-2 0 0,-2 2 0,-1-4 0,-1-4 0,2-6 0,-2-2 0,2-4 0,-1-3 0,5-7 0,2-3 0,1-2 0,3-2 0,3-6 0,6-8 0,4-5 0,4-3 0,4-1 0,6-3 0,3-1 0,3 2 0,-1-1 0,2 1 0,3-2-3,1 1 0,2 3 0,-3 2 0,1-1 0,-2 1 0,1-1 1,-1 3-1,2 1 0,-1 2 1,-3 3 2,-1-3 0,-1-11 0,0 3 0</inkml:trace>
  <inkml:trace contextRef="#ctx0" brushRef="#br0" timeOffset="2">542 746 12683,'-10'-8'0,"0"6"0,4-4 0,4 4 0,-5 2 0,7 0 0</inkml:trace>
  <inkml:trace contextRef="#ctx0" brushRef="#br0" timeOffset="3">629 920 12683,'-6'18'0,"0"-1"0,0 1 0,6-1 0,8-7 0,4-4 0,3-4 0,3-2 0,-1 0 0,1 0 0,-1-6 0,1-2 0,-1-2 0,1-1 0,-3-7 0,-3 1 0,-2 1 0,-7 3 0,3 1 0,-2 6 0,-10-3 0,-5 1 0,1 4 0,-2 8 0,-1 4 0,-3 1 0,-1 3 0,-1 5 0,1 1 0,-1-1 0,1 1 0,-1-1 0,3 1 0,3-1 0,3 1 0,5-1 0,-2 1 0,2-1 0,2-5 0,4-3 0,4 1 0,5 0 0,5-6 0,1 2 0,1-5 0,-1-1 0,1 0 0</inkml:trace>
  <inkml:trace contextRef="#ctx0" brushRef="#br0" timeOffset="4">961 955 12683,'0'-17'0,"0"-1"0,0 7 0,0-1 0,0 8 0,-2-2 0,-2 12 0,-4 6 0,-2 3 0,1 3 0,-5-1 0,3 1 0,-3-1 0,4 1 0,-1-1 0,-1 1 0,2-1 0,1 1 0,5-1 0,-2 1 0,0-1 0,14-7 0,3-4 0,5-5 0,1-1 0,1-1 0,-1-5 0,1-4 0,-1 0 0,1-5 0,-1 5 0,1-2 0,-1 1 0,1-1 0,-1-5 0,-7 7 0,-2 2 0,-20 22 0,0 3 0,1-1 0,9-6 0,-2-1 0,-2 1 0,2-6 0,10 2 0,-2 1 0,7-1 0,3-2 0,2-8 0,1-2 0,-1 1 0,-5-3 0,5 0 0,-7-6 0,3 3 0,0-3 0,-1-1 0,5-3 0,-5 1 0,3-1 0,-8 1 0,0-1 0,1 1 0,-5-1 0,6 1 0,-8 0 0</inkml:trace>
  <inkml:trace contextRef="#ctx0" brushRef="#br0" timeOffset="5">1520 851 12453,'-6'-12'0,"-2"2"0,-2 2 0,5 3 0,-7 5 0,-2 0 0,-1 0 0,-1 7 0,3 3 0,1 4 0,-2 3 0,-1-3 0,-3 9 0,1-2 0,0 3 0,5-5 0,2 4 0,2-3 0,5-3 0,1 1 0,2-1 0,0 1 0,7-9 0,3-1 0,2-2 0,-1 0 0,3 0 0,7-6 0,3-2 0,-3-4 0,-2 2 0,-1-8 0,-1 1 0,1 1 0,-1-6 0,1 7 0,-3-3 0,-3 0 0,3 3 0,-5-5 0,0 2 0,5 1 0,-13 1 0,4 8 0,-10 10 0,-2 2 0,2 3 0,1-3 0,-1 2 0,-2 1 0,0-3 0,6 2 0,8-9 0,3 3 0,5-4 0,1-2 0</inkml:trace>
  <inkml:trace contextRef="#ctx0" brushRef="#br0" timeOffset="6">1659 693 12453,'-15'-17'0,"3"-1"0,4 9 0,8 9 0,0 9 0</inkml:trace>
  <inkml:trace contextRef="#ctx0" brushRef="#br0" timeOffset="7">1904 990 12453,'17'0'0,"1"-7"0,-1-5 0,-5-4 0,-2-1 0,-3-1 0,-1 1 0,-6 0 0,0-1 0,-2 8 0,-4 3 0,-5 1 0,-5 0 0,-1 0 0,-3 6 0,-1 2 0,-2 4 0,-1 2 0,7 5 0,-1-1 0,1 1 0,0 3 0,1 1 0,4 1 0,-1-1 0,7 1 0,2-1 0,10 1 0,4-9 0,7-3 0,1-4 0,-1-2 0,0 0 0,1 0 0,-1 0 0,1 0 0,-1 0 0,1 0 0,-1-6 0,1 1 0,-1 1 0,1 2 0,-1 4 0,1 4 0,-7-5 0,-1 7 0,-2 0 0,-1-6 0,-1 4 0,-4 3 0,6-9 0,-8 0 0,-2-1 0,-2-11 0,-4-2 0,1-1 0,-1-3 0,4 1 0,2-1 0,2 1 0,2-1 0,2 1 0,4 0 0,1-1 0,5 3 0,1 1 0,3 4 0,-1 2 0,1 5 0,-1 3 0,-1 5 0,-3 5 0,-3 2 0,0-1 0,0 3 0,1 2 0,1 1 0,-2 0 0,-3 1 0,-1-3 0,0-1 0,0-2 0,0-8 0,-6 3 0</inkml:trace>
  <inkml:trace contextRef="#ctx0" brushRef="#br0" timeOffset="8">2253 414 12453,'-17'-16'0,"-1"5"0,1 5 0,-1 6 0,1 4 0,-1 6 0,1 3 0,-3 7 0,-1-1 0,-2 0 0,0 7 0,5 1 0</inkml:trace>
  <inkml:trace contextRef="#ctx0" brushRef="#br0" timeOffset="9">2934 955 12696,'0'-17'0,"2"1"0,2 3 0,2 1 0,0 6 0,-6-5 0,2 1 0,1-4 0,3 3 0,-2-3 0,4-1 0,-2-3 0,-2 3 0,-10 3 0,-6 8 0,-3 6 0,-3 8 0,-1 3 0,-3 9 0,-1 1 0,2 4 0,1 0 0,3 2 0,-1 1 0,1-3 0,2-2 0,3-4 0,6-1 0,4-3 0,4-1 0,6-5 0,7-5 0,9-6 0,1-4 0,2-5 0,0-5 0,4-7 0,0-3 0,0-3 0,-4 0 0,1-4 0,-3-4 0,-2-4 0,-5-2 0,-7 1 0,-3-3 0,4-2 0,-7-7 0,-3 0 0,-5-1 0,-1-5 0,-8 0 0,0 3 0,3 7 0,1 1 0,8 12 0,-8-3 0,-2 10 0</inkml:trace>
  <inkml:trace contextRef="#ctx0" brushRef="#br0" timeOffset="10">3196 955 12822,'12'0'0,"-1"0"0,-5-2 0,6-1 0,2-3 0,-1-2 0,1 4 0,-3-2 0,3 2 0,-4-3 0,1-1 0,3-2 0,-1-1 0,1-7 0,-4 1 0,-4 1 0,-8 4 0,-8 7 0,-6 5 0,-1 5 0,-1 7 0,1 6 0,1 3 0,3 2 0,1-1 0,1-3 0,1-2 0,4 1 0,4-1 0,2 1 0,0-1 0,2-1 0,4-5 0,6-5 0,3-4 0,2-2 0,3 0 0,1-2 0,3-4 0,7-3 0,-4-9 0</inkml:trace>
  <inkml:trace contextRef="#ctx0" brushRef="#br0" timeOffset="11">3545 851 12822,'-9'2'0,"1"1"-1,0 3 0,4 2 1,-5-2-1,3 4 1,8-1-1,6-5 0,3-6 1,1-6-1,1-1 1,3-5-1,1-1 1,1-3-1,-1 1 0,-1-1 1,-3-1-1,-1-3 1,2-3-1,-1 0 0,1-2 1,-4 0-1,-3-6 1,-1-4-1,0-6 1,0-2-1,-2-3 0,-2-2 1,-2-3-1,0-1 1,0-2-1,0-1 0,0 7 1,0 7-1,-2 10 1,-2 8-1,-4 9-1,-2 7 1,4 16 0,-5 15 0,-1 7 1,2 8 0,-5 9 0,3 3 0,-1 5 0,1 4 0,-3 8 0,3-2 0,-2 4 0,3 2 0,-3-2 0,8-2 0,2-2 0,2 2 0,-3-8 0,-1-5 0,2-13 0,2-9 0,18 2 0,3-5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21:22:38.26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0 821 13242,'18'0'0,"-1"0"0,6 0 0,1-2 0,-1-2 0,2-1 0,2-1 0,8 6 0,-2 0 0,-4 0 0,4 0 0,-5 0 0,-1 0 0,6-8 0,-6-2 0</inkml:trace>
  <inkml:trace contextRef="#ctx0" brushRef="#br0" timeOffset="1">419 647 13242,'-9'7'0,"3"5"0,4 3 0,2 3 0,0-1 0,6 1 0,1-1 0,1 1 0,0-1 0,4 1 0,-7-1 0,-1 1 0,-2-7 0,0-1 0,4-2 0,-4 5 0,6-13 0,-8 0 0,0-2 0,0-9 0,0-3 0,-6-1 0,-2-3 0,0 1 0,1-1 0,-1 1 0,4-1 0,-2 1 0,-5-1 0,5 1 0,2-1 0,2 1 0,2 0 0,2 7 0,4 4 0,-2 4 0,7 2 0,3 0 0,1 0 0,3 8 0,-1 3 0,1 5 0,-1 1 0,1 1 0,-1-3 0,1-3 0,-1 4 0,-1-5 0,-3 3 0,-1-2 0,-6 1 0,3-5 0,-1 2 0,-4 3 0,-2-3 0,-2 1 0,0 3 0,-2-4 0,-4-1 0,-6-1 0,-3-2 0,-3-6 0,9 0 0,1 0 0</inkml:trace>
  <inkml:trace contextRef="#ctx0" brushRef="#br0" timeOffset="2">1362 402 13268,'6'-23'0,"0"-1"0,-2 3 0,-2 2 0,-2 1 0,0 1 0,-2-1 0,-4 1 0,2 7 0,-7 4 0,-3 4 0,-1 2 0,-5 2 0,-1 4 0,-3 8 0,3 7 0,-4 0 0,0 9 0,-1 3 0,-1 3 0,2 5 0,0-2 0,3 0 0,5 0 0,3 1 0,5-1 0,1-2 0,4-2 0,2-2 0,4-4 0,4-4 0,6-3 0,5-3 0,6-5 0,6-5 0,4-5 0,2-2 0,0-2 0,0 0 0,0 0 0,-2-2 0,-2-2 0,-2-3 0,0-3 0,-1-4 0,-5 1 0,-4-1 0,-1 2 0,-1-1 0,-1-3 0,-5-1 0,-5-1 0,-4 1 0,-2-1 0,0 1 0,0 0 0,-2-1 0,-4 1 0,4 5 0,-5 2 0,-1 1 0,-4-1 0,3 4 0,-3-4 0,-2 3 0,-1 1 0,-3 6 0,1 0 0,-1 0 0,1 0 0,-1 2 0,1 4 0,0 5 0,1 5 0,2 1 0,3 1 0,-1-1 0,2 2 0,5 3 0,1 1 0,0-2 0,-2-1 0,4-3 0,6 1 0,8-3 0,5-3 0,4-6 0,3-4 0,-3-2 0,-2-2 0,1-4 0,1-4 0,2-1 0,-1-1 0,-5-2 0,-3-1 0,-2-3 0,-1 1 0,1-1 0,-2 1 0,-3 0 0,-3-1 0,-10 1 0,-3-1 0</inkml:trace>
  <inkml:trace contextRef="#ctx0" brushRef="#br0" timeOffset="3">1659 542 13268,'-11'6'0,"1"1"0,2 3 0,4 6 0,2 3 0,0 4 0,-1-1 0,-3-3 0,2-2 0,2 1 0,2-1 0,2-1 0,2-2 0,4-5 0,1 1 0,5-2 0,1-1 0,3-3 0,-1-2 0,1-4 0,1-2 0,2-3 0,3-3 0,-3-4 0,-1 1 0,-3-1 0,0 3 0,1-5 0,-1-3 0,-1-5 0,-3 3 0,-3 2 0,-2 5 0,-6 6 0,-4 10 0,-4 6 0,0 6 0,0 1 0,3 1 0,5-5 0,7-5 0,7-4 0,-7-2 0,7 0 0,-4-2 0,3-2 0,3-4 0,-1 1 0,1-1 0,-7-6 0,1 3-1,1-5 1,3 1 0,-1 1 0,-3 2-9,-6-1-3,4 5 9,-8 0 0,5 16 1,-7 4 0,0 3 0,0 3 0,0-1 0,0 1 1,0-1 0,0 1 0,0-1 1,6-5-1,2-1 0,2 3 1,-6-6 0,11 7 0,-5-5 0</inkml:trace>
  <inkml:trace contextRef="#ctx0" brushRef="#br0" timeOffset="4">2445 647 13031,'-15'1'0,"3"5"0,4 8 0,2 5 0,1 7 0,1 1 0,2 4 0,2 2 0,0 4 0,0 1 0,0 3 0,0-2 0,0-2 0,2-2 0,2-2 0,1-4 0,1-6 0,2-3 0,4-5 0,1-1 0,1-5 0,-2-3 0,-1-8 0,1-7 0,-2-9 0,-1-3 0,-1-4 0,2-3 0,-3-3-37,1-2 1,0-2-1,-4 0 1,2 1 36,-2-1 0,-3-2 0,-1-2 0,0-2 0,0 2 0,0 8 0,0 2 0,0-2 0,0 0 0,0 2 0,0 6 0,0 3 0,0 3 0,2 1 0,4 5 0,6 5 0,1 6 0,1 4 0,-4 3 0,-1 1 0,1 2 0,2 0 0,-1 1 0,1 1 0,0 0 0,-1 1 0,-1 3 0,0 1 0,-2 1 0,-1-1 0,-3 1 0,-2-1 0,-2 0 0,-2-1 0,-2-2 0,-3-5 0,-1 1 0,-2-2 0,0 0 0,-3-5 0,-3 1 0,-1 0 0,-1 2 0,1 0 0,-1-6 0,7 0 0,-1 0 0,8-8 0,-4-2 0</inkml:trace>
  <inkml:trace contextRef="#ctx0" brushRef="#br0" timeOffset="5">2812 594 12885,'0'10'0,"0"5"0,0-3 0,0-2 0,0 1 0,0 3 0,2-4 0,2 1 0,2 3 0,5-4 0,-3 1 0,2 3 0,-6-4 0,1 1 0,-1-7 0,2 2 0,-4-6 0,4-6 0,-4-6 0,-2-3 0,0-3 0,0-1 0,0-4 0,0-3 0,2-5 0,2 2 0,3 0 0,1 0 0,2 2 0,0 0 0,3 2 0,3-1 0,1 5 0,1 2 0,-1 3 0,1 4 0,1 7 0,2 3 0,3 2 0,-3 0 0,6 7 0,0 3 0</inkml:trace>
  <inkml:trace contextRef="#ctx0" brushRef="#br0" timeOffset="6">3301 647 12885,'-10'-12'0,"3"0"0,-1-1 0,6 3 0,-6 0 0,2 1 0,-2 1 0,-1 0 0,-5 4 0,-1 2 0,-3 2 0,1 0 0,-1 2 0,1 4 0,-1 6 0,3 5 0,1 4 0,3 3 0,-1-1 0,0 0 0,3 3 0,1-1 0,4 0 0,2-4 0,4-1 0,4-3 0,5-1 0,7-5 0,3-5 0,4-4 0,3-2 0,1 0 0,0 0 0,-2-2 0,-2-4 0,-3-5 0,-3-3 0,-2 1 0,-1 1 0,-4-2 0,-7-1 0,-3-3 0,-2 1 0,0-1 0,-2 1 0,-3 1 0,-7 5 0,-4 5 0,-1-2 0,0 2 0,-1 2 0,1 3 0,-1 1 0,-7 0 0,-2 0 0</inkml:trace>
  <inkml:trace contextRef="#ctx0" brushRef="#br0" timeOffset="7">3493 35 12885,'0'-17'0,"0"3"0,0 10 0,0 16 0,0 13 0,-2 10 0,-2 4 0,-2 4 0,3 1 0,1 5 0,2 3 0,0 4 0,0 3 0,0-3 0,2-2 0,1-3 0,3-3 0,0-3 0,2-2 0,-6-5 0,4-8 0,-3-7 0,3-4 0,-4-1 0,8-9 0,-6-5 0,2-8 0,1-5 0,-3-11 0,4-1 0,2-2 0,-4-6 0,3 3 0,1 1 0,0 0 0,1-4 0,5 5 0,-3 3 0,-1 2 0,0 1 0,5 3 0,1 3 0,-1 8 0,-1 8 0,-3 8 0,-3 5 0,-2 5 0,-4 1 0,-2 0 0,-2 0 0,0 1 0,0-1 0,0 0 0,0 1 0,0-3 0,0-2 0,-2-1 0,-4-1 0,-6-1 0,-3-3 0,-3-3 0,1 0 0,-1-3 0,1 1 0,-1-4 0,3-4 0,3-6 0,-3-3 0,5-9 0</inkml:trace>
  <inkml:trace contextRef="#ctx0" brushRef="#br0" timeOffset="8">4017 629 12938,'-17'-17'0,"-1"-1"0,1 3 0,-1 3 0,1 6 0,-1 4 0,1 4 0,-1 4 0,1 6 0,-1 3 0,3 3 0,1-1 0,3 2 0,-1 3 0,2 1 0,4-2 0,5-1 0,1-3 0,0 1 0,1-3 0,5-3 0,6-6 0,3-4 0,3-4 0,-1-4 0,1-4 0,-1-1 0,1 1 0,-3 0 0,-1 2 0,-2-1 0,1 1 0,1-2 0,-1 3 0,-1-1 0,0 6 0,-3 6 0,-1 7 0,-2 5 0,0 1 0,-1 1 0,1-1 0,2-1 0,2-5 0,1 5 0,7-6 0</inkml:trace>
  <inkml:trace contextRef="#ctx0" brushRef="#br0" timeOffset="9">4174 559 12916,'-11'6'0,"-1"2"0,0 2 0,1 1 0,1 1 0,2-1 0,2 3 0,1 2 0,-1 1 0,2 0 0,2 1 0,2-1 0,2-1 0,2-2 0,3-5 0,3 1 0,4-2 0,1-1 0,3-3 0,-1-2 0,1-2 0,-1 0 0,1-2 0,-1-2 0,1-3 0,-1-3 0,-2-4 0,-1 1 0,-2 1 0,-3-3 0,5 3 0,-2-4 0,-1-1 0,-1 7 0,-2 4 0,-8 12 0,2 4 0,4 7 0,-3-7 0,9-2 0,2-2 0,1 0 0,3-3 0,-1-1 0,1-4 0,-1-1 0,0-5 0,1-2 0,-1-2 0,-1 1 0,-2 1 0,-5 0 0,-1 1 0,-2-3 0,0 4 0,-1 8 0,-1 10 0,-2 6 0,-2 1 0,0 0 0,2-1 0,2-2 0,4-5 0,2 1 0,3-2 0,3 0 0,1-5 0,1-1 0,-1 6 0,1 2 0</inkml:trace>
  <inkml:trace contextRef="#ctx0" brushRef="#br0" timeOffset="10">5047 594 12855,'0'-17'0,"-2"-1"0,-3 1 0,-7-1 0,-4 3 0,-1 3 0,0 6 0,-1 4 0,-1 2 0,-3 2 0,-1 4 0,2 6 0,-1 3 0,1 5 0,-2 1 0,3 2 0,5 1 0,5-1 0,0 0 0,3-1 0,-1-3 0,4-2 0,2 1 0,4-3-14,4-3 1,4 2 13,7-9 0,2 1 0,3-6 0,3 0 0,2 0 0,2-2 0,-2-3 0,4-5 0,-7-8 0,-3 1 0,-2-1 0,-1 1 0,-3-1 0,-1 1 0,-2 0 0,-6 1 0,3 2 0,-1 3 0,-4-3 0,-2-1 0,-2-3 0,0 1 0</inkml:trace>
  <inkml:trace contextRef="#ctx0" brushRef="#br0" timeOffset="11">5292 559 12688,'-2'-15'0,"-2"1"0,-2 2 0,0 7 0,6-7 0,0 0 0,0-5 0,-7 7 0,-5 4 0,-3 4 0,-1 4 0,2 2 0,3 2 0,5 6 0,-6-5 0,1 3 0,1 4 0,0-5 0,6 3 0,-1 2 0,1 1 0,9 3 0,5-3 0,8-1 0,1-4 0,4-3 0,-3 5 0,3-4 0,-4-1 0,-1 1 0,-1 4 0,1-4 0,-1-1 0,1 1 0,-9 6 0,-3-3 0,-6 3 0,-6-2 0,-5-5 0,-5 1 0,-9-6 0,-2 4 0,-2-4 0,0-2 0,0 0 0,-6 0 0,0-8 0,0-2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21:22:38.27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0 452 11699,'2'10'0,"4"-4"0,4-4 0,7-4 0,0-4 0,-5 2 0,0-7 0,1-3 0,3-2 0,-1-1 0,-3 0 0,-4 5 0,-8 0 0,0-1 0,-2 5 0,-4 2 0,2 4 0,-7 4 0,-3 4 0,-2 6 0,5 3 0,-1 3 0,0-1 0,3 0 0,-5 1 0,8-1 0,2 1 0,3-1 0,1 1 0,0-1 0,1-7 0,5-4 0,6-4 0,3-2 0,3 0 0,-1 0 0,1-2 0,-1-4 0,9-4 0,1-7 0</inkml:trace>
  <inkml:trace contextRef="#ctx0" brushRef="#br0" timeOffset="1">297 400 11699,'-6'12'0,"-2"-1"0,1 3 0,-3-1 0,2 1 0,2-4 0,8-3 0,6-1 0,10-6 0,-1-2 0,0-3 0,1-7 0,-1-4 0,1-1 0,-3-1 0,-3 1 0,2 0 0,-7-3 0,1-1 0,0-3 0,4-1 0,-7 4 0,-1-4 0,-2-2 0,-2-3 0,0-3 0,0 2 0,0 2 0,0 8 0,0-2 0,0 3 0,-2 5 0,-4 3 0,-5 6 0,-5 6 0,1 8 0,1 8 0,2 7 0,1 4 0,-1 4 0,1 2 0,-1 4 0,0 2 0,3 1 0,1-1 0,2-2 0,0-2 0,0-2 0,2-2 0,4-4 0,4 0 0,4-1 0,2-1 0,3-4 0,11-1 0,3-3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21:22:38.28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71 641 11655,'17'10'0,"0"-4"0,1-4 0,-1-4 0,1-2 0,-3-4 0,-1 0 0,-4-1 0,-1-1 0,-1-4 0,0-1 0,-4-3 0,-2 1 0,-4 7 0,-2 2 0,-4 3 0,-2-1 0,-1 0 0,-7 6 0,1 0 0,-1 0 0,7 6 0,-1 2 0,-1 3 0,-3 9 0,-1-3 0,-1 8 0,3-1 0,3-1 0,-2 8 0,9-4 0,1 2 0,2-2 0,2-1 0,2-7 0,3-3 0,7-7 0,4-1 0,1-2 0,2 0 0,3-1 0,1-3 0,0-4 0,1-5 0,-1-3 0,8-2 0,-4-5 0</inkml:trace>
  <inkml:trace contextRef="#ctx0" brushRef="#br0" timeOffset="1">385 536 11655,'-8'12'0,"-3"0"0,-3 1 0,2 3 0,5 1 0,1 1 0,0-1 0,0 1 0,6-1 0,0 1 0,0-1 0,0 1 0,2-1 0,2 0 0,2 1 0,5-6 0,-3-3 0,2-1 0,1 4 0,7-6 0,-1-3 0,-5-1 0,0-4 0,1-3 0,3-7 0,-1 2 0,-1-1 0,-2-5 0,1-5 0,1 1 0,-1-3 0,-1 4 0,1 1 0,-3 1 0,0-1 0,-2 1 0,-3 1 0,1 3 0,0 5 0,-2 6 0,-4 8 0,-4 3 0,-2 3 0,2 2 0,2 1 0,2 3 0,2-3 0,4-3 0,6-6 0,1-6 0,1-4 0,-2-4 0,1-2 0,3-1 0,-1-1 0,-1 0 0,-4-1 0,-1-1 0,-1 1 0,2 3 0,-2 0 0,-1 1 0,-1 7 0,-6 2 0,0 7 0,0 11 0,-2-1 0,-4 1 0,4-1 0,-3 1 0,3-1 0,2 1 0,0-1 0,0 1 0,0-1 0,7-7 0,3-3 0</inkml:trace>
  <inkml:trace contextRef="#ctx0" brushRef="#br0" timeOffset="2">909 554 11655,'-6'17'0,"-2"1"0,0-1 0,1 3 0,3 1 0,0 4 0,0 1 0,-2 1 0,2 0 0,2 2 0,2-2 0,-5 8 0,-1-2 0,2 6 0,2 0 0,2-4 0,0-4 0,0-2 0,0 2 0,0 0 0,0-2 0,0-6 0,0-3 0,0-7 0,0-7 0,0-12 0,2-7 0,2-5 0,2-1 0,-1-3 0,1-3 0,0-2 0,0-4 0,0-2 0,0-4 0,-3-2 0,-1-3 0,0-1 0,2-2 0,2 1 0,-2-3 0,0 1 0,0 1 0,1 0 0,1 3 0,0 1 0,0 6 0,0 6 0,2 4 0,3 5 0,3 9 0,-3 11 0,-3 9 0,-2 7 0,0 3 0,-2 4 0,-2-3 0,-2 5 0,0 0 0,0 4 0,0-3 0,0-1 0,0-2 0,0 0 0,-8 3 0,-2-5 0,-1 2 0,-1-1 0,6-3 0,-6-3 0,-1-3 0,-3-1 0,5-3 0,-1 3 0,-2-6 0,5-4 0,-3-2 0,0-8 0,-5-2 0</inkml:trace>
  <inkml:trace contextRef="#ctx0" brushRef="#br0" timeOffset="3">1083 571 11655,'8'10'0,"2"-6"0,2-6 0,-3-6 0,1-1 0,-2-5 0,1-2 0,-1-1 0,2-2 0,-2-3 0,1-3 0,-1-2 0,2-4 0,-2-2 0,-1-4 0,-3-2 0,-2-2 0,-2 1 0,0-1 0,0 0 0,0 4 0,0 6 0,0 8 0,-2 5 0,-4 7 0,-3 9 0,-3 12 0,0 13 0,-1 8 0,-1 6 0,1 4 0,3 5 0,0 5 0,3 3 0,-3 2 0,2 2 0,0-1 0,2-3 0,1-4 0,-1-1 0,2-4 0,2-3 0,4-5 0,4-6 0,5-8 0,5-3 0,1-5 0,1-3 0,-1-4 0,1-8 0</inkml:trace>
  <inkml:trace contextRef="#ctx0" brushRef="#br0" timeOffset="4">1345 589 11734,'0'17'0,"2"-1"0,4-5 0,6-5 0,3-4 0,3-2 0,-7-6 0,1 1 0,0-1 0,-3-2 0,7 0 0,-6-5 0,1 3 0,1 2 0,-6-5 0,5 1 0,-7-4 0,2-1 0,-12 7 0,-5 4 0,-5 5 0,-1 2 0,-3 5 0,-1 6 0,-2 3 0,1 5 0,9 1 0,1 2 0,-1-1 0,-1 3 0,2-2 0,6-1 0,5-3 0,1-1 0,0-1 0,1-1 0,5-5 0,0-1 0,10-6 0,3 2 0,0-3 0,7-1 0,-1-2 0,2 0 0,2-7 0,6-3 0</inkml:trace>
  <inkml:trace contextRef="#ctx0" brushRef="#br0" timeOffset="5">1730 589 11734,'-6'-12'0,"0"1"0,0-1 0,-2 0 0,-3 3 0,-5 1 0,1 6 0,1 4 0,4 6 0,1 1 0,1 5 0,-2 1 0,3 3 0,-3-1 0,2 1 0,0-1 0,2 1 0,1-1 0,-1 1 0,2-1 0,2-5 0,4-3 0,4-1 0,-2-2 0,7-6 0,3 0 0,1 0 0,3-2 0,-1-4 0,1-3 0,-1-7 0,1 2 0,-1 3 0,-5 5 0,-1-4 0,3 3 0,2-5 0,1 6 0,-5 0 0,-3 8 0,-1 4 0,-2-2 0,-4 8 0,4 1 0,-4-3 0,4 1 0,-3 1 0,3-2 0,-4-1 0,4-3 0,4 4 0,-1 7 0</inkml:trace>
  <inkml:trace contextRef="#ctx0" brushRef="#br0" timeOffset="6">2061 589 11734,'0'-18'0,"0"7"0,2 1 0,2 0 0,2 1 0,0-3 0,-6-5 0,-2 1 0,-4 4 0,-4 5 0,-7 7 0,1 2 0,5 3 0,-5 5 0,5 8 0,-5 1 0,-1 4 0,1-1 0,3 5 0,3-2 0,2-4 0,2 5 0,6-3 0,0-2 0,0-1 0,2-5 0,4-3 0,6-6 0,3-5 0,3-1 0,-1-1 0,1-5 0,5-4 0,0-7 0,-1-3 0,-3-3 0,-2 2 0,1-9 0,-1 1 0,1 2 0,-9-6 0,-3 6 0,-4-2 0,-2 0 0,0-6 0,0-6 0,0 2 0,0 2 0,-2 2 0,-2 1 0,-3 1 0,-3 3 0,-2 5 0,-5 8 0</inkml:trace>
  <inkml:trace contextRef="#ctx0" brushRef="#br0" timeOffset="7">2393 641 11642,'0'-17'0,"0"-1"0,0 1 0,0 5 0,-2 1 0,-3-1 0,-7 2 0,-4 4 0,-1 4 0,-1 2 0,1 0 0,0 2 0,-1 4 0,1 4 0,-1 2 0,3-1 0,1 3 0,4 1 0,3 3 0,1-1 0,0 1 0,0-1 0,4-1 0,6-3 0,8-3 0,3-2 0,3-4 0,-1-2 0,1-2 0,-1 0 0,1 0 0,-1-2 0,0-4 0,1-4 0,-3-2 0,-1 1 0,-2-3 0,-1-1 0,-1-3 0,0 7 0,-6-1 0,1-2 0,-1-1 0,-2 5 0,-10-13 0,-1 3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21:22:38.29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665 243 11658,'0'-12'0,"0"1"0,0-3 0,0-1 0,0-3 0,-6 1 0,0-1 0,-8 7 0,3 1 0,-5 2 0,-1 4 0,-1 10 0,1 6 0,-1 5 0,1 5 0,-1 3 0,1 2 0,1 0 0,3 4 0,3-4 0,2-1 0,1-3 0,3-6 0,-2 1 0,2-1 0,2 1 0,4-3 0,4-3 0,3-4 0,9-8 0,-3-2 0,-3-4 0,4-2 0,-5-5 0,5 1 0,1-2 0,1-1 0,-3-3 0,-1 3 0,-3 3 0,-5-3 0,6 3 0,2-3 0,-5 5 0,3 4 0,-8 6 0,2 6 0,-4 4 0,-2 7 0,0 0 0,0 1 0,0-6 0,0-1 0,0 3 0,0 1 0,0-3 0,1 0 0,5 1 0,-4-5 0,14 7 0,-7-5 0</inkml:trace>
  <inkml:trace contextRef="#ctx0" brushRef="#br0" timeOffset="1">839 173 11658,'-10'8'0,"3"-4"0,7 8 0,0 1 0,0 3 0,0 1 0,0 1 0,0-1 0,6 2 0,-1 3 0,-1 1 0,-2 0 0,0-5 0,4-1 0,-4 1 0,4-1 0,-4-7 0,-2-4 0,0-12 0,0-6 0,0-5 0,2-5 0,1-3 0,3 0 0,0-2 0,2 0 0,2-2 0,1 1 0,1 3 0,-1 2 0,1 0 0,0 1 0,1 5 0,3 3 0,1 5 0,1 1 0,-1 4 0,-1 4 0,-5 6 0,-3 5 0,0 5 0,-6 1 0,6 1 0</inkml:trace>
  <inkml:trace contextRef="#ctx0" brushRef="#br0" timeOffset="2">141 156 11722,'-2'-10'0,"-4"4"0,2 6 0,-8 6 0,8 10 0,-1 9 0,1 4 0,-2 8 0,4 0 0,-4 9 0,4 3 0,2 1 0,-2 3 0,-2 1 0,-1 2 0,1 2 0,0-7 0,0-8 0,-2-5 0,2-3 0,-4 2 0,3-14 0,1-1 0,2-3 0,-6-9 0,4-2 0,-6-10 0,3-4 0,1-6 0,6-9 0,0-4 0,0-2 0,0-3 0,2-6 0,2-3 0,2-2 0,1-7 0,-3 1 0,2-4 0,-2-1 0,4 0 0,-1-1 0,1 1 0,0 0 0,5 1 0,-1 3 0,2 5 0,-3 6 0,5 0 0,-4 16 0,1 3 0,-1 5 0,3 3 0,-3-2 0,3 7 0,3 5 0,-1 3 0,1 5 0,-1 2 0,-5 2 0,-2 5 0,-3 2 0,-3 5 0,-2-5 0,-2 4 0,0-3 0,0-3 0,0 7 0,0-1 0,-2-2 0,-4-1 0,3-3 0,-7 1 0,0-3 0,0-3 0,1 3 0,-5-5 0,3 0 0,-1 3 0,-6-7 0,1-2 0,5-2 0,1-2 0,-1 0 0,-5 0 0</inkml:trace>
  <inkml:trace contextRef="#ctx0" brushRef="#br0" timeOffset="3">1276 278 11640,'-10'-8'0,"-4"4"0,7-5 0,-1-1 0,0 0 0,-5 6 0,1-3 0,-4 1 0,-1 0 0,0 4 0,-1 4 0,1 6 0,-1 1 0,3 5 0,1 4 0,4 3 0,1 2 0,1 0 0,0 1 0,4-1 0,2-2 0,2-1 0,0-3 0,2 1 0,4-3 0,6-3 0,5-6 0,4-4 0,3-2 0,-3-2 0,0-2 0,1-4 0,1-2 0,-2-3 0,-1-1 0,-3 1 0,-1 1 0,-3 0 0,-1 1 0,0-1 0,-3-2 0,7 7 0,-14 1 0,4 12 0,-6 3 0,-4 9 0,-2-1 0,0 1 0,6-1 0,2 1 0,4-1 0,-2-5 0,7-1 0,1 1 0,6 6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21:24:22.55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1 821 12833,'7'10'0,"5"-4"0,4-4 0,1-2-1,1 0 1,-1 0 0,2-2 0,3-2-4,1-2 0,6-8 0,-4 3 1,1-5-1,-1-1 1,-2-1 0,-5 1 0,-1-1 2,1 1 1,-7-1 0,-1 1 0,-2 0 0,-5-1 0,-1 1 0,-2-3 0,0-1 0,0-2 0,0-1 0,0 1 0,2-2 0,2-2 0,2-4-1,-2-1 1,0 0 0,2-1 0,3-2 0,3 2 0,-2 2 0,-3 1 0,-1 1 0,0 2 0,0 2 0,-2 4 0,-2 1 0,-2 3 0,0-1 0,-2 3-1,-4 3 1,-6 6 0,-3 4 0,-3 2 0,1 2 0,-3 4 0,-1 8 0,-2 5 0,2 8 0,1 6 0,3 10 0,-1 5 0,1 7 0,-1 3 0,1 6 0,-1 0 0,1 2 0,1 2 0,5-2 0,3-8 0,8 0 0,0-5 0,0-7 0,2-5 0,4-12 0,5-6 0,5-3 0,-4-8 0,-1-3 0,3-1 0,1-4 0,3-2 0,-1-2 0,1 0 0</inkml:trace>
  <inkml:trace contextRef="#ctx0" brushRef="#br0" timeOffset="1">699 751 12564,'10'-2'0,"-4"-3"0,-2-5 0,0-2 0,1 1 0,-3-3 0,-6-2 0,-7 1 0,-5 3 0,-1 6 0,-1 5 0,1 1 0,-1 0 0,1 1 0,-1 5 0,1 6 0,-2 3 0,-1 5 0,1 1 0,3 2 0,3-1 0,3-3 0,4-1 0,4-1 0,2 1 0,2-3 0,4-1 0,6-5 0,3-1 0,3-4 0,-1-2 0,1-2 0,-1-2 0,0-2 0,1-2 0,-1 1 0,1-1 0,-1-2 0,1 0 0,-1 0 0,1 5 0,-3 3 0,-3 5 0,3 3 0,-3 6 0,4-3 0,-5-5 0,1 4 0,1-2 0,11 5 0,3-3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21:24:22.55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228 734 12459,'-16'-2'0,"3"-2"0,1-2 0,-1 2 0,-3 2 0,-1 4 0,-1 4 0,1 6 0,-1 3 0,3 3 0,1-1 0,3 2 0,-3 3 0,0 1 0,3-2 0,5-1 0,4-3 0,2 1 0,2-1 0,4-1 0,5-5 0,7-3 0,3-2 0,4 0 0,1-2 0,1-2 0,0-2 0,2 0 0,0-2 0,0-2 0,0-2 0,-1 0 0,-5 0 0,-4 1 0,6-9 0,3 4 0</inkml:trace>
  <inkml:trace contextRef="#ctx0" brushRef="#br0" timeOffset="1">507 804 12459,'0'-18'0,"0"1"0,0-1 0,0 1 0,-2 1 0,-3 4 0,-7 7 0,-4 3 0,-1 2 0,0 0 0,-1 0 0,1 2 0,-3 3 0,1 7 0,-1 4 0,5 1 0,-1 1 0,3-1 0,-1 1 0,5-1 0,1 0 0,4 1 0,4-1 0,8-1 0,7-4 0,6-5 0,1-1 0,-3 0 0,5 0 0,-1-8 0,0-2 0,2-2 0,-5-7 0,3 1 0,-4-4 0,-1 1 0,-3 1 0,-3 3 0,-4-3 0,-2-1 0,-1-3 0,-1 1 0,-2-9 0,-2-1 0</inkml:trace>
  <inkml:trace contextRef="#ctx0" brushRef="#br0" timeOffset="2">700 716 12459,'17'-8'0,"-5"6"0,-3-5 0,1 1 0,-2-2 0,0 2 0,-6 2 0,-4 8 0,-6 4 0,-2 6 0,-3 1 0,-3 3 0,0-1 0,5 1 0,3-3 0,2-1 0,0-3 0,3 3 0,3 1 0,5 1 0,7-4 0,4-7 0,1-3 0,0-2 0,1-2 0,-1-3 0,1-5 0,1-2 0,3 1 0,1-3 0,-2 0 0,-1 1 0,-5 1 0,-1 1 0,-3-1 0,3 2 0,0 1 0,-3-1 0,-3 14 0,-8 2 0,-6 1 0,0 5 0,0-6 0,8 3 0,4-1 0,4-2 0,7-6 0,1 0 0,-1-2 0,1-2 0,-3-4 0,-3-1 0,4 3 0,-5-4 0,5 2 0,1 5 0,-5-5 0,-3 0 0,1 0 0,0 1 0,-4 1 0,3 4 0,-1-4 0,-2 6 0,-6 0 0,-6 2 0,-2 8 0,1-1 0,-1 1 0,2-4 0,6 5 0,0 3 0,0-4 0,0 1 0,0 3 0,16 2 0,3 1 0</inkml:trace>
  <inkml:trace contextRef="#ctx0" brushRef="#br0" timeOffset="3">1555 699 12459,'2'-16'0,"2"3"0,2 1 0,-2-2 0,-2-1 0,-4-1 0,-4 5 0,-6 5 0,-3 4 0,-3 2 0,-1 2 0,-4 4 0,1 3 0,-5 7 0,2-2 0,4-3 0,-1 1 0,3 5 0,-1 1 0,5-1 0,1 1 0,-1-1 0,3 1 0,4-1 0,10 1 0,4-3 0,6-3 0,5-6 0,5-5 0,1-2 0,-2-3 0,1-4 0,-1 0 0,2-2 0,-1 3 0,-3-3 0,-2 2 0,-1-2 0,-2 3 0,-3-1 0,1 2 0,-1 0 0,-1 2 0,-2 6 0,-4 8 0,-2 6 0,-2 1 0,0 1 0,0-1 0</inkml:trace>
  <inkml:trace contextRef="#ctx0" brushRef="#br0" timeOffset="4">1747 472 12459,'0'17'0,"0"1"0,0 1 0,0 2 0,0 3 0,0-3 0,0-2 0,0-1 0,0-1 0,0 1 0,0-1 0,0 1 0,0-1 0,0 1 0,0-1 0,0 1 0,0-1 0,0-15 0,0-8 0,0-7 0,6-7 0,2-1 0,0-2 0,-1 1 0,5 3 0,-4 1 0,2 1 0,1-1 0,7 3 0,-1 3 0,-5-1 0,-1 7 0,3 2 0,-4 2 0,-1 4 0,-1 4 0,-4 5 0,4-1 0,-2 2 0,-2 1 0,-3 3 0,5 1 0,0 1 0,-2-1 0,-2 1 0,4-7 0,0 1 0,-3 2 0,7 1 0,0 3 0</inkml:trace>
  <inkml:trace contextRef="#ctx0" brushRef="#br0" timeOffset="5">2289 576 12459,'0'-17'0,"-2"0"0,-2-1 0,-4 1 0,0-1 0,-1 3 0,1 1 0,-2 4 0,1 3 0,-5 3 0,-2 2 0,-1 4 0,0 4 0,-1 5 0,1 5 0,-1 3 0,1 2 0,-1 5 0,1-1 0,1 2 0,3-2 0,3 1 0,2-3 0,4 0 0,2 0 0,2-1 0,0-3 0,2-1 0,4-3 0,8-3 0,5-4 0,4-3 0,1 1 0,1-4 0,2-4 0,2-6 0,0-3 0,0-7 0,0-3 0,-1-2 0,-3-3 0,-2-3 0,-1-4 0,-3-2 0,-5-1 0,-5-5 0,-5-4 0,-2-3 0,-4-1 0,-4-1 0,-5 1 0,-7 1 0,-3 1 0,-2 2 0,1 3 0,3 5 0,1 8 0,1 11 0,-1 1 0,1 7 0</inkml:trace>
  <inkml:trace contextRef="#ctx0" brushRef="#br0" timeOffset="6">2551 681 12913,'11'-2'0,"1"-3"0,-2 1 0,1-8-1,-5-2 0,-4 5 1,-2-3-2,0-2 1,0 5 0,-2-3 1,-4-1 0,-5-1 0,-11 2 0,-1 5 0,2-1 0,-1 6 0,1-4 0,-2 6 0,1 6 0,-3-2 0,2 7 0,2 1 0,1-2 0,5 5 0,3-3 0,4 3 0,0 3 0,7-1 0,-3-1 0,8-3 0,7-1 0,7-6 0,3 4 0,4-3 0,2-3 0,2-2 0,6-4 0,0-2 0,0-1 0,-2-9 0,-4 2 0,-3-1 0,-1 1 0,-8-3 0,1 3 0,-10-4 0,-7-1 0,-1-8 0,0-2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21:24:22.56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70 973 12713,'2'15'0,"4"-3"0,5-6 0,5-4 0,1-2 0,1 0 0,-1 0 0,1 0 0,-1 0 0,-1-2 0,-3-2 0,-3-4 0,0-2 0,-2-3 0,-1-3 0,-3-1 0,-10 7 0,-5 4 0,-5 6 0,-1 6 0,-1 4 0,1 9 0,-1 3 0,1 1 0,-1 2 0,1-3 0,0 1 0,-1-2 0,8 4 0,5-1 0,3-3 0,2-2 0,0-7 0,2-2 0,5-2 0,11-5 0,-1-1 0,7-2 0,10 0 0,3 0 0</inkml:trace>
  <inkml:trace contextRef="#ctx0" brushRef="#br0" timeOffset="1">419 938 12713,'0'-10'0,"0"4"0,0 12 0,0 6 0,0 5 0,0 5 0,0 3 0,0 0 0,0 2 0,0 0 0,-2 4 0,-1 2 0,-3 4 0,2 2 0,0 2 0,-2 0 0,-6-1 0,-1 3 0,-3 0 0,1-1 0,-5-3 0,-1 0 0,-2 0 0,-2 2 0,-1-4 0,-1-4 0,2-6 0,-2-2 0,2-4 0,-1-3 0,5-7 0,2-3 0,1-2 0,3-2 0,3-6 0,6-8 0,4-5 0,4-3 0,4-1 0,6-3 0,3-1 0,3 2 0,-1-1 0,2 1 0,3-2-3,1 1 0,2 3 0,-3 2 0,1-1 0,-2 1 0,1-1 1,-1 3-1,2 1 0,-1 2 1,-3 3 2,-1-3 0,-1-11 0,0 3 0</inkml:trace>
  <inkml:trace contextRef="#ctx0" brushRef="#br0" timeOffset="2">542 746 12683,'-10'-8'0,"0"6"0,4-4 0,4 4 0,-5 2 0,7 0 0</inkml:trace>
  <inkml:trace contextRef="#ctx0" brushRef="#br0" timeOffset="3">629 920 12683,'-6'18'0,"0"-1"0,0 1 0,6-1 0,8-7 0,4-4 0,3-4 0,3-2 0,-1 0 0,1 0 0,-1-6 0,1-2 0,-1-2 0,1-1 0,-3-7 0,-3 1 0,-2 1 0,-7 3 0,3 1 0,-2 6 0,-10-3 0,-5 1 0,1 4 0,-2 8 0,-1 4 0,-3 1 0,-1 3 0,-1 5 0,1 1 0,-1-1 0,1 1 0,-1-1 0,3 1 0,3-1 0,3 1 0,5-1 0,-2 1 0,2-1 0,2-5 0,4-3 0,4 1 0,5 0 0,5-6 0,1 2 0,1-5 0,-1-1 0,1 0 0</inkml:trace>
  <inkml:trace contextRef="#ctx0" brushRef="#br0" timeOffset="4">961 955 12683,'0'-17'0,"0"-1"0,0 7 0,0-1 0,0 8 0,-2-2 0,-2 12 0,-4 6 0,-2 3 0,1 3 0,-5-1 0,3 1 0,-3-1 0,4 1 0,-1-1 0,-1 1 0,2-1 0,1 1 0,5-1 0,-2 1 0,0-1 0,14-7 0,3-4 0,5-5 0,1-1 0,1-1 0,-1-5 0,1-4 0,-1 0 0,1-5 0,-1 5 0,1-2 0,-1 1 0,1-1 0,-1-5 0,-7 7 0,-2 2 0,-20 22 0,0 3 0,1-1 0,9-6 0,-2-1 0,-2 1 0,2-6 0,10 2 0,-2 1 0,7-1 0,3-2 0,2-8 0,1-2 0,-1 1 0,-5-3 0,5 0 0,-7-6 0,3 3 0,0-3 0,-1-1 0,5-3 0,-5 1 0,3-1 0,-8 1 0,0-1 0,1 1 0,-5-1 0,6 1 0,-8 0 0</inkml:trace>
  <inkml:trace contextRef="#ctx0" brushRef="#br0" timeOffset="5">1520 851 12453,'-6'-12'0,"-2"2"0,-2 2 0,5 3 0,-7 5 0,-2 0 0,-1 0 0,-1 7 0,3 3 0,1 4 0,-2 3 0,-1-3 0,-3 9 0,1-2 0,0 3 0,5-5 0,2 4 0,2-3 0,5-3 0,1 1 0,2-1 0,0 1 0,7-9 0,3-1 0,2-2 0,-1 0 0,3 0 0,7-6 0,3-2 0,-3-4 0,-2 2 0,-1-8 0,-1 1 0,1 1 0,-1-6 0,1 7 0,-3-3 0,-3 0 0,3 3 0,-5-5 0,0 2 0,5 1 0,-13 1 0,4 8 0,-10 10 0,-2 2 0,2 3 0,1-3 0,-1 2 0,-2 1 0,0-3 0,6 2 0,8-9 0,3 3 0,5-4 0,1-2 0</inkml:trace>
  <inkml:trace contextRef="#ctx0" brushRef="#br0" timeOffset="6">1659 693 12453,'-15'-17'0,"3"-1"0,4 9 0,8 9 0,0 9 0</inkml:trace>
  <inkml:trace contextRef="#ctx0" brushRef="#br0" timeOffset="7">1904 990 12453,'17'0'0,"1"-7"0,-1-5 0,-5-4 0,-2-1 0,-3-1 0,-1 1 0,-6 0 0,0-1 0,-2 8 0,-4 3 0,-5 1 0,-5 0 0,-1 0 0,-3 6 0,-1 2 0,-2 4 0,-1 2 0,7 5 0,-1-1 0,1 1 0,0 3 0,1 1 0,4 1 0,-1-1 0,7 1 0,2-1 0,10 1 0,4-9 0,7-3 0,1-4 0,-1-2 0,0 0 0,1 0 0,-1 0 0,1 0 0,-1 0 0,1 0 0,-1-6 0,1 1 0,-1 1 0,1 2 0,-1 4 0,1 4 0,-7-5 0,-1 7 0,-2 0 0,-1-6 0,-1 4 0,-4 3 0,6-9 0,-8 0 0,-2-1 0,-2-11 0,-4-2 0,1-1 0,-1-3 0,4 1 0,2-1 0,2 1 0,2-1 0,2 1 0,4 0 0,1-1 0,5 3 0,1 1 0,3 4 0,-1 2 0,1 5 0,-1 3 0,-1 5 0,-3 5 0,-3 2 0,0-1 0,0 3 0,1 2 0,1 1 0,-2 0 0,-3 1 0,-1-3 0,0-1 0,0-2 0,0-8 0,-6 3 0</inkml:trace>
  <inkml:trace contextRef="#ctx0" brushRef="#br0" timeOffset="8">2253 414 12453,'-17'-16'0,"-1"5"0,1 5 0,-1 6 0,1 4 0,-1 6 0,1 3 0,-3 7 0,-1-1 0,-2 0 0,0 7 0,5 1 0</inkml:trace>
  <inkml:trace contextRef="#ctx0" brushRef="#br0" timeOffset="9">2934 955 12696,'0'-17'0,"2"1"0,2 3 0,2 1 0,0 6 0,-6-5 0,2 1 0,1-4 0,3 3 0,-2-3 0,4-1 0,-2-3 0,-2 3 0,-10 3 0,-6 8 0,-3 6 0,-3 8 0,-1 3 0,-3 9 0,-1 1 0,2 4 0,1 0 0,3 2 0,-1 1 0,1-3 0,2-2 0,3-4 0,6-1 0,4-3 0,4-1 0,6-5 0,7-5 0,9-6 0,1-4 0,2-5 0,0-5 0,4-7 0,0-3 0,0-3 0,-4 0 0,1-4 0,-3-4 0,-2-4 0,-5-2 0,-7 1 0,-3-3 0,4-2 0,-7-7 0,-3 0 0,-5-1 0,-1-5 0,-8 0 0,0 3 0,3 7 0,1 1 0,8 12 0,-8-3 0,-2 10 0</inkml:trace>
  <inkml:trace contextRef="#ctx0" brushRef="#br0" timeOffset="10">3196 955 12822,'12'0'0,"-1"0"0,-5-2 0,6-1 0,2-3 0,-1-2 0,1 4 0,-3-2 0,3 2 0,-4-3 0,1-1 0,3-2 0,-1-1 0,1-7 0,-4 1 0,-4 1 0,-8 4 0,-8 7 0,-6 5 0,-1 5 0,-1 7 0,1 6 0,1 3 0,3 2 0,1-1 0,1-3 0,1-2 0,4 1 0,4-1 0,2 1 0,0-1 0,2-1 0,4-5 0,6-5 0,3-4 0,2-2 0,3 0 0,1-2 0,3-4 0,7-3 0,-4-9 0</inkml:trace>
  <inkml:trace contextRef="#ctx0" brushRef="#br0" timeOffset="11">3545 851 12822,'-9'2'0,"1"1"-1,0 3 0,4 2 1,-5-2-1,3 4 1,8-1-1,6-5 0,3-6 1,1-6-1,1-1 1,3-5-1,1-1 1,1-3-1,-1 1 0,-1-1 1,-3-1-1,-1-3 1,2-3-1,-1 0 0,1-2 1,-4 0-1,-3-6 1,-1-4-1,0-6 1,0-2-1,-2-3 0,-2-2 1,-2-3-1,0-1 1,0-2-1,0-1 0,0 7 1,0 7-1,-2 10 1,-2 8-1,-4 9-1,-2 7 1,4 16 0,-5 15 0,-1 7 1,2 8 0,-5 9 0,3 3 0,-1 5 0,1 4 0,-3 8 0,3-2 0,-2 4 0,3 2 0,-3-2 0,8-2 0,2-2 0,2 2 0,-3-8 0,-1-5 0,2-13 0,2-9 0,18 2 0,3-5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21:24:22.57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0 821 13242,'18'0'0,"-1"0"0,6 0 0,1-2 0,-1-2 0,2-1 0,2-1 0,8 6 0,-2 0 0,-4 0 0,4 0 0,-5 0 0,-1 0 0,6-8 0,-6-2 0</inkml:trace>
  <inkml:trace contextRef="#ctx0" brushRef="#br0" timeOffset="1">419 647 13242,'-9'7'0,"3"5"0,4 3 0,2 3 0,0-1 0,6 1 0,1-1 0,1 1 0,0-1 0,4 1 0,-7-1 0,-1 1 0,-2-7 0,0-1 0,4-2 0,-4 5 0,6-13 0,-8 0 0,0-2 0,0-9 0,0-3 0,-6-1 0,-2-3 0,0 1 0,1-1 0,-1 1 0,4-1 0,-2 1 0,-5-1 0,5 1 0,2-1 0,2 1 0,2 0 0,2 7 0,4 4 0,-2 4 0,7 2 0,3 0 0,1 0 0,3 8 0,-1 3 0,1 5 0,-1 1 0,1 1 0,-1-3 0,1-3 0,-1 4 0,-1-5 0,-3 3 0,-1-2 0,-6 1 0,3-5 0,-1 2 0,-4 3 0,-2-3 0,-2 1 0,0 3 0,-2-4 0,-4-1 0,-6-1 0,-3-2 0,-3-6 0,9 0 0,1 0 0</inkml:trace>
  <inkml:trace contextRef="#ctx0" brushRef="#br0" timeOffset="2">1362 402 13268,'6'-23'0,"0"-1"0,-2 3 0,-2 2 0,-2 1 0,0 1 0,-2-1 0,-4 1 0,2 7 0,-7 4 0,-3 4 0,-1 2 0,-5 2 0,-1 4 0,-3 8 0,3 7 0,-4 0 0,0 9 0,-1 3 0,-1 3 0,2 5 0,0-2 0,3 0 0,5 0 0,3 1 0,5-1 0,1-2 0,4-2 0,2-2 0,4-4 0,4-4 0,6-3 0,5-3 0,6-5 0,6-5 0,4-5 0,2-2 0,0-2 0,0 0 0,0 0 0,-2-2 0,-2-2 0,-2-3 0,0-3 0,-1-4 0,-5 1 0,-4-1 0,-1 2 0,-1-1 0,-1-3 0,-5-1 0,-5-1 0,-4 1 0,-2-1 0,0 1 0,0 0 0,-2-1 0,-4 1 0,4 5 0,-5 2 0,-1 1 0,-4-1 0,3 4 0,-3-4 0,-2 3 0,-1 1 0,-3 6 0,1 0 0,-1 0 0,1 0 0,-1 2 0,1 4 0,0 5 0,1 5 0,2 1 0,3 1 0,-1-1 0,2 2 0,5 3 0,1 1 0,0-2 0,-2-1 0,4-3 0,6 1 0,8-3 0,5-3 0,4-6 0,3-4 0,-3-2 0,-2-2 0,1-4 0,1-4 0,2-1 0,-1-1 0,-5-2 0,-3-1 0,-2-3 0,-1 1 0,1-1 0,-2 1 0,-3 0 0,-3-1 0,-10 1 0,-3-1 0</inkml:trace>
  <inkml:trace contextRef="#ctx0" brushRef="#br0" timeOffset="3">1659 542 13268,'-11'6'0,"1"1"0,2 3 0,4 6 0,2 3 0,0 4 0,-1-1 0,-3-3 0,2-2 0,2 1 0,2-1 0,2-1 0,2-2 0,4-5 0,1 1 0,5-2 0,1-1 0,3-3 0,-1-2 0,1-4 0,1-2 0,2-3 0,3-3 0,-3-4 0,-1 1 0,-3-1 0,0 3 0,1-5 0,-1-3 0,-1-5 0,-3 3 0,-3 2 0,-2 5 0,-6 6 0,-4 10 0,-4 6 0,0 6 0,0 1 0,3 1 0,5-5 0,7-5 0,7-4 0,-7-2 0,7 0 0,-4-2 0,3-2 0,3-4 0,-1 1 0,1-1 0,-7-6 0,1 3-1,1-5 1,3 1 0,-1 1 0,-3 2-9,-6-1-3,4 5 9,-8 0 0,5 16 1,-7 4 0,0 3 0,0 3 0,0-1 0,0 1 1,0-1 0,0 1 0,0-1 1,6-5-1,2-1 0,2 3 1,-6-6 0,11 7 0,-5-5 0</inkml:trace>
  <inkml:trace contextRef="#ctx0" brushRef="#br0" timeOffset="4">2445 647 13031,'-15'1'0,"3"5"0,4 8 0,2 5 0,1 7 0,1 1 0,2 4 0,2 2 0,0 4 0,0 1 0,0 3 0,0-2 0,0-2 0,2-2 0,2-2 0,1-4 0,1-6 0,2-3 0,4-5 0,1-1 0,1-5 0,-2-3 0,-1-8 0,1-7 0,-2-9 0,-1-3 0,-1-4 0,2-3 0,-3-3-37,1-2 1,0-2-1,-4 0 1,2 1 36,-2-1 0,-3-2 0,-1-2 0,0-2 0,0 2 0,0 8 0,0 2 0,0-2 0,0 0 0,0 2 0,0 6 0,0 3 0,0 3 0,2 1 0,4 5 0,6 5 0,1 6 0,1 4 0,-4 3 0,-1 1 0,1 2 0,2 0 0,-1 1 0,1 1 0,0 0 0,-1 1 0,-1 3 0,0 1 0,-2 1 0,-1-1 0,-3 1 0,-2-1 0,-2 0 0,-2-1 0,-2-2 0,-3-5 0,-1 1 0,-2-2 0,0 0 0,-3-5 0,-3 1 0,-1 0 0,-1 2 0,1 0 0,-1-6 0,7 0 0,-1 0 0,8-8 0,-4-2 0</inkml:trace>
  <inkml:trace contextRef="#ctx0" brushRef="#br0" timeOffset="5">2812 594 12885,'0'10'0,"0"5"0,0-3 0,0-2 0,0 1 0,0 3 0,2-4 0,2 1 0,2 3 0,5-4 0,-3 1 0,2 3 0,-6-4 0,1 1 0,-1-7 0,2 2 0,-4-6 0,4-6 0,-4-6 0,-2-3 0,0-3 0,0-1 0,0-4 0,0-3 0,2-5 0,2 2 0,3 0 0,1 0 0,2 2 0,0 0 0,3 2 0,3-1 0,1 5 0,1 2 0,-1 3 0,1 4 0,1 7 0,2 3 0,3 2 0,-3 0 0,6 7 0,0 3 0</inkml:trace>
  <inkml:trace contextRef="#ctx0" brushRef="#br0" timeOffset="6">3301 647 12885,'-10'-12'0,"3"0"0,-1-1 0,6 3 0,-6 0 0,2 1 0,-2 1 0,-1 0 0,-5 4 0,-1 2 0,-3 2 0,1 0 0,-1 2 0,1 4 0,-1 6 0,3 5 0,1 4 0,3 3 0,-1-1 0,0 0 0,3 3 0,1-1 0,4 0 0,2-4 0,4-1 0,4-3 0,5-1 0,7-5 0,3-5 0,4-4 0,3-2 0,1 0 0,0 0 0,-2-2 0,-2-4 0,-3-5 0,-3-3 0,-2 1 0,-1 1 0,-4-2 0,-7-1 0,-3-3 0,-2 1 0,0-1 0,-2 1 0,-3 1 0,-7 5 0,-4 5 0,-1-2 0,0 2 0,-1 2 0,1 3 0,-1 1 0,-7 0 0,-2 0 0</inkml:trace>
  <inkml:trace contextRef="#ctx0" brushRef="#br0" timeOffset="7">3493 35 12885,'0'-17'0,"0"3"0,0 10 0,0 16 0,0 13 0,-2 10 0,-2 4 0,-2 4 0,3 1 0,1 5 0,2 3 0,0 4 0,0 3 0,0-3 0,2-2 0,1-3 0,3-3 0,0-3 0,2-2 0,-6-5 0,4-8 0,-3-7 0,3-4 0,-4-1 0,8-9 0,-6-5 0,2-8 0,1-5 0,-3-11 0,4-1 0,2-2 0,-4-6 0,3 3 0,1 1 0,0 0 0,1-4 0,5 5 0,-3 3 0,-1 2 0,0 1 0,5 3 0,1 3 0,-1 8 0,-1 8 0,-3 8 0,-3 5 0,-2 5 0,-4 1 0,-2 0 0,-2 0 0,0 1 0,0-1 0,0 0 0,0 1 0,0-3 0,0-2 0,-2-1 0,-4-1 0,-6-1 0,-3-3 0,-3-3 0,1 0 0,-1-3 0,1 1 0,-1-4 0,3-4 0,3-6 0,-3-3 0,5-9 0</inkml:trace>
  <inkml:trace contextRef="#ctx0" brushRef="#br0" timeOffset="8">4017 629 12938,'-17'-17'0,"-1"-1"0,1 3 0,-1 3 0,1 6 0,-1 4 0,1 4 0,-1 4 0,1 6 0,-1 3 0,3 3 0,1-1 0,3 2 0,-1 3 0,2 1 0,4-2 0,5-1 0,1-3 0,0 1 0,1-3 0,5-3 0,6-6 0,3-4 0,3-4 0,-1-4 0,1-4 0,-1-1 0,1 1 0,-3 0 0,-1 2 0,-2-1 0,1 1 0,1-2 0,-1 3 0,-1-1 0,0 6 0,-3 6 0,-1 7 0,-2 5 0,0 1 0,-1 1 0,1-1 0,2-1 0,2-5 0,1 5 0,7-6 0</inkml:trace>
  <inkml:trace contextRef="#ctx0" brushRef="#br0" timeOffset="9">4174 559 12916,'-11'6'0,"-1"2"0,0 2 0,1 1 0,1 1 0,2-1 0,2 3 0,1 2 0,-1 1 0,2 0 0,2 1 0,2-1 0,2-1 0,2-2 0,3-5 0,3 1 0,4-2 0,1-1 0,3-3 0,-1-2 0,1-2 0,-1 0 0,1-2 0,-1-2 0,1-3 0,-1-3 0,-2-4 0,-1 1 0,-2 1 0,-3-3 0,5 3 0,-2-4 0,-1-1 0,-1 7 0,-2 4 0,-8 12 0,2 4 0,4 7 0,-3-7 0,9-2 0,2-2 0,1 0 0,3-3 0,-1-1 0,1-4 0,-1-1 0,0-5 0,1-2 0,-1-2 0,-1 1 0,-2 1 0,-5 0 0,-1 1 0,-2-3 0,0 4 0,-1 8 0,-1 10 0,-2 6 0,-2 1 0,0 0 0,2-1 0,2-2 0,4-5 0,2 1 0,3-2 0,3 0 0,1-5 0,1-1 0,-1 6 0,1 2 0</inkml:trace>
  <inkml:trace contextRef="#ctx0" brushRef="#br0" timeOffset="10">5047 594 12855,'0'-17'0,"-2"-1"0,-3 1 0,-7-1 0,-4 3 0,-1 3 0,0 6 0,-1 4 0,-1 2 0,-3 2 0,-1 4 0,2 6 0,-1 3 0,1 5 0,-2 1 0,3 2 0,5 1 0,5-1 0,0 0 0,3-1 0,-1-3 0,4-2 0,2 1 0,4-3-14,4-3 1,4 2 13,7-9 0,2 1 0,3-6 0,3 0 0,2 0 0,2-2 0,-2-3 0,4-5 0,-7-8 0,-3 1 0,-2-1 0,-1 1 0,-3-1 0,-1 1 0,-2 0 0,-6 1 0,3 2 0,-1 3 0,-4-3 0,-2-1 0,-2-3 0,0 1 0</inkml:trace>
  <inkml:trace contextRef="#ctx0" brushRef="#br0" timeOffset="11">5292 559 12688,'-2'-15'0,"-2"1"0,-2 2 0,0 7 0,6-7 0,0 0 0,0-5 0,-7 7 0,-5 4 0,-3 4 0,-1 4 0,2 2 0,3 2 0,5 6 0,-6-5 0,1 3 0,1 4 0,0-5 0,6 3 0,-1 2 0,1 1 0,9 3 0,5-3 0,8-1 0,1-4 0,4-3 0,-3 5 0,3-4 0,-4-1 0,-1 1 0,-1 4 0,1-4 0,-1-1 0,1 1 0,-9 6 0,-3-3 0,-6 3 0,-6-2 0,-5-5 0,-5 1 0,-9-6 0,-2 4 0,-2-4 0,0-2 0,0 0 0,-6 0 0,0-8 0,0-2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21:24:22.58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0 452 11699,'2'10'0,"4"-4"0,4-4 0,7-4 0,0-4 0,-5 2 0,0-7 0,1-3 0,3-2 0,-1-1 0,-3 0 0,-4 5 0,-8 0 0,0-1 0,-2 5 0,-4 2 0,2 4 0,-7 4 0,-3 4 0,-2 6 0,5 3 0,-1 3 0,0-1 0,3 0 0,-5 1 0,8-1 0,2 1 0,3-1 0,1 1 0,0-1 0,1-7 0,5-4 0,6-4 0,3-2 0,3 0 0,-1 0 0,1-2 0,-1-4 0,9-4 0,1-7 0</inkml:trace>
  <inkml:trace contextRef="#ctx0" brushRef="#br0" timeOffset="1">297 400 11699,'-6'12'0,"-2"-1"0,1 3 0,-3-1 0,2 1 0,2-4 0,8-3 0,6-1 0,10-6 0,-1-2 0,0-3 0,1-7 0,-1-4 0,1-1 0,-3-1 0,-3 1 0,2 0 0,-7-3 0,1-1 0,0-3 0,4-1 0,-7 4 0,-1-4 0,-2-2 0,-2-3 0,0-3 0,0 2 0,0 2 0,0 8 0,0-2 0,0 3 0,-2 5 0,-4 3 0,-5 6 0,-5 6 0,1 8 0,1 8 0,2 7 0,1 4 0,-1 4 0,1 2 0,-1 4 0,0 2 0,3 1 0,1-1 0,2-2 0,0-2 0,0-2 0,2-2 0,4-4 0,4 0 0,4-1 0,2-1 0,3-4 0,11-1 0,3-3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21:24:22.58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71 641 11655,'17'10'0,"0"-4"0,1-4 0,-1-4 0,1-2 0,-3-4 0,-1 0 0,-4-1 0,-1-1 0,-1-4 0,0-1 0,-4-3 0,-2 1 0,-4 7 0,-2 2 0,-4 3 0,-2-1 0,-1 0 0,-7 6 0,1 0 0,-1 0 0,7 6 0,-1 2 0,-1 3 0,-3 9 0,-1-3 0,-1 8 0,3-1 0,3-1 0,-2 8 0,9-4 0,1 2 0,2-2 0,2-1 0,2-7 0,3-3 0,7-7 0,4-1 0,1-2 0,2 0 0,3-1 0,1-3 0,0-4 0,1-5 0,-1-3 0,8-2 0,-4-5 0</inkml:trace>
  <inkml:trace contextRef="#ctx0" brushRef="#br0" timeOffset="1">385 536 11655,'-8'12'0,"-3"0"0,-3 1 0,2 3 0,5 1 0,1 1 0,0-1 0,0 1 0,6-1 0,0 1 0,0-1 0,0 1 0,2-1 0,2 0 0,2 1 0,5-6 0,-3-3 0,2-1 0,1 4 0,7-6 0,-1-3 0,-5-1 0,0-4 0,1-3 0,3-7 0,-1 2 0,-1-1 0,-2-5 0,1-5 0,1 1 0,-1-3 0,-1 4 0,1 1 0,-3 1 0,0-1 0,-2 1 0,-3 1 0,1 3 0,0 5 0,-2 6 0,-4 8 0,-4 3 0,-2 3 0,2 2 0,2 1 0,2 3 0,2-3 0,4-3 0,6-6 0,1-6 0,1-4 0,-2-4 0,1-2 0,3-1 0,-1-1 0,-1 0 0,-4-1 0,-1-1 0,-1 1 0,2 3 0,-2 0 0,-1 1 0,-1 7 0,-6 2 0,0 7 0,0 11 0,-2-1 0,-4 1 0,4-1 0,-3 1 0,3-1 0,2 1 0,0-1 0,0 1 0,0-1 0,7-7 0,3-3 0</inkml:trace>
  <inkml:trace contextRef="#ctx0" brushRef="#br0" timeOffset="2">909 554 11655,'-6'17'0,"-2"1"0,0-1 0,1 3 0,3 1 0,0 4 0,0 1 0,-2 1 0,2 0 0,2 2 0,2-2 0,-5 8 0,-1-2 0,2 6 0,2 0 0,2-4 0,0-4 0,0-2 0,0 2 0,0 0 0,0-2 0,0-6 0,0-3 0,0-7 0,0-7 0,0-12 0,2-7 0,2-5 0,2-1 0,-1-3 0,1-3 0,0-2 0,0-4 0,0-2 0,0-4 0,-3-2 0,-1-3 0,0-1 0,2-2 0,2 1 0,-2-3 0,0 1 0,0 1 0,1 0 0,1 3 0,0 1 0,0 6 0,0 6 0,2 4 0,3 5 0,3 9 0,-3 11 0,-3 9 0,-2 7 0,0 3 0,-2 4 0,-2-3 0,-2 5 0,0 0 0,0 4 0,0-3 0,0-1 0,0-2 0,0 0 0,-8 3 0,-2-5 0,-1 2 0,-1-1 0,6-3 0,-6-3 0,-1-3 0,-3-1 0,5-3 0,-1 3 0,-2-6 0,5-4 0,-3-2 0,0-8 0,-5-2 0</inkml:trace>
  <inkml:trace contextRef="#ctx0" brushRef="#br0" timeOffset="3">1083 571 11655,'8'10'0,"2"-6"0,2-6 0,-3-6 0,1-1 0,-2-5 0,1-2 0,-1-1 0,2-2 0,-2-3 0,1-3 0,-1-2 0,2-4 0,-2-2 0,-1-4 0,-3-2 0,-2-2 0,-2 1 0,0-1 0,0 0 0,0 4 0,0 6 0,0 8 0,-2 5 0,-4 7 0,-3 9 0,-3 12 0,0 13 0,-1 8 0,-1 6 0,1 4 0,3 5 0,0 5 0,3 3 0,-3 2 0,2 2 0,0-1 0,2-3 0,1-4 0,-1-1 0,2-4 0,2-3 0,4-5 0,4-6 0,5-8 0,5-3 0,1-5 0,1-3 0,-1-4 0,1-8 0</inkml:trace>
  <inkml:trace contextRef="#ctx0" brushRef="#br0" timeOffset="4">1345 589 11734,'0'17'0,"2"-1"0,4-5 0,6-5 0,3-4 0,3-2 0,-7-6 0,1 1 0,0-1 0,-3-2 0,7 0 0,-6-5 0,1 3 0,1 2 0,-6-5 0,5 1 0,-7-4 0,2-1 0,-12 7 0,-5 4 0,-5 5 0,-1 2 0,-3 5 0,-1 6 0,-2 3 0,1 5 0,9 1 0,1 2 0,-1-1 0,-1 3 0,2-2 0,6-1 0,5-3 0,1-1 0,0-1 0,1-1 0,5-5 0,0-1 0,10-6 0,3 2 0,0-3 0,7-1 0,-1-2 0,2 0 0,2-7 0,6-3 0</inkml:trace>
  <inkml:trace contextRef="#ctx0" brushRef="#br0" timeOffset="5">1730 589 11734,'-6'-12'0,"0"1"0,0-1 0,-2 0 0,-3 3 0,-5 1 0,1 6 0,1 4 0,4 6 0,1 1 0,1 5 0,-2 1 0,3 3 0,-3-1 0,2 1 0,0-1 0,2 1 0,1-1 0,-1 1 0,2-1 0,2-5 0,4-3 0,4-1 0,-2-2 0,7-6 0,3 0 0,1 0 0,3-2 0,-1-4 0,1-3 0,-1-7 0,1 2 0,-1 3 0,-5 5 0,-1-4 0,3 3 0,2-5 0,1 6 0,-5 0 0,-3 8 0,-1 4 0,-2-2 0,-4 8 0,4 1 0,-4-3 0,4 1 0,-3 1 0,3-2 0,-4-1 0,4-3 0,4 4 0,-1 7 0</inkml:trace>
  <inkml:trace contextRef="#ctx0" brushRef="#br0" timeOffset="6">2061 589 11734,'0'-18'0,"0"7"0,2 1 0,2 0 0,2 1 0,0-3 0,-6-5 0,-2 1 0,-4 4 0,-4 5 0,-7 7 0,1 2 0,5 3 0,-5 5 0,5 8 0,-5 1 0,-1 4 0,1-1 0,3 5 0,3-2 0,2-4 0,2 5 0,6-3 0,0-2 0,0-1 0,2-5 0,4-3 0,6-6 0,3-5 0,3-1 0,-1-1 0,1-5 0,5-4 0,0-7 0,-1-3 0,-3-3 0,-2 2 0,1-9 0,-1 1 0,1 2 0,-9-6 0,-3 6 0,-4-2 0,-2 0 0,0-6 0,0-6 0,0 2 0,0 2 0,-2 2 0,-2 1 0,-3 1 0,-3 3 0,-2 5 0,-5 8 0</inkml:trace>
  <inkml:trace contextRef="#ctx0" brushRef="#br0" timeOffset="7">2393 641 11642,'0'-17'0,"0"-1"0,0 1 0,0 5 0,-2 1 0,-3-1 0,-7 2 0,-4 4 0,-1 4 0,-1 2 0,1 0 0,0 2 0,-1 4 0,1 4 0,-1 2 0,3-1 0,1 3 0,4 1 0,3 3 0,1-1 0,0 1 0,0-1 0,4-1 0,6-3 0,8-3 0,3-2 0,3-4 0,-1-2 0,1-2 0,-1 0 0,1 0 0,-1-2 0,0-4 0,1-4 0,-3-2 0,-1 1 0,-2-3 0,-1-1 0,-1-3 0,0 7 0,-6-1 0,1-2 0,-1-1 0,-2 5 0,-10-13 0,-1 3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21:24:22.59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665 243 11658,'0'-12'0,"0"1"0,0-3 0,0-1 0,0-3 0,-6 1 0,0-1 0,-8 7 0,3 1 0,-5 2 0,-1 4 0,-1 10 0,1 6 0,-1 5 0,1 5 0,-1 3 0,1 2 0,1 0 0,3 4 0,3-4 0,2-1 0,1-3 0,3-6 0,-2 1 0,2-1 0,2 1 0,4-3 0,4-3 0,3-4 0,9-8 0,-3-2 0,-3-4 0,4-2 0,-5-5 0,5 1 0,1-2 0,1-1 0,-3-3 0,-1 3 0,-3 3 0,-5-3 0,6 3 0,2-3 0,-5 5 0,3 4 0,-8 6 0,2 6 0,-4 4 0,-2 7 0,0 0 0,0 1 0,0-6 0,0-1 0,0 3 0,0 1 0,0-3 0,1 0 0,5 1 0,-4-5 0,14 7 0,-7-5 0</inkml:trace>
  <inkml:trace contextRef="#ctx0" brushRef="#br0" timeOffset="1">839 173 11658,'-10'8'0,"3"-4"0,7 8 0,0 1 0,0 3 0,0 1 0,0 1 0,0-1 0,6 2 0,-1 3 0,-1 1 0,-2 0 0,0-5 0,4-1 0,-4 1 0,4-1 0,-4-7 0,-2-4 0,0-12 0,0-6 0,0-5 0,2-5 0,1-3 0,3 0 0,0-2 0,2 0 0,2-2 0,1 1 0,1 3 0,-1 2 0,1 0 0,0 1 0,1 5 0,3 3 0,1 5 0,1 1 0,-1 4 0,-1 4 0,-5 6 0,-3 5 0,0 5 0,-6 1 0,6 1 0</inkml:trace>
  <inkml:trace contextRef="#ctx0" brushRef="#br0" timeOffset="2">141 156 11722,'-2'-10'0,"-4"4"0,2 6 0,-8 6 0,8 10 0,-1 9 0,1 4 0,-2 8 0,4 0 0,-4 9 0,4 3 0,2 1 0,-2 3 0,-2 1 0,-1 2 0,1 2 0,0-7 0,0-8 0,-2-5 0,2-3 0,-4 2 0,3-14 0,1-1 0,2-3 0,-6-9 0,4-2 0,-6-10 0,3-4 0,1-6 0,6-9 0,0-4 0,0-2 0,0-3 0,2-6 0,2-3 0,2-2 0,1-7 0,-3 1 0,2-4 0,-2-1 0,4 0 0,-1-1 0,1 1 0,0 0 0,5 1 0,-1 3 0,2 5 0,-3 6 0,5 0 0,-4 16 0,1 3 0,-1 5 0,3 3 0,-3-2 0,3 7 0,3 5 0,-1 3 0,1 5 0,-1 2 0,-5 2 0,-2 5 0,-3 2 0,-3 5 0,-2-5 0,-2 4 0,0-3 0,0-3 0,0 7 0,0-1 0,-2-2 0,-4-1 0,3-3 0,-7 1 0,0-3 0,0-3 0,1 3 0,-5-5 0,3 0 0,-1 3 0,-6-7 0,1-2 0,5-2 0,1-2 0,-1 0 0,-5 0 0</inkml:trace>
  <inkml:trace contextRef="#ctx0" brushRef="#br0" timeOffset="3">1276 278 11640,'-10'-8'0,"-4"4"0,7-5 0,-1-1 0,0 0 0,-5 6 0,1-3 0,-4 1 0,-1 0 0,0 4 0,-1 4 0,1 6 0,-1 1 0,3 5 0,1 4 0,4 3 0,1 2 0,1 0 0,0 1 0,4-1 0,2-2 0,2-1 0,0-3 0,2 1 0,4-3 0,6-3 0,5-6 0,4-4 0,3-2 0,-3-2 0,0-2 0,1-4 0,1-2 0,-2-3 0,-1-1 0,-3 1 0,-1 1 0,-3 0 0,-1 1 0,0-1 0,-3-2 0,7 7 0,-14 1 0,4 12 0,-6 3 0,-4 9 0,-2-1 0,0 1 0,6-1 0,2 1 0,4-1 0,-2-5 0,7-1 0,1 1 0,6 6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53:59.04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50 12831,'31'0'0,"0"0"0,3 0 0,-2-1 0,-1-3 0,8 1 0,0-6 0,2 1 0,2 1 0,3 0 0,-4 4 0,-2-1 0,-1 1 0,-3 2 0,-2 1 0,-4 0 0,-5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53:59.75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63 38 12630,'0'13'0,"0"-1"0,0 1 0,0-1 0,0 1 0,0-1 0,0 1 0,0 0 0,0 4 0,2-3 0,1 4 0,2-1 0,2 0 0,1-1 0,5-3 0,-1-1 0,1-1 0,-1-2 0,1-4 0,-6-10 0,-3-4 0,-3-2 0,-1-1 0,0-1 0,-1 1 0,-2-1 0,-1 1 0,-6-5 0,2 0 0,-3 1 0,-2-2 0,1 4 0,-1-3 0,2 3 0,3 2 0,-3-1 0,2 1 0,-2-1 0,-1 2 0,1 1 0,2 2 0,4 5 0,6-3 0,3 8 0,5 2 0,2-1 0,1 4 0,2 0 0,3 0 0,-3-3 0,3 3 0,-2 0 0,2 0 0,-2 0 0,4 2 0,1 0 0,-1 0 0,-4-2 0,2 2 0,-2 0 0,2 3 0,-3 0 0,1 1 0,-5-1 0,0 1 0,-6-1 0,-1 1 0,-3-2 0,-4-1 0,-5-2 0,-2 2 0,-3-5 0,-1 1 0,-2-2 0,2 0 0,1 0 0,2-4 0,-1 0 0,1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54:53.48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25 311 11474,'-7'-8'0,"2"1"0,-1 1 0,5 2 0,-5 9 0,6 4 0,0 2 0,0 1 0,0 5 0,0 1 0,0 0 0,0 0 0,0 5 0,0-4 0,0 2 0,0 0 0,0-2 0,0 3 0,0-2 0,0-2 0,0 3 0,0-4 0,0-2 0,0-1 0,0-2 0,0 1 0,0-6 0,0-7 0,0-10 0,0-4 0,0-3 0,0-5 0,0 1 0,0-2 0,0-2 0,0-5 0,0 0 0,0-1 0,0 1 0,0-4 0,0 4 0,0-1 0,0 1 0,0 0 0,0 5 0,0 2 0,0 2 0,0 7 0,0 6 0,4 10 0,0 4 0,-1 8 0,-1 7 0,-1 2 0,2 2 0,2 0 0,2 0 0,-4 0 0,3 0 0,-2 1 0,0-1 0,4-2 0,-2-1 0,1-2 0,3-2 0,-3-1 0,1-6 0,2-2 0,1 0 0,-3-6 0,0 1 0,2-3 0,1-1 0,0-5 0,-1-4 0,-2-2 0,2-1 0,-3-5 0,0-1 0,-1-2 0,-4-2 0,4-1 0,-2-2 0,-1 1 0,-2 3 0,-1-1 0,0 5 0,0 2 0,-1 2 0,-3 5 0,1 8 0,-4 10 0,1 4 0,4 2 0,-1 7 0,0-3 0,-1 4 0,1 1 0,2 0 0,1 0 0,0 0 0,0 0 0,0 0 0,1 0 0,2 0 0,1 0 0,6 0 0,-3 0 0,5 0 0</inkml:trace>
  <inkml:trace contextRef="#ctx0" brushRef="#br0" timeOffset="368">451 524 11482,'-2'-11'0,"-2"2"0,-2-2 0,-3 4 0,0 0 0,5-3 0,-3 5 0,2-2 0,-4 3 0,4-3 0,-2 1 0,0 3 0,-3 8 0,2 3 0,5 4 0,-3 4 0,2 2 0,0 1 0,0-2 0,4 2 0,0 0 0,0-4 0,0-1 0,1-2 0,3-1 0,3-1 0,2-3 0,-1-1 0,2-4 0,1 0 0,1-4 0,1-2 0,-2-4 0,-1-3 0,-3-2 0,-2 1 0,-2-1 0,-1 1 0,-2-2 0,0-1 0,0-2 0,0 0 0,0 5 0</inkml:trace>
  <inkml:trace contextRef="#ctx0" brushRef="#br0" timeOffset="2471">726 524 11371,'-4'-9'7,"-1"1"0,-4 0-2,0-5 0,0 5 0,-1 1 0,2 1 1,-1 2-3,-3 4 0,5 1-2,3 4 0,-2 2-1,2 5 0,0-4 0,5 1 0,3 1 0,-2-4 0,2 3 0,3-1 0,0 5 0,4-5 0,-3 0 0,3-5 0,-8 1 0,4-8 0,-1-4 0,-1 1 0,-2-1 0,1-2 0,0 3 0,-4-2 0,0 0 0,0-2 0,0-2 0,-1 2 0,-3 3 0,-5 3 0,-2 4 0,-1 1 0,-1 0 0,1 6 0,-1 2 0,1 3 0,-1 2 0,1 3 0,-1 2 0,1 2 0,-1 2 0,5-2 0,1-1 0,1-1 0,4-3 0,2-1 0,4-1 0,3-5 0,5-1 0,2-1 0,3-4 0,-3-2 0,2-4 0,-2-3 0,-1 0 0,3-4 0,1 3 0,-2-5 0,-1-3 0,-1 0 0,-1-4 0,1-3 0,-1 0 0,1-2 0,-2-2 0,-1-1 0,-2-1 0,-1-4 0,1 2 0,-2 1 0,-1-1 0,-3 2 0,2 4 0,-3 1 0,-1 3 0,0-1 0,0 5 0,-1 4 0,-3 3 0,1 4 0,-5 6 0,-1-5 0,-3-2 0</inkml:trace>
  <inkml:trace contextRef="#ctx0" brushRef="#br0" timeOffset="3513">901 486 11448,'7'6'0,"-2"2"0,0 3 0,-1 2 0,-1-1 0,-2 1 0,-1-1 0,0 1 0,0-1 0,0 1 0,0-1 0,1-1 0,2-1 0,1-2 0,-1 2 0,-1-4 0,-2-1 0</inkml:trace>
  <inkml:trace contextRef="#ctx0" brushRef="#br0" timeOffset="3514">976 374 11448,'0'-7'0,"0"-5"0,0 5 0</inkml:trace>
  <inkml:trace contextRef="#ctx0" brushRef="#br0" timeOffset="3515">1101 499 11448,'4'1'0,"2"-5"0,1-6 0,3-2 0,1-2 0,1-3 0,1-4 0,1-2 0,1-4 0,2-1 0,-3-1 0,-3 0 0,-4-2 0,0-2 0,-2-2 0,1 2 0,-4 4 0,-2 2 0,-2 4 0,-4 3 0,-1 8 0,-3 6 0,-1 7 0,0 6 0,1 7 0,2 6 0,0 6 0,-1 6 0,1 4 0,0 2 0,1 1 0,1 1 0,2 3 0,0 2 0,1 2 0,-2 6 0,0 1 0,3-1 0,0-2 0,-2-2 0,-2-2 0,1-2 0,-1-2 0,-3-2 0,2-4 0,-2-3 0,1 0 0,0-4 0,-5 0 0,1-8 0,-1-3 0,5-10 0,1 0 0,1-2 0,-3-11 0,2 3 0</inkml:trace>
  <inkml:trace contextRef="#ctx0" brushRef="#br0" timeOffset="3516">1301 524 11449,'-4'23'0,"0"-2"0,-4 3 0,4-5 0,-1 2 0,0 0 0,3-6 0,-2 2 0,3-3 0,1-2 0,1-1 0,2-1 0,1-1 0,6-8 0,-2-1 0,3-11 0,2-9 0</inkml:trace>
  <inkml:trace contextRef="#ctx0" brushRef="#br0" timeOffset="3517">1376 323 11449,'-5'7'0,"2"-1"0,-5-6 0,-1 0 0,-3 6 0,-1 0 0</inkml:trace>
  <inkml:trace contextRef="#ctx0" brushRef="#br0" timeOffset="3622">1614 511 11449,'-7'-5'0,"-4"3"0,3-2 0,-3 3 0,-2 2 0,1 3 0,0 5 0,3 2 0,0 3 0,1 1 0,0 3 0,1 0 0,1 0 0,3-1 0,2-1 0,1 1 0,1-2 0,4-1 0,3-1 0,3-2 0,2-3 0,0-4 0,3-1 0,2 0 0,0 1 0,1-1 0,-1-3 0,2-3 0,-2-2 0,0-2 0,-1-3 0,-1-1 0,1-2 0,-2 1 0,-1-2 0,-1-1 0,-1-2 0,1 0 0,-2 1 0,-1-1 0,-3 2 0,-2 1 0,-2 1 0,-2 1 0,-1-1 0,-1 2 0,-3 3 0,-6 5 0,-4 4 0,-2 5 0,0 1 0,2 3 0,0 1 0,-1 3 0,-2 1 0,2 2 0,3-2 0,2-1 0,2-2 0,-1 1 0,1-1 0,1 1 0,1-1 0,2 1 0,4-1 0,6-5 0,2-3 0,3-2 0,2-2 0,-1-2 0,1 0 0,-1-3 0,1 3 0,-1-1 0,1 0 0,-1-1 0,1 1 0,-1 2 0,1 1 0,-1 0 0,1 0 0,-1 0 0,1 0 0,-1 5 0,1 2 0</inkml:trace>
  <inkml:trace contextRef="#ctx0" brushRef="#br0" timeOffset="3881">2065 524 11345,'0'12'4,"-2"-3"0,-1-1-3,-1 2 1,-1 1 0,2 1-2,-1 1 1,0-1 0,4 1-1,0-1 0,0 1 0,1-2 0,3-3 0,2-1 0,3-4 0,0 1 0,1-1 0,1-3 0,1-4 0,1-5 0,-2 2 0,-1-1 0,-2-2 0,2-1 0,-1-1 0,1 1 0,-3 1 0,-1 2 0,3-1 0,0-3 0,2 5 0,0 3 0,-3 8 0,-2-1 0,-6 5 0,0 2 0,1 1 0,3 1 0,-1-1 0,5-2 0,2-5 0,-3-3 0,1-1 0,2 0 0,1-1 0,2-3 0,-1-5 0,1-2 0,-1-1 0,1-1 0,-5 1 0,1-1 0,0 1 0,-3 3 0,-1 2 0,1 2 0,-5 2 0,4 7 0,-4-1 0,-1 5 0,0 2 0,0-3 0,0 1 0,0 2 0,4-3 0,2 0 0,1-1 0,1 2 0,4-4 0,1 6 0,0-3 0</inkml:trace>
  <inkml:trace contextRef="#ctx0" brushRef="#br0" timeOffset="8498">2603 561 11360,'4'-12'0,"1"1"0,2 2 0,-4-2 0,1 3 0,-2-3 0,-2-2 0,4 5 0,0-1 0,-1 0 0,-3-2 0,-4-2 0,1 6 0,-6 3 0,0 3 0,-2 2 0,-2 3 0,1 4 0,-1 4 0,2 1 0,1 3 0,3 2 0,2 1 0,-4-2 0,5 2 0,1 0 0,2-4 0,1-1 0,0-2 0,0 1 0,0-1 0,6-5 0,2-3 0,3-2 0,2-2 0,3-2 0,2 0 0,0-4 0,0-1 0,-1-5 0,-4-5 0,-2 0 0,-3-1 0,2 4 0,-6-2 0,-1 2 0,-2 1 0,-1 1 0,-1-1 0,-3 1 0,-5-1 0,-2 1 0,-1-1 0</inkml:trace>
  <inkml:trace contextRef="#ctx0" brushRef="#br0" timeOffset="9194">2878 461 11360,'-13'0'0,"1"0"0,-1 0 0,1 0 0,-1 0 0,1 1 0,-1 4 0,8 0 0,5 4 0,5 0 0,8-5 0,-1 1 0,1 0 0,-1-2 0,2 5 0,2 1 0,0-2 0,0 4 0,-7-3 0,0 3 0,0 2 0,-3-1 0,-2 1 0,-3-1 0,-1 1 0,0-1 0,-1-1 0,-3-1 0,-4-2 0,-4-3 0,0 2 0,-1-2 0,1-2 0,-1-2 0,-5-1 0,-1 0 0</inkml:trace>
  <inkml:trace contextRef="#ctx0" brushRef="#br0" timeOffset="9195">3378 524 11313,'0'12'0,"2"-1"0,2-2 0,4-5 0,3-3 0,2-1 0,-1 0 0,1-1 0,-1-3 0,0-5 0,-3-2 0,-2-1 0,-1-1 0,-2 5 1,-5-1-1,-4 0 0,3 3 0,-7 2 0,0 3 0,-3 1 0,0 1 0,1 3 0,0 5 0,-2 2 0,8 1 0,-8 2 0,2 1 0,0 2 0,3 5 0,1-2 0,1-1 0,3-2 0,2 1 0,2-3 0,5-2 0,5-4 0,4 0 0,2-2 0,0-3 0,1-3 0,1-2 0,2-3 0,0-5 0,0-2 0,0-7 0,4-1 0</inkml:trace>
  <inkml:trace contextRef="#ctx0" brushRef="#br0" timeOffset="9196">3629 511 11331,'-5'13'0,"0"-1"0,-1 1 0,1-1 0,1 1 0,-1-1 0,3-1 0,3-2 0,6-5 0,4-4 0,2-4 0,-1-5 0,1-2 0,1-3 0,1-1 0,2-3 0,-2 0 0,0-2 0,0 1 0,2-3 0,-2-2 0,-1-2 0,-1-2 0,-2-1 0,-1-1 0,-3 1 0,-2-3 0,-2-2 0,-3-5 0,-4 1 0,-5 3 0,-2 6 0,-1 3 0,-1 3 0,1 7 0,-1 7 0,1 9 0,-1 9 0,1 9 0,1 8 0,1 8 0,3 2 0,1 3 0,2 2 0,0 4 0,0-1 0,1-2 0,2-3 0,1 0 0,1 1 0,2 2 0,2-3 0,2-4 0,3-6 0,1-3 0,2-1 0,-1-1 0,1-3 0,5 2 0,1-3 0</inkml:trace>
  <inkml:trace contextRef="#ctx0" brushRef="#br0" timeOffset="9197">4317 661 11330,'7'6'0,"-2"1"0,-5 5 0,0 1 0,0-1 0,0 6 0,0 5 0,0 3 0,0 5 0,0 1 0,0 1 0,0 0 0,0 1 0,0-1 0,0-1 0,0-3 0,0-4 0,0-4 0,0-4 0,0-6 0,0-7 0,0-9 0,0-8 0,0-5 0,0-2 0,0-2 0,0-1 0,0-4 0,0-1 0,-1-2 0,-2-2 0,-1-3 0,1-1 0,2-2 0,1 1 0,1-1 0,2 2 0,3 1 0,0 3 0,3 2 0,-1 3 0,0 5 0,2 7 0,1 5 0,2 6 0,-1 4 0,-1 4 0,-1 5 0,-3 2 0,-1 1 0,-3 1 0,-2-1 0,-1 1 0,0-1 0,0 1 0,0-1 0,-1 1 0,-4 1 0,-2 1 0,-1 2 0,0-2 0,-2-1 0,-1-2 0,-2 1 0,1-1 0,-1 1 0,1-2 0,1-1 0,1-3 0,4-2 0,5-3 0,7-4 0,3-3 0,5-1 0,1 1 0,2 0 0,-2 1 0,-1 0 0,0 0 0,2 0 0,0 0 0,0-1 0,-3 1 0,0 0 0,-1 1 0,1 2 0,-1 1 0,1 0 0,0 0 0,-2 1 0,-4 2 0,-7 1 0,-7-2 0,-3-5 0,2-6 0,2-2 0,6-1 0,-1-1 0,-4 1 0,4-2 0,-3-1 0,4-3 0,4-2 0,-1 3 0,5-3 0,2-1 0,1 1 0,2-2 0,-1 5 0,1 2 0,-1 1 0,1 2 0,-1-1 0,6 1 0,2-1 0</inkml:trace>
  <inkml:trace contextRef="#ctx0" brushRef="#br0" timeOffset="9198">4780 624 11329,'-7'5'0,"3"-3"0,8 2 0,4-3 0,3-1 0,2-1 0,-1-2 0,1-1 0,-2 0 0,-1-2 0,-2-1 0,0-1 0,1 0 0,-1-2 0,0-1 0,-1-2 0,-4 1 0,-6 1 0,-5 2 0,-3 5 0,-2 3 0,1 1 0,-2 1 0,-1 2 0,-2 2 0,2 2 0,1 3 0,1 1 0,2 2 0,1-1 0,3 1 0,2 1 0,2 1 0,2 2 0,1-2 0,0-1 0,1-3 0,2-1 0,2-2 0,4 0 0,3-1 0,4-3 0,-1-2 0,4 3 0,1 2 0</inkml:trace>
  <inkml:trace contextRef="#ctx0" brushRef="#br0" timeOffset="9199">5118 474 11329,'-9'4'0,"1"0"0,-2-1 0,-1-2 0,-1-1 0,-1 0 0,0 0 0,1 2 0,-1 0 0,1 4 0,-1 1 0,1 3 0,-1 1 0,2 1 0,3 1 0,4-1 0,4 1 0,4-2 0,4-1 0,3-3 0,2-1 0,-1 0 0,1 0 0,-1-2 0,1 0 0,-1 0 0,1 0 0,0 2 0,-7-3 0,0 4 0,-2 0 0,0-1 0,-1 3 0,-7 2 0,-4-3 0,-3 2 0,-3-6 0,-2-1 0,0-2 0,-5-1 0,3 0 0,-2 0 0,-2 0 0,4 0 0,0 0 0</inkml:trace>
  <inkml:trace contextRef="#ctx0" brushRef="#br0" timeOffset="9200">5280 574 11330,'4'-10'0,"1"6"0,-3 8 0,0 6 0,-2 2 0,0 1 0,0 1 0,0 1 0,0 2 0,1-2 0,2-1 0,1-2 0,0 1 0,0-1 0,2-1 0,1-2 0,3-5 0,1-3 0,1-1 0,1-1 0,-2-3 0,-1-6 0,-2-5 0,2-5 0,1-1 0,0 1 0,-1-1 0,-3 0 0,-2 1 0,-2 1 0,-2 1 0,-2 0 0,-3 4 0,-5 4 0,-2 6 0,-1 3 0,-1 1 0</inkml:trace>
  <inkml:trace contextRef="#ctx0" brushRef="#br0" timeOffset="9201">5656 586 11361,'7'6'0,"-3"2"0,-3 5 0,-1 3 0,0 5 0,-1 4 0,-2 4 0,-1 5 0,0 3 0,-1 4 0,0 0 0,-1 0 0,1-2 0,1-3 0,-1-2 0,1-2 0,1-2 0,2-7 0,0-5 0,-2-4 0,-1-5 0,1-8 0,2-9 0,1-6 0,0-4 0,0-3 0,0-3 0,1-2 0,2-3 0,1-3 0,-1 0 0,2-9 0,1 4 0,-1-4 0,1-2 0,4-1 0,-3-6 0,1 0 0,0 1 0,2 3 0,1 5 0,2 4 0,-1 8 0,1 10 0,-1 8 0,1 6 0,-2 5 0,-1 5 0,-4 4 0,0 5 0,-3 4 0,-2 2 0,-1 2 0,0 2 0,0-1 0,0 0 0,0-3 0,0 1 0,-1 0 0,-2-1 0,-1-1 0,0-1 0,0 0 0,-2-3 0,-1-1 0,-1-1 0,-1-2 0,1-1 0,-2-3 0,-1-2 0,-1-2 0,0-3 0,4-4 0,4-5 0,3-2 0,1-1 0</inkml:trace>
  <inkml:trace contextRef="#ctx0" brushRef="#br0" timeOffset="9305">5906 549 11361,'-7'1'0,"3"3"0,2 5 0,2 2 0,0 1 0,0 1 0,0-1 0,0 1 0,0-1 0,0 1 0,0-1 0,0 1 0,2-2 0,0-1 0,3-2 0,3-4 0,-2 3 0,0-1 0,4-4 0,-3 0 0,2-4 0,0 0 0,2-2 0,-2-10 0,-1 1 0,0-2 0,-1-3 0,3 2 0,-6-4 0,0-3 0,2 0 0,-5-1 0,4 2 0,-3 2 0,2 2 0,-2 2 0,2 3 0,-3-5 0,-1-1 0</inkml:trace>
  <inkml:trace contextRef="#ctx0" brushRef="#br0" timeOffset="9306">6169 599 11361,'8'0'0,"0"0"0,1 0 0,3 0 0,1 0 0,-1 0 0,1 0 0,-2-2 0,-2 0 0,0-3 0,1 3 0,-3-1 0,1-1 0,-5-3 0,1-6 0,-8 6 0,-5 3 0,-2 3 0,-1 1 0,-1 0 0,1 0 0,-1 0 0,1 0 0,-1 4 0,1 1 0,-1 2 0,1 3 0,0 1 0,3 2 0,0-1 0,7 1 0,-3-1 0,4 1 0,7-2 0,2-1 0,3-3 0,2-2 0,3-1 0,2-4 0,2 0 0,1 0 0,4 0 0</inkml:trace>
  <inkml:trace contextRef="#ctx0" brushRef="#br0" timeOffset="9613">6506 486 11361,'-7'-12'0,"0"5"0,5 1 0,-2 1 0,-6 3 0,3-3 0,-6 5 0,6 1 0,2 3 0,-1 4 0,5-1 0,-3 2 0,2 1 0,2 1 0,2 0 0,0-2 0,3 0 0,0-2 0,-2 3 0,3-2 0,1 2 0,-3-3 0,3 1 0,-2 2 0,-1 1 0,-4 1 0,0 1 0,-1-5 0,-3 0 0,-5 2 0,-3-4 0,-3-1 0,-3-1 0,-2 1 0,3-1 0,-2-4 0,1 0 0,3 0 0,1 0 0,-4 0 0,-2 0 0</inkml:trace>
  <inkml:trace contextRef="#ctx0" brushRef="#br0" timeOffset="10602">6707 98 11416,'0'13'0,"0"-1"0,0 4 0,0 3 0,0 9 0,0 5 0,-2 8 0,-1 3 0,-2 6 0,-1 3 0,1 0 0,2-3 0,2-4 0,-1-5 0,-1-3 0,-1-6 0,0-7 0,0-7 0,-2-4 0,-1-2 0,-1-5 0,-4-1 0</inkml:trace>
  <inkml:trace contextRef="#ctx0" brushRef="#br0" timeOffset="10603">6682 424 11416,'12'0'0,"1"0"0,-1 0 0,1 0 0,-1-2 0,1-1 0,-1-1 0,1 1 0,5-4 0,1 1 0</inkml:trace>
  <inkml:trace contextRef="#ctx0" brushRef="#br0" timeOffset="10879">6907 549 11416,'0'7'0,"5"-2"0,-2-5 0,5 0 0,-5-1 0,1-3 0,-2-5 0,-4-2 0,0-1 0,-3-1 0,-4 6 0,0 3 0,-2 3 0,-1 1 0,2 0 0,-1 0 0,-3 1 0,0 3 0,4 3 0,2 6 0,-2-1 0,-1 1 0,4-1 0,3 1 0,3-1 0,1 1 0,1-1 0,3-1 0,5-2 0,2-5 0,1-3 0,1-1 0,1 0 0,1 0 0,2 0 0,-2-1 0,-3-3 0,-3-5 0,2-7 0,-4-4 0</inkml:trace>
  <inkml:trace contextRef="#ctx0" brushRef="#br0" timeOffset="11106">7370 561 11343,'-7'-5'0,"0"-2"0,3-6 0,2 1 0,-3 1 0,1 1 0,-1 1 0,0 5 0,1-4 0,-5-2 0,2 5 0,-1 0 0,-2 4 0,-1 2 0,-1 4 0,1 3 0,2 3 0,-2 3 0,3 1 0,-2 3 0,2 2 0,2-5 0,6 2 0,0-3 0,0-2 0,1-1 0,4-2 0,3-5 0,3-3 0,3-2 0,1-3 0,2-5 0,1-3 0,-3-5 0,2-4 0,-2-2 0,-1-2 0,-3 0 0,-1-2 0,-2-2 0,-5 1 0,1-4 0,-2 0 0,-2 0 0,0 0 0,-2-1 0,-2 4 0,-4 2 0,-3 8 0,-2 1 0</inkml:trace>
  <inkml:trace contextRef="#ctx0" brushRef="#br0" timeOffset="11780">7520 536 11370,'8'0'0,"1"0"0,0 0 0,-2 0 0,2 0 0,-1 0 0,4 0 0,1 0 0,-5 0 0,1 0 0,-1-1 0,-1-3 0,4 1 0,-3-6 0,-2 1 0,-2-4 0,-4 3 0,-4 2 0,-4 2 0,-8 1 0,0 4 0,-1 1 0,-1 3 0,4 3 0,-3 7 0,3 1 0,2 2 0,-1 0 0,2-5 0,3 1 0,4-1 0,2 5 0,2 0 0,0-2 0,7-5 0,4-3 0,6-2 0,3-2 0,0-2 0,5-1 0,0-1 0,0-3 0,1 2 0,4-14 0,2 2 0</inkml:trace>
  <inkml:trace contextRef="#ctx0" brushRef="#br0" timeOffset="13749">7870 511 11370,'6'7'0,"1"-4"0,1-6 0,0-5 0,2-3 0,0-3 0,0-2 0,-2-2 0,2-1 0,1-3 0,-3-2 0,-1-1 0,0 0 0,0 0 0,-4-6 0,1-2 0,-3-3 0,-1-2 0,-1 5 0,-3 1 0,-3 1 0,0 4 0,-4 6 0,2 5 0,-2 7 0,-1 6 0,1 11 0,1 9 0,2 5 0,-1 10 0,-3 6 0,1 6 0,2 5 0,0 6 0,4 2 0,1 2 0,-1-1 0,3-5 0,-2 1 0,3-4 0,2-4 0,3-7 0,5-7 0,2-7 0,1-8 0,1 1 0</inkml:trace>
  <inkml:trace contextRef="#ctx0" brushRef="#br0" timeOffset="15088">8646 624 11562,'0'-13'0,"0"1"0,-1 1 0,-2 1 0,-3 3 0,-1 1 0,-2 4 0,-3 0 0,0 4 0,-1 2 0,1 4 0,-1 3 0,1 2 0,-1-1 0,1 1 0,1-1 0,1 1 0,3-1 0,1 1 0,4-1 0,0 1 0,4-2 0,2-3 0,6-4 2,5-2 0,0-4 0,5-2 0,-1-5-2,1-7 0,0 1 0,4-7 0,-2-3 0,-1-3 0,-1-7 0,0 2 0,-3-3 0,-3-2 0,-3-4 0,-2-1 0,-5 0 1,-3 0 0,-1-3 0,-3 3 1,-4 1 3,-5 3 1,-3 2-6,2 12 0,1-3 0,-1 9 0</inkml:trace>
  <inkml:trace contextRef="#ctx0" brushRef="#br0" timeOffset="15089">8846 636 11539,'-4'13'17,"0"-1"1,1-3-17,7-1 1,3-5-1,6 0-1,-1-6 0,-1 0 0,-1-5 0,-2-2 0,2-1 0,0-2 0,0 1 0,-3-1 0,-2 1 1,-2-1-1,-2 1 0,-1-1 0,-1 1 0,-3 1 1,-5 2-1,-2 5 0,-1 3 0,-2 2 0,-1 3 0,-4 6 1,1 5-1,-1 6 0,1 1 0,1 1 0,5-3 1,2 3-1,2 0 0,1 1 0,2-3 0,5-5 0,5-3 1,3-3-1,3-3 0,3-2 0,3-2 0,4-2 1,2-1-1,1-1 0,-2-2 0,-1-1 0,0-6 0,4 3 0</inkml:trace>
  <inkml:trace contextRef="#ctx0" brushRef="#br0" timeOffset="15090">9071 599 11727,'0'-13'0,"6"6"0,1 2 0</inkml:trace>
  <inkml:trace contextRef="#ctx0" brushRef="#br0" timeOffset="15388">9059 574 11727,'4'-6'0,"0"6"0,-1 7 0,-2 6 0,-1 2 0,0 3 0,-1 3 0,-2 4 0,-1 4 0,1 2 0,2-1 0,1-1 0,0 1 0,0-1 0,0-1 0,0-2 0,0-2 0,0-4 0,0-3 0,0-3 0,0-1 0,1-2 0,3-3 0,3-5 0,0-6 0,-3-5 0,-2-3 0,-2-2 0,0-1 0,0-1 0,0-3 0,0 0 0,0-2 0,0 1 0,0-3 0,0-2 0,0-2 0,0-2 0,0-3 0,0 1 0,0-2 0,1 0 0,2-2 0,3 2 0,-1 4 0,2 6 0,0 4 0,3 3 0,1 2 0,1 6 0,1 5 0,-1 2 0,1 1 0,-2 3 0,-1 6 0,-3 4 0,-2 4 0,-2 0 0,-1 1 0,-2 1 0,0 1 0,0 0 0,0-2 0,-2-1 0,-1-1 0,-2-1 0,-2 1 0,-3-2 0,-1-1 0,-2-3 0,1-2 0,-1-5 0,1-3 0,-1-1 0,1 0 0,-1 0 0</inkml:trace>
  <inkml:trace contextRef="#ctx0" brushRef="#br0" timeOffset="15389">9384 574 11727,'0'-13'0,"0"1"0,-1 1 0,-3 2 0,-5 5 0,-2 4 0,-1 3 0,-1 1 0,-4 6 0,1-2 0,0 3 0,3 2 0,0-1 0,2 1 0,1-1 0,2 1 0,5-1 0,-2 1 0,0-1 0,3 1 0,3-2 0,6-3 0,4-2 0,2-2 0,-1 0 0,1-1 0,-1-2 0,1-2 0,-1-3 0,1-3 0,-1-2 0,1 1 0,-1 0 0,1-1 0,-2 1 0,-1 0 0,-4-1 0,1 2 0,-1 3 0,0 6 0,-5 5 0,-2 4 0,-4 1 0,3 1 0,0-1 0,2 1 0,0-1 0,0 1 0,0-1 0</inkml:trace>
  <inkml:trace contextRef="#ctx0" brushRef="#br0" timeOffset="15721">9472 549 11727,'0'12'0,"0"-3"0,1-3 0,3 0 0,-2 4 0,3-3 0,1 0 0,-3 4 0,4-3 0,-2 3 0,3-2 0,-2-1 0,1 2 0,-4-3 0,2 0 0,1-2 0,-5-1 0,6-5 0,-3-3 0,-2-3 0,2-6 0,-3 1 0,-1-1 0,5-3 0,-1-1 0,0 0 0,1-1 0,-2 4 0,4-2 0,0 2 0,0 1 0,-3 2 0,5 3 0,-1 2 0,-1 1 0,4 3 0,-3-2 0,3 8 0,2 3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55:44.68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173 161 12328,'3'-8'0,"1"1"0,0-2 0,0-1 0,-2 1 0,-3 4 0,-4 7 0,-3 6 0,-1 6 0,-2 2 0,-3 5 0,-1 2 0,-1 3 0,1 4 0,1 0 0,1 1 0,2 2 0,-2 2 0,1 3 0,-1-1 0,4-1 0,3-3 0,3-2 0,2-5 0,1-3 0,1-5 0,3-5 0,3-6 0,4-2 0,1-1 0,4-5 0,1-2 0,1 0 0,4-6 0,-4 1 0,1-2 0,0-1 0,0-6 0,4-1 0</inkml:trace>
  <inkml:trace contextRef="#ctx0" brushRef="#br0" timeOffset="195">69 390 12399,'12'0'0,"-1"0"0,1 0 0,-1 0 0,1 0 0,-1 0 0,2 0 0,1 0 0,2 0 0,2 0 0,1 0 0,4 0 0</inkml:trace>
  <inkml:trace contextRef="#ctx0" brushRef="#br0" timeOffset="196">390 539 12399,'0'-12'0,"0"1"0,0-1 0,0 1 0,0 0 0,-1 0 0,-3 4 0,-4 3 0,-2 3 0,-1 2 0,-2 3 0,-1 3 0,-1 5 0,1 2 0,1 2 0,2 1 0,-1 1 0,2 0 0,1 1 0,3-2 0,1-1 0,2-4 0,2 0 0,2-2 0,3-2 0,4-5 0,2-1 0,1-2 0,1 0 0,0-4 0,2-1 0,2-2 0,-2-1 0,0-3 0,1 0 0,-6 0 0,2-1 0,-1 2 0,1 2 0,-1-2 0,-1 4 0,-3-2 0,-1 0 0,0 6 0,-1-2 0,-3 4 0,2 3 0,-6 0 0,2 6 0,-4-1 0,0 2 0,4 2 0,-3-1 0,2 1 0,2-1 0,0 0 0,6-4 0,0-2 0</inkml:trace>
  <inkml:trace contextRef="#ctx0" brushRef="#br0" timeOffset="661">562 504 12399,'-12'6'0,"1"1"0,1 3 0,2 2 0,3-1 0,1 1 0,0-1 0,2 1 0,1-1 0,1 1 0,1-2 0,3-3 0,3-3 0,4-3 0,0-1 0,0 0 0,2-1 0,1-3 0,1-2 0,-1-2 0,-1 1 0,-1-2 0,-1-1 0,0-2 0,1 1 0,-1 1 0,1 1 0,-2 1 0,-1-1 0,-1-1 0,-5 2 0,5 1 0,-5 4 0,2-1 0,-5 8 0,0 4 0,0-2 0,0 2 0,0 1 0,0-3 0,1 0 0,3-1 0,2-1 0,6-4 0,-1 0 0,0 0 0,1 0 0,-1-1 0,1-3 0,-1 2 0,1-6 0,-1-1 0,1-1 0,-1 2 0,-1 1 0,-1-2 0,-1-1 0,-2 2 0,3 2 0,-1 0 0,-6 4 0,2 6 0,-4 2 0,-3 6 0,0-1 0,0 0 0,-2 2 0,1 1 0,2 1 0,0-1 0,2-1 0,0-1 0,0-1 0,2 1 0,1-1 0,4 0 0,4 1 0</inkml:trace>
  <inkml:trace contextRef="#ctx0" brushRef="#br0" timeOffset="1340">1134 482 12399,'-7'5'0,"-1"1"0,-1 0 0,0 1 0,0-3 0,2 3 0,4 0 0,-1 0 0,8-3 0,4 2 0,2-1 0,1-2 0,1-2 0,1-1 0,1-1 0,1-3 0,1 2 0,-2-6 0,2 0 0,-2 2 0,-2-3 0,0 4 0,-2-1 0,-2-3 0,1 2 0,-6 0 0,0-2 0,-3 4 0,-4 1 0,-2 3 0,-7 2 0,-2 3 0,-4 3 0,1 4 0,0 0 0,0 0 0,0 1 0,4-1 0,-2 2 0,1 1 0,-1 1 0,2 4 0,6-3 0,0-2 0,-1-2 0,4 4 0,0-1 0,1-1 0,0-1 0,2-2 0,5 1 0,5-1 0,4-5 0,2-2 0,2-3 0,2-1 0,1 0 0,4 0 0,-2-1 0,-1-3 0,0 3 0,-4-4 0,2 1 0,3 0 0,-5 1 0,-2 1 0,-4 0 0,-2-2 0,0 0 0,-2-1 0,-2 2 0,-8-3 0,-4 1 0,-2-4 0,-1 1 0,1-2 0,2-1 0,4-1 0,3 1 0,1 0 0,0-1 0,1 1 0,3-1 0,1-3 0,4 0 0,-1 1 0,0 1 0,3 3 0,0 2 0,1 3 0,-1 0 0,0 4 0,1-3 0,-2 4 0,-2 4 0,2 3 0,-4 7 0,1 2 0,-4-2 0,2 0 0,-1 0 0,-1 2 0,-2 2 0,3-4 0,0 1 0,-2-2 0,0-2 0,1 1 0,1-1 0,-1 1 0,2-5 0,0 0 0,1-2 0,2-1 0,3-4 0</inkml:trace>
  <inkml:trace contextRef="#ctx0" brushRef="#br0" timeOffset="3056">1581 127 12532,'0'15'0,"0"1"0,0 3 0,0 6 0,1 4 0,2 9 0,2 4 0,1 3 0,-2 0 0,2 1 0,1-3 0,-1-4 0,-2-1 0,2-9 0,-1-1 0,-2-5 0,-2-1 0,-1-6 0,0 2 0,-5-4 0,-2 1 0,-4-7 0,0-3 0</inkml:trace>
  <inkml:trace contextRef="#ctx0" brushRef="#br0" timeOffset="3822">1535 482 12454,'0'-12'0,"1"1"0,3 0 0,4 4 0,6-2 0,2 5 0,2 2 0,3 0 0,2 2 0,2 0 0,2 0 0,-1 0 0,1 0 0,0 0 0,0 5 0,-5 2 0</inkml:trace>
  <inkml:trace contextRef="#ctx0" brushRef="#br0" timeOffset="3823">2005 630 12249,'6'-11'0,"-1"1"0,-1 1 0,0 1 0,-2-1 0,0-1 0,-4-1 0,-2-1 0,-3 2 0,-3 1 0,-2 3 0,-1 1 0,-2 2 0,-3 2 0,-1 1 0,2 0 0,0 1 0,2 3 0,-1 5 0,1 4 0,1 2 0,1 0 0,3 0 0,3 2 0,3 0 0,3 0 0,1 0 0,1-1 0,3-2 0,3-1 0,5-1 0,2-1 0,2-1 0,2-2 0,2-4 0,1-3 0,-1-1 0,-1 0 0,0-1 0,-1-2 0,-1-2 0,-3-1 0,-2-3 0,-3-3 0,-2-2 0,-5-1 0,-1 1 0,-2 0 0,-3-1 0,-7 2 0,-7-3 0</inkml:trace>
  <inkml:trace contextRef="#ctx0" brushRef="#br0" timeOffset="3824">2772 653 12196,'-1'-11'0,"-3"-1"0,3 1 0,-3 0 0,1-1 0,-1 1 0,3-1 0,-4 1 0,0-1 0,-3 2 0,-2 2 0,-1 5 0,-1 1 0,-1 2 0,-1 2 0,-1 3 0,1 5 0,0 5 0,0 2 0,-1 1 0,1-1 0,1 4 0,3-1 0,1 0 0,3-2 0,1-1 0,2-3 0,3-3 0,4-3 0,4-4 0,3-3 0,4-1 0,4-1 0,3-3 0,1-4 0,0-3 0,0-3 0,1-3 0,0-1 0,0-2 0,-3-2 0,-2 0 0,-3-3 0,1-1 0,-3-5 0,-3-2 0,-3-1 0,-4-2 0,-3-2 0,-2-4 0,-3-3 0,-4 0 0,-2-1 0,-1 1 0,-1 4 0,1 7 0,-1 0 0,1 10 0,-1-4 0</inkml:trace>
  <inkml:trace contextRef="#ctx0" brushRef="#br0" timeOffset="4153">2967 596 12245,'-7'0'0,"3"0"0,8 0 0,3-1 0,4-2 0,0-1 0,1 2 0,-1-1 0,1 1 0,-1-2 0,1 1 0,-1-2 0,1 0 0,-1 0 0,0 0 0,0-4 0,-4 2 0,-3-4 0,-3 4 0,-2 0 0,-3 2 0,-2 1 0,-6 4 0,0 0 0,-3 0 0,1 6 0,-4 1 0,0 3 0,0 2 0,3 3 0,-3 2 0,1-1 0,3 1 0,6 2 0,1-4 0,2-1 0,3-1 0,2-3 0,3-2 0,6-3 0,5 0 0,5-4 0,8 2 0,2-5 0,2-3 0,-1-1 0,2-2 0,0 1 0,-1-1 0,2 0 0,-4-3 0</inkml:trace>
  <inkml:trace contextRef="#ctx0" brushRef="#br0" timeOffset="4154">3802 573 12072,'-2'7'0,"2"-4"0,5-1 0,4-2 0,2-2 0,1-1 0,-1-5 0,1-2 0,-1-2 0,1 1 0,0-2 0,2-1 0,2-2 0,-4-2 0,-2-1 0,-2 0 0,0-2 0,-2-3 0,3 0 0,-5-5 0,-2-1 0,0 1 0,-4-1 0,0-4 0,-3 4 0,-2 3 0,0 4 0,-5 4 0,2 4 0,3 2 0,-4 7 0,5 3 0,0 6 0,-3 4 0,5 9 0,0 3 0,-1 2 0,4 9 0,-3 4 0,3 7 0,1 3 0,0 2 0,0 1 0,0 2 0,0 0 0,0 6 0,0-3 0,1 0 0,3-2 0,-3-2 0,3 1 0,-3-1 0,-1-4 0,0-3 0,-1-7 0,-3 0 0,-4-4 0,-2-2 0,-1-6 0,-2-3 0,-2-4 0,2-6 0,-2-3 0,2-1 0,2-2 0,0-3 0,2-4 0,3-3 0,1-4 0,-4-5 0,8-2 0,-4-5 0</inkml:trace>
  <inkml:trace contextRef="#ctx0" brushRef="#br0" timeOffset="4529">4077 619 12139,'0'8'0,"-1"-2"0,-2 0 0,0 1 0,-1-4 0,4 5 0,0 1 0,0 1 0,0 2 0,0-1 0,0 1 0,0-1 0,0 0 0,0 1 0,1-2 0,2-1 0,0-1 0,1-6 0,-4 3 0</inkml:trace>
  <inkml:trace contextRef="#ctx0" brushRef="#br0" timeOffset="4530">4295 390 12152,'-12'8'0,"1"-1"0,-1 1 0,0-1 0,-2 1 0,-1 1 0,1 0 0,1 0 0,1-2 0,1 2 0,-1 2 0,2 0 0,3 0 0,-4 1 0,5-1 0</inkml:trace>
  <inkml:trace contextRef="#ctx0" brushRef="#br0" timeOffset="5638">4444 619 12168,'-4'-8'0,"0"1"0,0-2 0,-1-1 0,-2-1 0,-4 4 0,0 3 0,-1 3 0,1 1 0,0 0 0,0 1 0,2 2 0,2 2 0,-2 1 0,0 3 0,1 1 0,3 0 0,1-1 0,2-1 0,3-1 0,6 1 0,3-2 0,1 1 0,1-2 0,-1 0 0,1-1 0,-1 0 0,0 1 0,1 1 0,-2 3 0,-2 1 0,-4 2 0,-4-2 0,-4-3 0,-4-2 0,-3-1 0,-5 0 0,-1-1 0,-3-2 0,3-1 0,0 0 0,2 0 0,0 0 0,-1-1 0,2-3 0,2-3 0,0-4 0</inkml:trace>
  <inkml:trace contextRef="#ctx0" brushRef="#br0" timeOffset="6303">4558 573 12138,'0'12'0,"0"-1"0,0 1 0,0-1 0,0 0 0,1 1 0,2-1 0,2 1 0,0-1 0,0 1 0,-1-1 0,1-1 0,3-2 0,2 2 0,1-4 0</inkml:trace>
  <inkml:trace contextRef="#ctx0" brushRef="#br0" timeOffset="6422">4604 459 12138,'-8'-4'0,"1"0"0,-1 0 0,0 0 0,2 2 0,1 3 0,6 4 0,6 7 0</inkml:trace>
  <inkml:trace contextRef="#ctx0" brushRef="#br0" timeOffset="6423">4890 596 12383,'-11'-10'0,"1"1"0,1 3 0,1 1 0,-1 2 0,-1 2 0,-1 1 0,-1 1 0,-1 3 0,-1 5 0,0 3 0,3 4 0,2-1 0,1 0 0,1 2 0,-1-1 0,1 2 0,0-1 0,3-1 0,3-2 0,1 0 0,0 0 0,0 1 0,1-2 0,3-3 0,5-3 0,4-2 0,3-1 0,2-1 0,3 1 0,0-1 0,2-3 0,0-4 0,0-2 0,0-2 0,0 0 0,0-1 0,-1-1 0,1-1 0,0-1 0,-1 1 0,-2-1 0,-2 1 0,-1 0 0,-3-1 0,-2 1 0,0 0 0,-2 3 0,-2 0 0,-5-1 0,-1-1 0,-4-2 0,-1 2 0,-5 3 0,-2 2 0,-3 1 0,-1 0 0,-1 1 0,1 2 0,1 1 0,0 0 0,-1 1 0,-1 2 0,1 2 0,1 0 0,2 1 0,-1 1 0,1 0 0,1 1 0,1 0 0,1 1 0,1 1 0,0 1 0,3 1 0,4-2 0,4-3 0,4-3 0,2-2 0,2-2 0,0 0 0,2 0 0,2 0 0,-2 0 0,-2-2 0,0 0 0,-1-2 0,1 1 0,-1 2 0,1 1 0,-1 0-1,0 0 1,1 0-1,-1 0 1,1 0 0,-1 0 0,-1 1 0,-1 2 0,-1 1 0,-2 1 0,3-3 0,-2 3 0,-2 2 0,0-3 0,-3 3 0,3 1 0,2-2 0,-5 4 0,3-3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56:03.06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24 539 12917,'-11'0'0,"2"0"0,5 0 0,8 0 0,5 1 0,4 2 0,1 2 0,2 0 0,1 0 0,1-1 0,-1 0 0,4 0 0,0-2 0,2 1 0,2-1 0,0 2 0,2-1 0,-1-2 0,1-1 0,0 0 0,-2 0 0,-2 0 0,-2 0 0,-2 0 0,0 0 0,-1 0 0,-3 0 0,-2 0 0,-2 0 0,0 0 0,-4 0 0,-2 0 0</inkml:trace>
  <inkml:trace contextRef="#ctx0" brushRef="#br0" timeOffset="2684">517 482 13568,'6'0'-40,"1"0"0,-5 1 35,2 3 1,0 2 0,-3 4 0,2-1 2,0-1 0,2 0 1,-2 3-1,1 0 1,-2 1 1,3-1 0,-1 1 0,0-1 0,0 1 0,0-1 0,-2-2 0,0-5 0,-2-8 0,0-5 0,0-4 0,0-1 0,0-1 0,-2 1 0,0 1 0,-2 2 0,1 0 0,1-1 0,-1 1 0,-1-1 0,2 1 0,-1-1 0,1 1 0,-2-1 0,3 2 0,3 3 0,6 3 0,2 3 0,2 2 0,-1 1 0,0 3 0,1 2 0,-1 2 0,2 0 0,1 0 0,1-2 0,1 2 0,-1 1 0,0 2 0,-1-2 0,-1-2 0,-2 2 0,1-3 0,-1 3 0,-1 2 0,-2-1 0,-4 1 0,-4-2 0,-4-1 0,-4-1 0,-2-2 0,-1 2 0,-1-5 0,1 0 0,-1-1 0,1 2 0,0-1 0,-1-2 0,1 0 0,-1 3 0,1-3 0,-1 5 0</inkml:trace>
  <inkml:trace contextRef="#ctx0" brushRef="#br0" timeOffset="3056">1639 310 13269,'8'-11'0,"-2"-1"0,-1 1 0,0-1 0,-2 1 0,1-1 0,-2 1 0,-1-1 0,-1 1 0,0 0 0,-5 4 0,-4 3 0,-5 3 0,2 2 0,-4 2 0,2 2 0,-1 1 0,1 2 0,-4 3 0,1 2 0,-1 2 0,-1-2 0,-3 4 0,2-1 0,1 3 0,1-1 0,-1 0 0,3 0 0,4 0 0,0-3 0,1 4 0,1 0 0,2-1 0,3 2 0,5-5 0,1 1 0,3 0 0,2-3 0,6 2 0,1-2 0,2-2 0,1 1 0,5-1 0,-2-1 0,1-2 0,2 1 0,1-5 0,0-2 0,-1 0 0,1-2 0,0 0 0,5-5 0,2-2 0</inkml:trace>
  <inkml:trace contextRef="#ctx0" brushRef="#br0" timeOffset="3438">1845 493 13024,'-7'-4'0,"0"-1"0,1 0 0,1-1 0,-2 1 0,1-2 0,-3 1 0,-1-2 0,-2 2 0,1 2 0,0 3 0,-1 1 0,1 0 0,-1 0 0,5 5 0,-1 3 0,0 2 0,2 1 0,0 1 0,3-1 0,-1 1 0,2-1 0,0 4 0,4-1 0,0-2 0,3-3 0,2 0 0,2 0 0,1-1 0,1-1 0,1-2 0,0-3 0,2 0 0,2-2 0,-4-2 0,-1 0 0,-4-3 0,1-2 0,-1-1 0,0-3 0,-2 0 0,-3-1 0,0 1 0,-2 0 0,0-1 0,0-4 0,0-2 0</inkml:trace>
  <inkml:trace contextRef="#ctx0" brushRef="#br0" timeOffset="4811">1971 447 12960,'-6'-5'0,"-1"4"0,4-3 0,0 4 0,-3 4 0,1 4 0,2 2 0,2 1 0,1 1 0,0-1 0,0 1 0,0-1 0,0 1 0,1-1 0,3 0 0,4 0 0,2-2 0,1-3 0,1-1 0,-1-2 0,0-2 0,1-1 0,1-1 0,1-3 0,1-3 0,-1 0 0,-1-1 0,-2-1 0,1-1 0,-1-1 0,0-1 0,0 1 0,-2-1 0,-3 1 0,0 1 0,-1 1 0,-1 2 0,-4 4 0,-4 3 0,-1 3 0,-1 4 0,0 2 0,-2 1 0,2 1 0,2 1 0,1-1 0,1 1 0,-1-2 0,4-3 0,6-3 0,3-3 0,1-2 0,2-1 0,1-3 0,1-2 0,1-2 0,-1-1 0,0-1 0,-1-1 0,-1 1 0,-2-1 0,1 5 0,-1-1 0,1-1 0,-6 3 0,-2-2 0,-3 7 0,-1 1 0,0 6 0,-1 4 0,-2 2 0,-2-1 0,-1 1 0,3-1 0,-1 1 0,3-1 0,1 1 0,0-1 0,0 0 0,0 1 0,0-1 0,1 1 0,3-1 0,3 1 0,4-1 0</inkml:trace>
  <inkml:trace contextRef="#ctx0" brushRef="#br0" timeOffset="5569">2544 528 13332,'-11'1'0,"3"3"0,1 3 0,2 5 0,3 3 0,0 4 0,2 3 0,0 1 0,0 1 0,0 1 0,0 2 0,0-2 0,0 0 0,2-2 0,0-2 0,3-2 0,0-4 0,2-2 0,-1-3 0,2-3 0,-2-7 0,-2-7 0,-3-3 0,-1-1 0,0-2 0,0-1 0,0-2 0,0-2 0,0-4 0,0-2 0,0-4 0,1 0 0,2-1 0,2-1 0,0 0 0,1-1 0,1 2 0,2 1 0,1 4 0,3 2 0,1 4 0,1 3 0,-1 5 0,-1 5 0,-2 4 0,1 1 0,-1 1 0,-1 3 0,-1 3 0,-3 4 0,0 0 0,-4 0 0,-1 2 0,-1 1 0,0 1 0,0-1 0,0-1 0,-1-1 0,-3-1 0,-3-1 0,-4-1 0,0-3 0,0 0 0,-1-3 0,1 1 0,-1 0 0,1-1 0,-1-2 0,2-2 0,2-3 0,6-3 0,4 1 0,5 1 0,0 1 0,1 0 0,1 2 0,1 0-20,2 2 0,-5 0 0,1 0 0,1 0 20,1 0 0,1 0 0,1 0 0,-1 2 0,1 2 0,-1-3 0,1 3 0,-1-3 0,1-1 0,-1 4 0,0 0 0,1-2 0,-1-1 0,0-2 0,-4-3 0,-4-3 0,-5-4 0,-1 0 0,-1 0 0,0-1 0,0 1 0,2-1 0,0 0 0,2-2 0,0-2 0,2 2 0,1 2 0,5 0 0,2 2 0,2 2 0,-1 4 0,1 3 0,-1 1 0,1 0 0,-1 0 0,0 0 0,1 5 0,-1 2 0</inkml:trace>
  <inkml:trace contextRef="#ctx0" brushRef="#br0" timeOffset="5570">3173 550 13227,'0'-11'-1,"0"0"1,0-1 0,0 1 0,0-1 0,0 1 0,-1-1 0,-1 1 0,-3 1 0,-2 1-1,-2 1 1,-1 1 0,-3-1 0,-1 2 0,-1 0 0,0 4 0,0 1 0,-1 2 0,1 3 0,0 3-1,0 4 1,2 0 0,3 2 0,3 1 0,2 1 0,3-1 0,0-1 0,2-2 0,0 1-1,2-1 1,3-1 0,5-1 0,4-3 0,1 0 0,2-4 0,2-1 0,1-1 0,1-1 0,-2-1-1,0-4 1,-2 0 0,0-2 0,-3 1 0,-1-1 0,-3-1 0,-1-1 0,-3-1 0,-1-1 0,-5 1 0</inkml:trace>
  <inkml:trace contextRef="#ctx0" brushRef="#br0" timeOffset="5725">3322 1 12941,'-7'6'0,"0"6"0,2 5 0,3 6 0,0 4 0,2 5 0,2 4 0,0 3 0,3 2 0,2 1 0,0-2 0,1-1 0,-2-5 0,1-4 0,-2-3 0,0-4 0,-3-4 0,0-4 0,-4-3 0,0-6 0,-3-6 0,0-6 0,0-6 0,2-2 0,3-1 0,4 1 0,4 0 0,2 0 0,1-1 0,2 1 0,1 2 0,1 4 0,-1 1 0,-1 2 0,-2 3 0,1 0 0,-1 2 0,1 0 0,-1 0 0,1 5 0,-1 3 0,-1 2 0,-2 2 0,2-1 0,-4 1 0,1-1 0,-3 0 0,-3 1 0,-1-1 0,0 1 0,-5-1 0,-3-1 0,-2-1 0,-3-1 0,-1 0 0,-2-2 0,-1-2 0,-1-2 0,2 1 0,-1 1 0,3-2 0,1-1 0,2-1 0,0-5 0,-1-1 0</inkml:trace>
  <inkml:trace contextRef="#ctx0" brushRef="#br0" timeOffset="7744">3803 436 12911,'0'-11'0,"0"-1"0,0 1 0,0-1 0,0 5 0,-1-1 0,-3-1 0,-3-1 0,-4 0 0,0 2 0,-2 3 0,-2 0 0,1 4 0,-5-2 0,0 4 0,1 3 0,-2 9 0,3-2 0,1 3 0,-1 3 0,3-4 0,5 2 0,3-2 0,1-2 0,1 0 0,4 1 0,0-1 0,1 0 0,3-4 0,4-3 0,2-3 0,1 3 0,1 0 0,-1-2 0,1 0 0,3-4 0,0 0 0,-1-2 0,-1 2 0,2-4 0,0 1 0,-1 0 0,-1 0 0,-2 0 0,1 3 0,-1-2 0,1 1 0,-1 2 0,1 1 0,-5 0 0,1 0 0,0 0 0,-2 1 0,-2 3 0,2-3 0,1 4 0</inkml:trace>
  <inkml:trace contextRef="#ctx0" brushRef="#br0" timeOffset="8552">3941 367 12911,'-12'4'0,"1"0"0,3 4 0,2-3 0,1 1 0,2 3 0,2-3 0,1 2 0,0 1 0,0 1 0,0-2 0,1-1 0,3 2 0,2-4 0,6 0 0,-1-1 0,1 0 0,-1 0 0,1-4 0,-1 0 0,0 0 0,1 0 0,-1 0 0,1 0 0,-1 0 0,1-4 0,-1-1 0,1-1 0,-1-1 0,1-2 0,-2 2 0,-1-1 0,-2 0 0,2 1 0,1-2 0,1 1 0,-4 4 0,-3 8 0,-3 5 0,-2 3 0,-2-1 0,1-1 0,3-2 0,6-4 0,3-3 0,1-1 0,1 0 0,-1 0 0,1-1 0,-1-2 0,0-2 0,2-1 0,1-3 0,1-1 0,-1-1 0,-1 2 0,-1 2 0,-2-2 0,-1 0 0,-3 0 0,-1 4 0,-4 4 0,-2 6 0,-4 4 0,0 2 0,0 1 0,2-1 0,2 1 0,1-1 0,0 0 0,0 1 0,1-1 0,3 0 0,4-3 0,2-1 0,1-2 0,6-1 0,1-4 0</inkml:trace>
  <inkml:trace contextRef="#ctx0" brushRef="#br0" timeOffset="8553">4605 379 12911,'-8'-10'0,"2"1"0,-1 2 0,2 1 0,-1 1 0,0 0 0,-2 1 0,0 0 0,1 0 0,-2 2 0,-1 0 0,-2 2 0,1 2 0,-1 0 0,2 3 0,1 2 0,3 2 0,0 1 0,0 1 0,1 1 0,2-1 0,-1 1 0,0-1 0,1 1 0,3-2 0,3-1 0,2-2 0,1 1 0,3 0 0,3-2 0,2-1 0,2-2 0,2-2 0,1-1 0,0 0 0,0-1 0,0-2 0,0-2 0,-1 0 0,-1-2 0,-3 1 0,-3-3 0,-2-1 0,-2-1 0,-2-1 0,-3 1 0,-1-1 0,-1 1 0,-1-1 0,-3 2 0,-3 1 0,-3 3 0,-2 1 0,1 2 0,-1 2 0,1 1 0</inkml:trace>
  <inkml:trace contextRef="#ctx0" brushRef="#br0" timeOffset="8554">4925 356 12911,'0'-12'0,"0"1"0,0-1 0,-1 1 0,-3 0 0,-3 0 0,-3 2 0,-2 3 0,-1 1 0,-1 2 0,-1 2 0,1 1 0,1 1 0,2 3 0,-1 4 0,1 2 0,1 2 0,2-1 0,4 0 0,3 1 0,2-1 0,3 0 0,4-3 0,2-1 0,1-1 0,1-1 0,1 2 0,1-2 0,1 0 0,4 2 0,-4-3 0,2 1 0,-3-1 0,1 3 0,-1-1 0,-1-1 0,-2 0 0,1-2 0,-1 4 0,-6 0 0,-5 0 0,-6-3 0,-6-1 0,-2-1 0,-2 2 0,-2-1 0,-1-2 0,-4-1 0,0 0 0,0 0 0,0 0 0,0 0 0,1 0 0,-1 0 0</inkml:trace>
  <inkml:trace contextRef="#ctx0" brushRef="#br0" timeOffset="8784">5544 321 12825,'-12'0'0,"2"2"0,3 2 0,-2-2 0,5 6 0,0-4 0,4 3 0,0-3 0,0 4 0,0-6 0,5 3 0,-4-5 0,6 0 0,-5-1 0,1-2 0,-4 0 0,-6 0 0,-3 2 0,-1 1 0,-1 0 0,1 1 0,-1 2 0,1 2 0,1 1 0,1 3 0,2 1 0,2 2 0,4-2 0,3-1 0,7-3 0,4-1 0,2-1 0,1 0 0,-1 1 0,0 0 0,0 1 0,1-1 0,-1 2 0,-1-1 0,-1 2 0,-3-1 0,-1 1 0,-2 0 0,1-1 0,-2 1 0,-2 1 0,-4 0 0,-4 0 0,-3-3 0,-3-1 0,-3-2 0,-1-2 0,-1-1 0,-1 0 0,1 0 0,-1 0 0,-1 0 0,-1 0 0,2 0 0,-1 0 0,3-1 0,1-3 0,2-3 0,-1 0 0,2-1 0,3-1 0,-3-1 0,3-1 0</inkml:trace>
  <inkml:trace contextRef="#ctx0" brushRef="#br0" timeOffset="8785">5738 333 12938,'-10'1'0,"1"2"0,2 2 0,-2 2 0,-1 6 0,3-1 0,3 3 0,2-1 0,-1 0 0,0 1 0,1-1 0,4-1 0,1-2 0,8 1 0,-1-1 0,4-1 0,0-2 0,2 1 0,1-5 0,-1-2 0,1 0 0,2-2 0,-4-2 0,-1 0 0,-1-2 0,-3-5 0,-1 1 0,-3-2 0,0-1 0,-3-2 0,-3-1 0,0-1 0,0 1 0,0 1 0,0 2 0,0-1 0,0 1 0,-5-1 0,-1 1 0,-6-1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56:13.91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58 126 13070,'0'-9'0,"0"6"0,-2 6 0,0 8 0,-3 4 0,0 4 0,-2 4 0,1 2 0,-2 3 0,2 0 0,1 2 0,1-1 0,0 1 0,2 1 0,0-2 0,2-1 0,0-4 0,2-2 0,0-4 0,3-2 0,2-3 0,0-3 0,1-3 0,-2-4 0,-1-4 0,-1-7 0,0-4 0,0-4 0,-2 1 0,0 0 0,-2-2 0,0 0 0,0-4 0,0-2 0,0-2 0,0-3 0,0 0 0,0-1 0,0-1 0,0-1 0,0-3 0,0 1 0,0 3 0,0 3 0,0 3 0,0 1 0,0 1 0,1 3 0,3 5 0,3 5 0,4 6 0,0 1 0,0 2 0,1 2 0,-1 0 0,1 3 0,-1 2 0,1 2 0,-2 1 0,0 1 0,-1 1 0,1-1 0,-1 1 0,0-1 0,-3 0 0,-1 1 0,-1-1 0,0 1 0,-1-1 0,-2 1 0,-1-1 0,-1-1 0,-2-1 0,-2-1 0,-1-1 0,-3 0 0,-1-3 0,-2-2 0,1 1 0,-1 1 0,1-2 0,-2-1 0,-1-1 0,-1 0 0,1 0 0,2-1 0,3-1 0,3-4 0,1 0 0,2-3 0,2-1 0,1-1 0,0-1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56:14.05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1 172 12876,'10'-5'0,"-1"5"0,-3 6 0,-1 5 0,-1 0 0,0 0 0,0 1 0,-2-1 0,1 1 0,0-1 0,0 1 0,-1-2 0,-4-4 0,-1-6 0,-1-7 0,0-6 0,0-2 0,2-1 0,0 0 0,2-3 0,0-3 0,0-1 0,0 0 0,2 0 0,3 2 0,5 0 0,4 4 0,1 0 0,0 4 0,2 4 0,-1 6 0,1 1 0,-3 4 0,-1 1 0,3 9 0,2 6 0</inkml:trace>
  <inkml:trace contextRef="#ctx0" brushRef="#br0" timeOffset="1">264 172 12806,'0'-6'0,"2"-3"0,1 5 0,3-1 0,2 2 0,0 0 0,1 0 0,1 2 0,3-1 0,1 0 0,1-3 0,-1 0 0,-1 0 0,-2 1 0,1 0 0,-2-1 0,-4 0 0,-6 0 0,-6 2 0,-6 3 0,-2 3 0,-2 2 0,-1 1 0,0 4 0,-1 3 0,-1 2 0,1-1 0,3 0 0,2 0 0,3 2 0,1-2 0,2-2 0,2 0 0,4-1 0,4-1 0,4-2 0,5-3 0,3-1 0,4 0 0,3-2 0,1 0 0,1-4 0,1 0 0,2-2 0,0-5 0,-4 3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56:16.01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172 80 12806,'0'-11'0,"1"1"0,3 2 0,-2-2 0,1 2 0,-1-2 0,-2 2 0,0 1 0,-2 4 0,-1-1 0,-5 3 0,-2 5 0,-2 1 0,1 0 0,-1 0 0,1 4 0,-1-1 0,1 1 0,0-2 0,0 4 0,4-4 0,2 2 0,0-1 0,3 2 0,-1-2 0,1 2 0,7-3 0,3 1 0,2 1 0,3-3 0,1 1 0,1-1 0,-1 0 0,-1-2 0,-2 3 0,-1-1 0,-2 0 0,1-2 0,-5 4 0,-2 1 0,0-3 0,-4 2 0,-1 1 0,-5-4 0,-6-2 0,-1 0 0,1 1 0,-3-3 0,1 3 0,-1-3 0,1-1 0,0 0 0,5 0 0,-6 0 0,-1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56:30.01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46 11934,'0'11'0,"0"1"0,0-1 0,0 1 0,0-1 0,0 1 0,0 0 0,0 2 0,0 2 0,1-2 0,2-2 0,2 0 0,0-1 0,1-1 0,1-1 0,2-2 0,1-2 0,1-4 0,1-3 0,-1-6 0,1-4 0,-2-2 0,-1-1 0,-2 0 0,1 0 0,0-2 0,-1-1 0,-3 4 0,2-2 0,0 1 0,-4-1 0,-1 1 0,-1 4 0,0-1 0,0 1 0,-5 4 0,-1 2 0,-6 5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56:40.63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23 586 11624,'0'-12'0,"0"7"0,0 5 0,0 8 0,0 6 0,0 3 0,0 4 0,0 0 0,0 5 0,0 2 0,0 4 0,0 1 0,0 2 0,0 2 0,0 1 0,0-1 0,0-1 0,-1-2 0,-2-2 0,0-4 0,0-6 0,2-4 0,1-4 0,0-2 0,-1-1 0,-2-5 0,-1-6 0,2-6 0,0-6 0,2-2 0,0-2 0,0-1 0,0-1 0,2 0 0,0-3 0,2-3 0,-1-4 0,-2-2 0,0-2 0,2-1 0,0-1 0,1 0 0,0-1 0,1 0 0,0-2 0,2-1 0,-2 1 0,1 2 0,-1 5 0,1 3 0,1 4 0,2 4 0,0 4 0,0 3 0,-2 5 0,2 3 0,1 4 0,0 4 0,-1 3 0,-2 4 0,-1 1 0,-1 2 0,2 3 0,-2-1 0,0 2 0,-3-1 0,0 1 0,-2-1 0,0 2 0,0 1 0,0-3 0,0 0 0,0-2 0,0 0 0,-2 1 0,0-2 0,-3-3 0,0-2 0,-2-1 0,1-1 0,-3 0 0,-1-3 0,-2-3 0,1-1 0,1-1 0,1-2 0,2-2 0,2-1 0,1-2 0,-1 2 0,4-10 0,-4 4 0</inkml:trace>
  <inkml:trace contextRef="#ctx0" brushRef="#br0" timeOffset="234">310 551 11678,'0'-11'0,"0"-1"0,0 3 0,0 6 0,0 6 0,0 6 0,0 4 0,0 1 0,0 3 0,0 0 0,0 4 0,0-1 0,1 0 0,1 0 0,2-1 0,0-2 0,0-1 0,1-4 0,0 0 0,1-2 0,-1-1 0,2-3 0,-1-1 0,3-2 0,0-3 0,0-4 0,-2-3 0,2-5 0,2-3 0,0-3 0,-1-1 0,-1 0 0,-1-2 0,-1 0 0,0-2 0,-3 0 0,-3 1 0,-1 2 0,0 2 0,0 2 0,0 2 0,0 1 0,0 2 0,-5-1 0,-2 1 0</inkml:trace>
  <inkml:trace contextRef="#ctx0" brushRef="#br0" timeOffset="235">596 586 11585,'11'-5'0,"-3"3"0,-1-2 0,-3 3 0,4 1 0,1 0 0,1 0 0,-2 0 0,-1-1 0,2-3 0,-2 3 0,-1-4 0,0 1 0,1 0 0,-5-5 0,2 2 0,-3-4 0,-2 1 0,-3 3 0,-3 3 0,-4 2 0,0 2 0,-1 2 0,1 2 0,0 3 0,0 3 0,2 2 0,2 1 0,-2 1 0,0 1 0,0 0 0,3 0 0,-1 1 0,2-2 0,0 0 0,3 0 0,0 1 0,4-1 0,2-3 0,3-2 0,3-2 0,3-2 0,1-2 0,3 1 0,0 0 0,4-1 0,0-7 0,2-3 0</inkml:trace>
  <inkml:trace contextRef="#ctx0" brushRef="#br0" timeOffset="236">928 483 11585,'-8'-4'0,"1"0"0,-2 1 0,-2 2 0,0 1 0,0 0 0,-1 0 0,1 0 0,1 1 0,2 3 0,4 4 0,3 2 0,2 1 0,2 1 0,2-2 0,0-1 0,1-3 0,-1 1 0,2-2 0,-1 1 0,3 1 0,1 1 0,1 3 0,0 0 0,-2 0 0,-3 1 0,-2-1 0,-4 1 0,-4-2 0,-2-2 0,-3-3 0,-2-1 0,-1 1 0,-2 0 0,-3 0 0,-1-3 0,-1 0 0,0-2 0,1 0 0,2 0 0,1 0 0,-2 0 0,4-5 0,-3-2 0</inkml:trace>
  <inkml:trace contextRef="#ctx0" brushRef="#br0" timeOffset="237">1065 93 11551,'-1'-11'0,"-2"-1"0,-2 1 0,0-1 0,0 1 0,1-1 0,1 1 0,-1 2 0,1 5 0,3 9 0,3 8 0,2 7 0,0 6 0,1 4 0,-1 4 0,2 1 0,-2 2 0,1 1 0,-1-1 0,0-1 0,-2-1 0,-1 2 0,1 1 0,1-2 0,-2-3 0,0-4 0,-2-2 0,0-4 0,0-4 0,1-4 0,3-4 0,-3-10 0,4-8 0</inkml:trace>
  <inkml:trace contextRef="#ctx0" brushRef="#br0" timeOffset="238">1054 345 11541,'5'-8'0,"3"2"0,3 1 0,3 2 0,3 1 0,-1-1 0,2 0 0,0 0 0,1 2 0,0-1 0,0 0 0,1-2 0,-3 0 0,-1 4 0</inkml:trace>
  <inkml:trace contextRef="#ctx0" brushRef="#br0" timeOffset="239">1420 414 11531,'-4'-12'0,"1"1"0,-5 3 0,4 1 0,0-1 0,-1 2 0,4-5 0,-4 5 0,1-2 0,0 1 0,-5 4 0,2-1 0,-3 3 0,-2 2 0,1 3 0,0 4 0,3 6 0,0 2 0,-1 2 0,3 0 0,-1 2 0,2 0 0,3 0 0,-1-2 0,1 0 0,-2-2 0,1-2 0,3-1 0,4-2 0,4-1 0,2-2 0,3-3 0,1-5 0,2 0 0,2 0 0,-4-1 0,2-3 0,0-4 0,-1-2 0,0-5 0,-3-2 0,-2 1 0,-2-1 0,0-3 0,-4 2 0,-1-1 0,-2 0 0,-6 5 0,-4-1 0,-5 2 0,-4 2 0,-5-1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56:58.291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1 339 11577,'0'-8'0,"0"0"0,0 0 0,4 1 0,-1 0 0,1-1 0,-4-4 0,5 6 0,-3 2 0,1 8 0,-1 3 0,-2 5 0,0 2 0,0 1 0,0 6 0,-2-2 0,0 3 0,-2 0 0,2 1 0,0 0 0,2-1 0,0-2 0,0-2 0,2-1 0,1-3 0,5-3 0,3-3 0,3-5 0,3-1 0,-1-4 0,1-3 0,-2-5 0,1-5 0,0-3 0,1-2 0,-1-2 0,-2-1 0,-2 0 0,-3 0 0,-3 1 0,-1-1 0,-2 0 0,-2 1 0,-1 2 0,0 2 0,0 1 0,-1 5 0,-2 2 0,-2 3 0,-1 2 0,-2 4 0,2 3 0,2 6 0,1 2 0,1 2 0,-2-1 0,1 1 0,2-1 0,1 0 0,5-4 0,1-2 0</inkml:trace>
  <inkml:trace contextRef="#ctx0" brushRef="#br0" timeOffset="873">333 247 11631,'-4'8'0,"0"-1"0,2 2 0,0 3 0,2 2 0,0 1 0,0 0 0,0 1 0,0-1 0,0 0 0,0 0 0,0 2 0,0-1 0,0 1 0,0-3 0,0-1 0,0-2 0,0 1 0,0-1 0,0-2 0,0-5 0,0-11 0,2-10 0,2-1 0,-2-4 0,6 3 0,1-3 0,1 0 0,0 0 0,-1 2 0,-2 0 0,2 0 0,2 4 0,1 0 0,1 4 0,-2 0 0,3 6 0,-6 2 0,2 3 0,0 6 0,-2 4 0,-3 3 0,0 4 0,-3 4 0,1-1 0,-1 3 0,-2 1 0,0 0 0,0-1 0,0 0 0,0-3 0,0 2 0,0-6 0,0-1 0,0-1 0,0-6 0,0 1 0,-5-1 0,-2 5 0</inkml:trace>
  <inkml:trace contextRef="#ctx0" brushRef="#br0" timeOffset="874">1260 30 11631,'7'0'0,"-2"6"0,-5 4 0,0 4 0,-1 6 0,-3 0 0,-3 1 0,1 2 0,-3-4 0,4 0 0,0 0 0,0-1 0,0 3 0,2-6 0,-1-1 0,2-1 0,1-6 0,1 1 0,1-7 0,3-1 0,3-6 0,3-5 0,2 0 0,-1 0 0,1-1 0,1 1 0,1-1 0,2 1 0,2-1 0,-4 6 0,2 2 0,0 3 0,-1 1 0,2 0 0,-3 1 0,1 3 0,0 4 0,-5 6 0,-1 2 0,-1 2 0,-6-3 0,2 3 0,-3 0 0,-1 0 0,-1-3 0,-3 3 0,-3-2 0,-3-2 0,-2-1 0,-1-3 0,-2-1 0,-3-1 0,-1-1 0,1 0 0,2-3 0,1-3 0,-1-1 0,1 0 0,-5 0 0,2 0 0</inkml:trace>
  <inkml:trace contextRef="#ctx0" brushRef="#br0" timeOffset="875">1249 98 11553,'11'-4'0,"1"1"0,-1-1 0,2 0 0,1 0 0,1 0 0,1 1 0,0-1 0,3 1 0,3 2 0,-1 1 0,-1 0 0,1 0 0,-2 1 0,3 3 0,-1-1 0,-1 4 0,6-4 0,-2 2 0</inkml:trace>
  <inkml:trace contextRef="#ctx0" brushRef="#br0" timeOffset="876">1844 110 11536,'0'-12'0,"-1"2"0,-1 1 0,-4 2 0,0-1 0,-3 2 0,-1 2 0,-1 2 0,0 4 0,2 0 0,2 3 0,-1 2 0,1 2 0,-1 1 0,5 1 0,0 1 0,1-1 0,2 1 0,0-1 0,0 1 0,5-5 0,3 0 0,2-2 0,2-3 0,-1-1 0,1-2 0,-1-1 0,0-3 0,0-2 0,-2 0 0,-3-1 0,0 0 0,-1-1 0,0-1 0,-1-1 0,-4-1 0</inkml:trace>
  <inkml:trace contextRef="#ctx0" brushRef="#br0" timeOffset="877">2096 7 11549,'7'-5'0,"-2"3"0,-5 2 0,0 8 0,-2 3 0,-1 5 0,-5 1 0,-6 6 0,-3 2 0,0 1 0,-1 4 0,-2 4 0,0 0 0,0 1 0,-5 4 0,-2 2 0,1-2 0,2-4 0,6-2 0,2-7 0,1-1 0,-1-5 0,6-4 0,6-4 0,3-6 0,11-6 0,3-6 0</inkml:trace>
  <inkml:trace contextRef="#ctx0" brushRef="#br0" timeOffset="1062">2108 419 11579,'0'-12'0,"0"1"0,0 0 0,0-1 0,0 1 0,-2 3 0,-1 2 0,-5 1 0,-2 1 0,-2 5 0,1 3 0,-1 3 0,1 4 0,0 0 0,-1 1 0,1-1 0,1 2 0,1 1 0,2 1 0,2-1 0,1-1 0,4-2 0,0 1 0,2-5 0,1 0 0,5-2 0,2-3 0,6 0 0,-1-4 0,-1-2 0,-2-3 0,0-3 0,-1-2 0,1 1 0,-1-1 0,-3 1 0,-2-1 0,-1 1 0,-2-1 0,-2 1 0,-1 0 0,0-1 0,-10 1 0,-3-1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56:52.23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184 653 11457,'-11'-7'0,"-1"-1"0,1 2 0,-1 1 0,1 0 0,-1-2 0,1 3 0,-1 1 0,1 2 0,0 1 0,-1 1 0,1 3 0,-1 4 0,2 6 0,1 1 0,3 0 0,1 2 0,2 1 0,2 1 0,1-2 0,0 1 0,0-1 0,1-1 0,3-2 0,4-2 0,2-5 0,1-1 0,2-3 0,1 1 0,1-1 0,-1-3 0,0-4 0,0-4 0,1-2 0,-1-1 0,-2-1 0,-3 1 0,-2-1 0,1 1 0,0-1 0,-2 1 0,0-1 0,-1 1 0,1 0 0,-4-1 0,-2 2 0,-4 2 0,-2 6 0,-2 4 0,2 7 0,0 4 0,0 2 0,1 0 0,3 1 0,1 0 0,1 1 0,0-1 0,0-2 0,0-1 0,0-1 0,1-2 0,3-1 0,3-2 0,9 1 0,1 3 0</inkml:trace>
  <inkml:trace contextRef="#ctx0" brushRef="#br0" timeOffset="793">356 618 11457,'-8'0'0,"2"2"0,-1 0 0,1 2 0,4 1 0,-4-1 0,1 4 0,4 2 0,-3 1 0,3 2 0,1 2 0,0-2 0,0 2 0,0-2 0,0-2 0,5 1 0,3-2 0,2-1 0,1-1 0,1-5 0,-1 4 0,1-2 0,-1-3 0,1 0 0,-1-4 0,0-1 0,1-5 0,-1-2 0,1-3 0,-1-1 0,1-1 0,-1-6 0,1 2 0,-2-2 0,-3-2 0,2 1 0,-5 2 0,-1 1 0,-2-2 0,-1 5 0,0 1 0,-1 7 0,-3 4 0,-2 8 0,-6 2 0</inkml:trace>
  <inkml:trace contextRef="#ctx0" brushRef="#br0" timeOffset="794">596 653 11457,'5'-7'0,"-3"-3"0,3 9 0,-5 1 0,-2 9 0,-1 5 0,1-1 0,-1 2 0,1-2 0,2-2 0,0 0 0,0 1 0,0-1 0,4 1 0,1-2 0,2-2 0,0 1 0,5-6 0,-1 0 0,2-6 0,1-2 0,1-1 0,-1-3 0,0-5 0,0-1 0,1-1 0,-1 0 0,-1 3 0,-2-2 0,1 1 0,-1-1 0,-3 6 0,0-3 0,-6 9 0,2 3 0,-7 7 0,-2 3 0,-1 2 0,3-1 0,-2 1 0,0-1 0,4 1 0,-3-1 0,8-5 0,4-2 0,2-3 0,-3-1 0,1 0 0,1-1 0,1-3 0,2 2 0,-1-6 0,1-1 0,-1-1 0,-1-1 0,-1-1 0,-1 1 0,1-1 0,-1 5 0,1-1 0,-1-1 0,-5 5 0,0 4 0,-1 7 0,-2 3 0,0 1 0,0 1 0,0-1 0,0 1 0,1-1 0,1 1 0,2-1 0,5 0 0,-2 1 0</inkml:trace>
  <inkml:trace contextRef="#ctx0" brushRef="#br0" timeOffset="948">1180 561 11457,'-10'8'0,"1"-1"0,2 2 0,-1 2 0,0-1 0,2-1 0,2-2 0,5 1 0,6-2 0,3-2 0,1-3 0,2-1 0,1 0 0,1 0 0,1 0 0,-1-1 0,0-1 0,0-4 0,2 0 0,-4-2 0,2-3 0,-2 0 0,-6 3 0,0 0 0,-2-1 0,-3 0 0,-6 2 0,-2 2 0,-7 5 0,-1 0 0,-1 1 0,0 4 0,0 5 0,-1 4 0,2 0 0,2-1 0,0 0 0,1 1 0,-1 1 0,2 0 0,1 0 0,3 1 0,1-2 0,2-2 0,2 0 0,1-1 0,1 1 0,3-2 0,4-1 0,2-3 0,3 1 0,1-2 0,1 0 0,0-3 0,0 0 0,2-2 0,-1 0 0,1 0 0,-3 0 0,-1-2 0,-2 0 0,1-3 0,-1 0 0,0 0 0,0 1 0,-2 0 0,-3-1 0,-1-2 0,-2-1 0,-2-3 0,-1 0 0,0-1 0,0 1 0,0 0 0,0-1 0,0 1 0,1-1 0,2 1 0,2-1 0,0 1 0,1-1 0,1 1 0,1 0 0,3-2 0,0-1 0,1-1 0,3-1 0,0 6 0,-1 1 0,-1 2 0,2 4 0,0-1 0,-1 3 0,-1 1 0,-7 1 0,-2 4 0,-3 7 0,-1 6 0,0 3 0,0 2 0,0 0 0,0 0 0,-3-2 0,-1 0 0,1-2 0,2 1 0,1-3 0,0-2 0,0-2 0,1-3 0,3-2 0,2-3 0,6-5 0</inkml:trace>
  <inkml:trace contextRef="#ctx0" brushRef="#br0" timeOffset="949">1776 137 11424,'0'17'0,"0"2"0,0 5 0,0 6 0,0 6 0,1 6 0,1 7 0,2 2 0,0-3 0,-4 2 0,0-5 0,0-3 0,0-3 0,-1-9 0,-2-3 0,-1-3 0,-3-6 0,2-3 0,-2-2 0,-1-2 0,1-4 0,0-4 0,-1-1 0,-4-2 0</inkml:trace>
  <inkml:trace contextRef="#ctx0" brushRef="#br0" timeOffset="950">1730 412 11424,'-10'-1'0,"2"-3"0,8 2 0,8-5 0,3 2 0,4 3 0,2 0 0,5 2 0,-1 0 0,3 0 0,2 0 0,-3 0 0,0-5 0,0-1 0</inkml:trace>
  <inkml:trace contextRef="#ctx0" brushRef="#br0" timeOffset="1099">2051 561 11424,'6'-5'0,"-2"-3"0,-3 2 0,-1-2 0,0 0 0,0 1 0,-1 1 0,-3 1 0,-4 2 0,-3 2 0,-3 1 0,-1 1 0,1 3 0,-3 0 0,0 6 0,1 4 0,-1 3 0,-2-2 0,4 3 0,2-1 0,4 1 0,0-4 0,6 1 0,0-2 0,2-1 0,6-5 0,4 0 0,4-2 0,2-3 0,4 0 0,-3-2 0,1-2 0,0-2 0,-1 2 0,-2-6 0,1-1 0,-1-1 0,-1 3 0,-1-1 0,-1-1 0,0-1 0,1 0 0,-2 1 0,-2 1 0,2 6 0,-9-2 0,3 8 0,-3 3 0,-1 3 0,0-2 0,0 0 0,0 1 0,0 1 0,0 1 0,0 1 0,0-1 0,5 1 0,2-1 0</inkml:trace>
  <inkml:trace contextRef="#ctx0" brushRef="#br0" timeOffset="1381">2440 447 11405,'-12'-5'0,"5"2"0,-1-5 0,-1-1 0,-1 4 0,-1 2 0,-1 1 0,1 2 0,-1 0 0,1 0 0,-1 0 0,1 5 0,-1 3 0,1 2 0,0 2 0,-1 0 0,2 2 0,1 2 0,1-2 0,6 0 0,-2 0 0,3 1 0,1-1 0,1-1 0,2-2 0,3 1 0,4-1 0,-1-3 0,8-2 0,-1-1 0,3-2 0,-1-7 0,1-4 0,0-2 0,-1-1 0,2-6 0,-4-2 0,-2-3 0,-2-1 0,0-3 0,-1-2 0,1 0 0,-1 0 0,-5-8 0,0 0 0,-3-3 0,1-4 0,0-2 0,-4 1 0,-1 3 0,-3 7 0,3 4 0,-4 10 0,-1 5 0,0-1 0,-5 10 0</inkml:trace>
  <inkml:trace contextRef="#ctx0" brushRef="#br0" timeOffset="2352">2680 527 11452,'5'-7'0,"-2"-1"0,3 2 0,-1 0 0,-2-3 0,2 3 0,-1-2 0,-2-1 0,0-1 0,1-1 0,1-1 0,-2 2 0,-4 1 0,-3 1 0,-2 1 0,-5 0 0,-3 2 0,-2 2 0,-1-1 0,1 2 0,-4 4 0,1 3 0,0 1 0,1 4 0,-1 3 0,3 4 0,1 0 0,5 3 0,2-1 0,3 0 0,1 0 0,3-1 0,5-2 0,4-1 0,4 1 0,1-4 0,4-1 0,3-5 0,1-1 0,0-2 0,0-2 0,0-1 0,0-1 0,1-3 0,-4-4 0,0-2 0,-3-1 0,-1-2 0,-3-2 0,-1-3 0,-3-1 0,-1 0 0,-2-2 0,-3 0 0,-4-2 0,-4 1 0,-2 3 0,-3 4 0,-2 2 0,-3-4 0,-5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56:47.52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12 17 11480,'0'-8'6,"0"1"1,0 5-1,0 2-2,0 7 0,0 8 0,0 5 1,0 4-3,0 3 0,0 6 0,0 0 0,0 5-2,0 3 0,0-4 0,0 3 0,0-2 0,0 0 0,0 0 0,-1-5 0,-2-2 0,-1-5 0,1-3 0,3-4 0,0-3 0,0-9 0,0-3 0,0-8 0,0-5 0,0-5 0,5 0 0,2-5 0,3-1 0,2-2 0,-5-1 0,1 0 0,2 1 0,4-1 0,-1 4 0,2 1 0,-2 3 0,-2 4 0,-3 1 0,0 6 0,-1 3 0,0 4 0,2 8 0,-6 8 0,0 4 0,-2 4 0,-1-3 0,0 3 0,0-3 0,0-1 0,4 0 0,0-2 0,0 0 0,1-2 0,-4-10 0,9 6 0,-3-9 0</inkml:trace>
  <inkml:trace contextRef="#ctx0" brushRef="#br0" timeOffset="1113">424 429 11447,'-4'-11'0,"1"-1"0,0 1 0,2-1 0,-1 1 0,0-1 0,-3 1 0,-2-1 0,-1 2 0,-3 3 0,0 4 0,-1 6 0,1 6 0,1 3 0,1 5 0,1 1 0,-1 2 0,1 0 0,-1 1 0,2-4 0,2 0 0,3-3 0,0-1 0,4-2 0,1-1 0,6-2 0,4-4 0,2-4 0,-1-4 0,-1-4 0,-2-2 0,1-1 0,-1-1 0,1 1 0,-1 1 0,1 1 0,-1 1 0,-1-1 0,-1 0 0,-2 3 0,-1 6 0,-1 6 0,0 4 0,-2 2 0,-1-1 0,1 1 0,2-2 0,1-2 0,2 2 0,3-4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7T17:56:42.64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1 458 11563,'6'11'0,"-2"0"0,-3 1 0,-1-1 0,0 2 0,0 1 0,0 3 0,0-1 0,0 1 0,0-3 0,0-2 0,0 0 0,0-1 0,0 1 0,1-2 0,3-2 0,-1-3 0,4-7 0,2-1 0,1-5 0,2-6 0,-1-3 0,-1 1 0,-1-2 0,-1 0 0,2-2 0,3-2 0,2-1 0,-1 0 0,-1 1 0,-2 0 0,2 2 0,1 2 0,0 1 0,-4 3 0,2 1 0,-6 2 0</inkml:trace>
  <inkml:trace contextRef="#ctx0" brushRef="#br0" timeOffset="219">333 435 11528,'0'11'0,"0"1"0,0 0 0,0 2 0,0 2 0,0-2 0,0 0 0,0 0 0,0 1 0,0-1 0,0-2 0,0 0 0,0-1 0,0 1 0,0-6 0,5-1 0,1-5 0</inkml:trace>
  <inkml:trace contextRef="#ctx0" brushRef="#br0" timeOffset="455">367 251 11528,'-11'-6'0,"3"1"0,0 5 0,6 0 0,-3 0 0,5 0 0</inkml:trace>
  <inkml:trace contextRef="#ctx0" brushRef="#br0" timeOffset="3376">527 458 11528,'0'7'0,"0"1"0,2-2 0,1 2 0,0-3 0,5-5 0,0 0 0,3-1 0,-1-3 0,-1-4 0,-2-2 0,1-1 0,3-1 0,1 1 0,-6-1 0,-2 1 0,-3-1 0,-1 1 0,0-1 0,-5 6 0,-2 3 0,-4 6 0,0 5 0,0 2 0,-1 3 0,1 1 0,-1 1 0,1 5 0,-1-2 0,2 1 0,2 0 0,0-1 0,4 2 0,1-2 0,2-1 0,1-2 0,0-4 0,1 0 0,3-4 0,4-2 0,6-5 0,2 0 0,2 0 0,-3 0 0,3-1 0,0-2 0,0 0 0,-4-2 0,1 2 0,-2-1 0,-2 2 0,1 0 0,-1 2 0,0 0 0,-3 0 0,0 0 0,-6 0 0,3-1 0,-6-1 0,-3-2 0,2-1 0,-5 1 0,2-4 0,1-2 0,4-1 0,0-1 0,0 1 0,0-2 0,0-1 0,0-1 0,0 1 0,2-3 0,2 2 0,2 0 0,0-2 0,4 4 0,-2-1 0,2 4 0,2 3 0,-1 4 0,1-1 0,-1 3 0,1 1 0,-2 1 0,-1 3 0,-3 4 0,-1 2 0,3 5 0,-4 0 0,-2 1 0,-1 0 0,3-2 0,0 4 0,-1-1 0,-1-3 0,1-2 0,0 0 0,0-1 0,-2 1 0,-1-1 0,5-5 0,2-1 0</inkml:trace>
  <inkml:trace contextRef="#ctx0" brushRef="#br0" timeOffset="4294">1169 389 11608,'0'-12'0,"0"1"0,-2-1 0,-2 1 0,-2 0 0,0-1 0,-4 6 0,2 2 0,-2 3 0,-2 1 0,1 0 0,-1 1 0,1 3 0,-1 3 0,1 4 0,0 1 0,-1 2 0,1 2 0,0 4 0,4-1 0,2 3 0,0 1 0,3-2 0,-1 0 0,1-4 0,2 0 0,2-2 0,1-3 0,4-1 0,0-1 0,1-2 0,1-4 0,1-3 0,2-2 0,-1-2 0,0-3 0,1-3 0,-1-4 0,0-1 0,-3-2 0,0-3 0,0-3 0,-1-1 0,0 0 0,-1-1 0,-1-3 0,2-3 0,-2-5 0,0-2 0,-3-2 0,0 0 0,-2-2 0,0 3 0,0 1 0,0 5 0,0 4 0,0 6 0,0 6 0,5 18 0,1 6 0</inkml:trace>
  <inkml:trace contextRef="#ctx0" brushRef="#br0" timeOffset="4295">1432 423 11509,'-4'-11'0,"0"-1"0,-1 1 0,3-1 0,-2 1 0,-1-1 0,2 1 0,-1 0 0,-3-1 0,2 1 0,-2 0 0,-2 3 0,-1 1 0,-1 2 0,-1 3 0,1 2 0,-1 3 0,0 6 1,-2 5-1,-2 5 0,4 3 0,2 2 0,3 2 0,1 0 0,1 0 0,0-2 0,2-1 0,2-1 0,2-3 0,3-4 1,5-4-1,5-3 0,4-4 0,1-3 0,0-2 0,1-3 0,0-4 0,1-2 0,-3-3 0,-2-1 0,-2-2 0,-1-2 1,-3-2-1,-2-2 0,-4-1 0,-3 2 0,-2 0 0,-3 2 0,-4 0 0,-3 0 0,-5 1 0,-1 2 0,-3 2 0,1 1 0,0 1 0,-4 1 0</inkml:trace>
  <inkml:trace contextRef="#ctx0" brushRef="#br0" timeOffset="4296">2233 366 11544,'-10'-8'0,"1"2"0,2 1 0,-1-3 0,-3 3 0,-1 0 0,1 0 0,-1 1 0,1 4 0,-1 1 0,1 3 0,0 4 0,-1 6 0,1 2 0,-1 2 0,2 1 0,1 3 0,3-2 0,1-1 0,1-3 0,4 1 0,0 0 0,0-3 0,6-6 0,4-5 0,4-1 0,0-2 0,4 0 0,0 0 0,1-2 0,0-1 0,-4-4 0,3-4 0,-1-1 0,-3 1 0,-2-1 0,0 1 0,-2 0 0,-2-1 0,1 1 0,-6-2 0,0-1 0,-2-1 0,-1-1 0,0 5 0,0-1 0,-5 2 0,-2 3 0,-4 2 0,1 6 0,1 4 0,3 5 0,0 7 0,0 3 0,1 4 0,3 2 0,1 0 0,1 2 0,0 2 0,0 3 0,0 2 0,0 5 0,0-1 0,0 1 0,0-3 0,0-1 0,0 1 0,0 0 0,0-2 0,-2-5 0,-2-2 0,-3-2 0,-3-4 0,-2-2 0,1-5 0,-2-4 0,-1-2 0,-2-2 0,-1-2 0,-1-3 0,2-1 0,-1-1 0,2-1 0,0-1 0,-1-2 0,-4-10 0,2 1 0</inkml:trace>
  <inkml:trace contextRef="#ctx0" brushRef="#br0" timeOffset="4434">2039 778 11483,'5'-7'0,"3"0"0,0 1 0,1 1 0,-1 0 0,1 2 0,1 2 0,2 1 0,0 0 0,2 0 0,1 0 0,1 0 0,-1 0 0,0 0 0,-1 0 0,4-5 0,0-2 0</inkml:trace>
  <inkml:trace contextRef="#ctx0" brushRef="#br0" timeOffset="4435">2405 320 11483,'-7'-4'0,"0"2"0,2 3 0,3 5 0,-1 5 0,1 0 0,-2 0 0,1 2 0,2 1 0,1 1 0,0 1 0,0-1 0,0 0 0,1-1 0,2-1 0,2-2 0,0 1 0,1-2 0,1-1 0,2-3 0,1-1 0,1-2 0,1-2 0,-1-1 0,0-1 0,1-3 0,-2-2 0,-1-6 0,-1 1 0,1-1 0,-1-3 0,0-1 0,-3-1 0,0 1 0,-2-1 0,3 3 0,-1-1 0,-2 1 0,-2-3 0,-1 2 0,0 1 0,0 1 0,-5 7 0,-1 1 0</inkml:trace>
  <inkml:trace contextRef="#ctx0" brushRef="#br0" timeOffset="4436">2611 400 11483,'7'2'0,"-2"0"0,0 2 0,-3 0 0,6-4 0,-4 0 0,4 0 0,0 0 0,3-2 0,0 0 0,-1-3 0,-2-2 0,2 0 0,-2-3 0,2 1 0,1 1 0,-3 0 0,-2-3 0,-1 0 0,-1-1 0,-4 1 0,0-1 0,-1 6 0,-3 2 0,-4 3 0,-2 1 0,-1 1 0,-1 3 0,1 3 0,0 4 0,-5 5 0,1 2 0,2 1 0,4 0 0,-1-1 0,4 2 0,-1-2 0,4-1 0,1-2 0,2-4 0,2 1 0,1-1 0,8-3 0,5-2 0,2-1 0,2-2 0,2-2 0,2-1 0,3 0 0,2-10 0,5-3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 txBox="1">
            <a:spLocks noGrp="1"/>
          </p:cNvSpPr>
          <p:nvPr>
            <p:ph type="hdr" sz="quarter"/>
          </p:nvPr>
        </p:nvSpPr>
        <p:spPr>
          <a:xfrm>
            <a:off x="0" y="1"/>
            <a:ext cx="3076363" cy="513511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anchor="t" anchorCtr="0" compatLnSpc="1">
            <a:noAutofit/>
          </a:bodyPr>
          <a:lstStyle>
            <a:lvl1pPr marL="0" marR="0" lvl="0" indent="0" algn="l" defTabSz="990478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s-ES"/>
          </a:p>
        </p:txBody>
      </p:sp>
      <p:sp>
        <p:nvSpPr>
          <p:cNvPr id="3" name="Marcador de fecha 2"/>
          <p:cNvSpPr txBox="1">
            <a:spLocks noGrp="1"/>
          </p:cNvSpPr>
          <p:nvPr>
            <p:ph type="dt" idx="1"/>
          </p:nvPr>
        </p:nvSpPr>
        <p:spPr>
          <a:xfrm>
            <a:off x="4021289" y="1"/>
            <a:ext cx="3076363" cy="513511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anchor="t" anchorCtr="0" compatLnSpc="1">
            <a:noAutofit/>
          </a:bodyPr>
          <a:lstStyle>
            <a:lvl1pPr marL="0" marR="0" lvl="0" indent="0" algn="r" defTabSz="990478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071077A5-7116-4908-9541-B3C2785044B6}" type="datetime1">
              <a:rPr lang="es-ES"/>
              <a:pPr lvl="0"/>
              <a:t>27/04/2025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Marcador de notas 4"/>
          <p:cNvSpPr txBox="1">
            <a:spLocks noGrp="1"/>
          </p:cNvSpPr>
          <p:nvPr>
            <p:ph type="body" sz="quarter" idx="3"/>
          </p:nvPr>
        </p:nvSpPr>
        <p:spPr>
          <a:xfrm>
            <a:off x="709930" y="4925406"/>
            <a:ext cx="5679440" cy="4029879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anchor="t" anchorCtr="0" compatLnSpc="1">
            <a:no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 txBox="1">
            <a:spLocks noGrp="1"/>
          </p:cNvSpPr>
          <p:nvPr>
            <p:ph type="ftr" sz="quarter" idx="4"/>
          </p:nvPr>
        </p:nvSpPr>
        <p:spPr>
          <a:xfrm>
            <a:off x="0" y="9721101"/>
            <a:ext cx="3076363" cy="513511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anchor="b" anchorCtr="0" compatLnSpc="1">
            <a:noAutofit/>
          </a:bodyPr>
          <a:lstStyle>
            <a:lvl1pPr marL="0" marR="0" lvl="0" indent="0" algn="l" defTabSz="990478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/>
          <p:cNvSpPr txBox="1">
            <a:spLocks noGrp="1"/>
          </p:cNvSpPr>
          <p:nvPr>
            <p:ph type="sldNum" sz="quarter" idx="5"/>
          </p:nvPr>
        </p:nvSpPr>
        <p:spPr>
          <a:xfrm>
            <a:off x="4021289" y="9721101"/>
            <a:ext cx="3076363" cy="513511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8" tIns="49524" rIns="99048" bIns="49524" anchor="b" anchorCtr="0" compatLnSpc="1">
            <a:noAutofit/>
          </a:bodyPr>
          <a:lstStyle>
            <a:lvl1pPr marL="0" marR="0" lvl="0" indent="0" algn="r" defTabSz="990478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E469E9B4-6C27-4DAA-A2F6-D7FF958B4261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268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1517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579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8423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28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6015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4727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4066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8E2C0-0F33-902F-D3B4-C8D02BD6A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27A9443-3EF2-D9AE-A47E-28A6F5559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A36111-42D7-8F84-DA51-81D4407282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110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CE59F-457C-7C53-249D-B11A18C7C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2D824A-DCEF-5F76-BD71-10D5134E9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33BE7A5-5CFC-5D6D-9B5D-52E3D3FB23C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8081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4BBDC-32E9-C7C7-ADC9-8A12177C0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F69A8DE-6EC7-F2B2-66C5-9E038E21D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992B8E-CFF7-D210-6340-0AA40EA7674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0615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1975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6863C-5B9D-E2B1-ABBA-4944EFC3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5A0E110-01CA-5EB8-A2F9-815C84774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AF2CCDF-12A1-2BC7-EC8F-9FE1CD13569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2047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25148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16E7E-4FD1-9E3E-F87D-4EF9E1314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D4716F-407E-50D4-48EF-B097CD8D8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F907DF-B4EF-6CFE-8511-A413783F531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72126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AA8EF-B3CD-A2C0-064A-132B332C4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4C0562-FE19-EFF9-2EFB-96691AD3E0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A71A81A-4E7E-5E43-05BE-426B1080DC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23185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33017-B557-6829-2F64-61B86307F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1D1AC0-490B-F22C-B360-21823EBDE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4671FC7-60CA-7116-2EE2-3398C5A8E5C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0345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59098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5947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2CA8B-8D43-62B0-26F7-263C36DA4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B102B50-480F-9B57-B086-9203F8427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568384-A63F-1F77-5367-D25C7151621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93535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71905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68073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107A2-ED0A-4F92-3F87-5F8A97EEB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FB13DDF-C450-3EE9-7E14-235D15C9A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1CB27C9-BC85-894D-E1FE-8D983F0BA19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04298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32289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CD61D-E995-5A51-A92B-69F6B9C4B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80820E0-1B80-0C20-109A-CE0BDD533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25E76B8-AA76-789B-2702-6A5349B8691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65590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50055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43989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58067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9EE53-41F9-DB6E-9618-EBFDCC2F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F620A2-EE93-2AC4-8FA5-4ECC07B38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1679ED5-7E9C-AA22-86D7-77CBCFF6827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2928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1354534" y="6516215"/>
            <a:ext cx="73685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850609B-4798-4289-85F6-7FC3ACB8B5C6}" type="slidenum">
              <a:rPr sz="1400" b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‹Nº›</a:t>
            </a:fld>
            <a:endParaRPr lang="es-ES" sz="1050" b="0" i="0" u="none" strike="noStrike" kern="1200" cap="none" spc="0" baseline="0">
              <a:solidFill>
                <a:srgbClr val="000000"/>
              </a:solidFill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87243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1354534" y="6516215"/>
            <a:ext cx="736850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80E006F-2186-4B66-BB1E-7F44D0F27CBE}" type="slidenum">
              <a:t>‹Nº›</a:t>
            </a:fld>
            <a:endParaRPr lang="es-ES" sz="1200" b="0" i="0" u="none" strike="noStrike" kern="1200" cap="none" spc="0" baseline="0">
              <a:solidFill>
                <a:srgbClr val="FFFFFF"/>
              </a:solidFill>
              <a:uFillTx/>
              <a:latin typeface="Rockwell Nova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25897911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08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9378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969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435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9264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225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638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85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762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03059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521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88055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5081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98687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76005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45000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090752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6245555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81476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69732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50522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82125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196543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755919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2266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18170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1354534" y="6516215"/>
            <a:ext cx="73685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850609B-4798-4289-85F6-7FC3ACB8B5C6}" type="slidenum">
              <a:rPr sz="1400" kern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‹Nº›</a:t>
            </a:fld>
            <a:endParaRPr lang="es-ES" sz="105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476910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1354534" y="6516215"/>
            <a:ext cx="736850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80E006F-2186-4B66-BB1E-7F44D0F27CBE}" type="slidenum">
              <a:rPr kern="0">
                <a:solidFill>
                  <a:srgbClr val="000000"/>
                </a:solidFill>
              </a:rPr>
              <a:pPr algn="ctr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‹Nº›</a:t>
            </a:fld>
            <a:endParaRPr lang="es-ES" sz="1200">
              <a:solidFill>
                <a:srgbClr val="FFFFFF"/>
              </a:solidFill>
              <a:latin typeface="Rockwell Nova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3214517346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6210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2780105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9923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7710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66590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1949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73403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03576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2076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031124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3038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6023196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9475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2883660"/>
      </p:ext>
    </p:extLst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663231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044673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469108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913690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63972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9926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0142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030313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557315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908712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67508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57735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C79BB-B75D-41EA-BF22-9364F4528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386" y="288760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29242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28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Relationship Id="rId27" Type="http://schemas.openxmlformats.org/officeDocument/2006/relationships/slideLayout" Target="../slideLayouts/slideLayout55.xml"/><Relationship Id="rId30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/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s-ES"/>
          </a:p>
        </p:txBody>
      </p:sp>
      <p:sp>
        <p:nvSpPr>
          <p:cNvPr id="3" name="Marcador de pie de página 4"/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s-ES"/>
          </a:p>
        </p:txBody>
      </p:sp>
      <p:sp>
        <p:nvSpPr>
          <p:cNvPr id="4" name="Marcador de número de diapositiva 5"/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BEADE01C-44CD-4E36-8FEA-27AEEA1B3B81}" type="slidenum"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5"/>
          <p:cNvSpPr txBox="1">
            <a:spLocks noGrp="1"/>
          </p:cNvSpPr>
          <p:nvPr>
            <p:ph type="sldNum" sz="quarter" idx="4"/>
          </p:nvPr>
        </p:nvSpPr>
        <p:spPr>
          <a:xfrm>
            <a:off x="5562600" y="6409922"/>
            <a:ext cx="5334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fld id="{BEADE01C-44CD-4E36-8FEA-27AEEA1B3B81}" type="slidenum">
              <a:rPr/>
              <a:pPr/>
              <a:t>‹Nº›</a:t>
            </a:fld>
            <a:endParaRPr/>
          </a:p>
        </p:txBody>
      </p:sp>
      <p:sp>
        <p:nvSpPr>
          <p:cNvPr id="5" name="Rectángulo 85">
            <a:extLst>
              <a:ext uri="{FF2B5EF4-FFF2-40B4-BE49-F238E27FC236}">
                <a16:creationId xmlns:a16="http://schemas.microsoft.com/office/drawing/2014/main" id="{F5AB6F57-DC45-4B04-ADA1-6B039020F4A4}"/>
              </a:ext>
            </a:extLst>
          </p:cNvPr>
          <p:cNvSpPr/>
          <p:nvPr userDrawn="1"/>
        </p:nvSpPr>
        <p:spPr>
          <a:xfrm rot="10799991">
            <a:off x="3" y="13895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>
              <a:solidFill>
                <a:srgbClr val="10CF9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D773A7F-C624-4F16-AB45-EEB3E5C9FC84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08971"/>
            <a:ext cx="1639887" cy="42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74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4A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76C868C-2BB8-48A4-8C86-0366749321F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6507" y="264117"/>
            <a:ext cx="2325137" cy="60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446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mysqltutorial.org/mysql-sample-database.aspx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7.xml"/><Relationship Id="rId21" Type="http://schemas.openxmlformats.org/officeDocument/2006/relationships/customXml" Target="../ink/ink9.xml"/><Relationship Id="rId42" Type="http://schemas.openxmlformats.org/officeDocument/2006/relationships/image" Target="../media/image36.png"/><Relationship Id="rId63" Type="http://schemas.openxmlformats.org/officeDocument/2006/relationships/customXml" Target="../ink/ink30.xml"/><Relationship Id="rId84" Type="http://schemas.openxmlformats.org/officeDocument/2006/relationships/image" Target="../media/image57.png"/><Relationship Id="rId138" Type="http://schemas.openxmlformats.org/officeDocument/2006/relationships/image" Target="../media/image84.png"/><Relationship Id="rId159" Type="http://schemas.openxmlformats.org/officeDocument/2006/relationships/customXml" Target="../ink/ink78.xml"/><Relationship Id="rId170" Type="http://schemas.openxmlformats.org/officeDocument/2006/relationships/image" Target="../media/image100.png"/><Relationship Id="rId191" Type="http://schemas.openxmlformats.org/officeDocument/2006/relationships/customXml" Target="../ink/ink94.xml"/><Relationship Id="rId107" Type="http://schemas.openxmlformats.org/officeDocument/2006/relationships/customXml" Target="../ink/ink52.xml"/><Relationship Id="rId11" Type="http://schemas.openxmlformats.org/officeDocument/2006/relationships/customXml" Target="../ink/ink4.xml"/><Relationship Id="rId32" Type="http://schemas.openxmlformats.org/officeDocument/2006/relationships/image" Target="../media/image31.png"/><Relationship Id="rId53" Type="http://schemas.openxmlformats.org/officeDocument/2006/relationships/customXml" Target="../ink/ink25.xml"/><Relationship Id="rId74" Type="http://schemas.openxmlformats.org/officeDocument/2006/relationships/image" Target="../media/image52.png"/><Relationship Id="rId128" Type="http://schemas.openxmlformats.org/officeDocument/2006/relationships/image" Target="../media/image79.png"/><Relationship Id="rId149" Type="http://schemas.openxmlformats.org/officeDocument/2006/relationships/customXml" Target="../ink/ink73.xml"/><Relationship Id="rId5" Type="http://schemas.openxmlformats.org/officeDocument/2006/relationships/customXml" Target="../ink/ink1.xml"/><Relationship Id="rId95" Type="http://schemas.openxmlformats.org/officeDocument/2006/relationships/customXml" Target="../ink/ink46.xml"/><Relationship Id="rId160" Type="http://schemas.openxmlformats.org/officeDocument/2006/relationships/image" Target="../media/image95.png"/><Relationship Id="rId181" Type="http://schemas.openxmlformats.org/officeDocument/2006/relationships/customXml" Target="../ink/ink89.xml"/><Relationship Id="rId22" Type="http://schemas.openxmlformats.org/officeDocument/2006/relationships/image" Target="../media/image26.png"/><Relationship Id="rId43" Type="http://schemas.openxmlformats.org/officeDocument/2006/relationships/customXml" Target="../ink/ink20.xml"/><Relationship Id="rId64" Type="http://schemas.openxmlformats.org/officeDocument/2006/relationships/image" Target="../media/image47.png"/><Relationship Id="rId118" Type="http://schemas.openxmlformats.org/officeDocument/2006/relationships/image" Target="../media/image74.png"/><Relationship Id="rId139" Type="http://schemas.openxmlformats.org/officeDocument/2006/relationships/customXml" Target="../ink/ink68.xml"/><Relationship Id="rId85" Type="http://schemas.openxmlformats.org/officeDocument/2006/relationships/customXml" Target="../ink/ink41.xml"/><Relationship Id="rId150" Type="http://schemas.openxmlformats.org/officeDocument/2006/relationships/image" Target="../media/image90.png"/><Relationship Id="rId171" Type="http://schemas.openxmlformats.org/officeDocument/2006/relationships/customXml" Target="../ink/ink84.xml"/><Relationship Id="rId192" Type="http://schemas.openxmlformats.org/officeDocument/2006/relationships/image" Target="../media/image111.png"/><Relationship Id="rId12" Type="http://schemas.openxmlformats.org/officeDocument/2006/relationships/image" Target="../media/image21.png"/><Relationship Id="rId33" Type="http://schemas.openxmlformats.org/officeDocument/2006/relationships/customXml" Target="../ink/ink15.xml"/><Relationship Id="rId108" Type="http://schemas.openxmlformats.org/officeDocument/2006/relationships/image" Target="../media/image69.png"/><Relationship Id="rId129" Type="http://schemas.openxmlformats.org/officeDocument/2006/relationships/customXml" Target="../ink/ink63.xml"/><Relationship Id="rId54" Type="http://schemas.openxmlformats.org/officeDocument/2006/relationships/image" Target="../media/image42.png"/><Relationship Id="rId75" Type="http://schemas.openxmlformats.org/officeDocument/2006/relationships/customXml" Target="../ink/ink36.xml"/><Relationship Id="rId96" Type="http://schemas.openxmlformats.org/officeDocument/2006/relationships/image" Target="../media/image63.png"/><Relationship Id="rId140" Type="http://schemas.openxmlformats.org/officeDocument/2006/relationships/image" Target="../media/image85.png"/><Relationship Id="rId161" Type="http://schemas.openxmlformats.org/officeDocument/2006/relationships/customXml" Target="../ink/ink79.xml"/><Relationship Id="rId182" Type="http://schemas.openxmlformats.org/officeDocument/2006/relationships/image" Target="../media/image106.png"/><Relationship Id="rId6" Type="http://schemas.openxmlformats.org/officeDocument/2006/relationships/image" Target="../media/image18.png"/><Relationship Id="rId23" Type="http://schemas.openxmlformats.org/officeDocument/2006/relationships/customXml" Target="../ink/ink10.xml"/><Relationship Id="rId119" Type="http://schemas.openxmlformats.org/officeDocument/2006/relationships/customXml" Target="../ink/ink58.xml"/><Relationship Id="rId44" Type="http://schemas.openxmlformats.org/officeDocument/2006/relationships/image" Target="../media/image37.png"/><Relationship Id="rId65" Type="http://schemas.openxmlformats.org/officeDocument/2006/relationships/customXml" Target="../ink/ink31.xml"/><Relationship Id="rId86" Type="http://schemas.openxmlformats.org/officeDocument/2006/relationships/image" Target="../media/image58.png"/><Relationship Id="rId130" Type="http://schemas.openxmlformats.org/officeDocument/2006/relationships/image" Target="../media/image80.png"/><Relationship Id="rId151" Type="http://schemas.openxmlformats.org/officeDocument/2006/relationships/customXml" Target="../ink/ink74.xml"/><Relationship Id="rId172" Type="http://schemas.openxmlformats.org/officeDocument/2006/relationships/image" Target="../media/image101.png"/><Relationship Id="rId193" Type="http://schemas.openxmlformats.org/officeDocument/2006/relationships/customXml" Target="../ink/ink95.xml"/><Relationship Id="rId13" Type="http://schemas.openxmlformats.org/officeDocument/2006/relationships/customXml" Target="../ink/ink5.xml"/><Relationship Id="rId109" Type="http://schemas.openxmlformats.org/officeDocument/2006/relationships/customXml" Target="../ink/ink53.xml"/><Relationship Id="rId34" Type="http://schemas.openxmlformats.org/officeDocument/2006/relationships/image" Target="../media/image32.png"/><Relationship Id="rId50" Type="http://schemas.openxmlformats.org/officeDocument/2006/relationships/image" Target="../media/image40.png"/><Relationship Id="rId55" Type="http://schemas.openxmlformats.org/officeDocument/2006/relationships/customXml" Target="../ink/ink26.xml"/><Relationship Id="rId76" Type="http://schemas.openxmlformats.org/officeDocument/2006/relationships/image" Target="../media/image53.png"/><Relationship Id="rId97" Type="http://schemas.openxmlformats.org/officeDocument/2006/relationships/customXml" Target="../ink/ink47.xml"/><Relationship Id="rId104" Type="http://schemas.openxmlformats.org/officeDocument/2006/relationships/image" Target="../media/image67.png"/><Relationship Id="rId120" Type="http://schemas.openxmlformats.org/officeDocument/2006/relationships/image" Target="../media/image75.png"/><Relationship Id="rId125" Type="http://schemas.openxmlformats.org/officeDocument/2006/relationships/customXml" Target="../ink/ink61.xml"/><Relationship Id="rId141" Type="http://schemas.openxmlformats.org/officeDocument/2006/relationships/customXml" Target="../ink/ink69.xml"/><Relationship Id="rId146" Type="http://schemas.openxmlformats.org/officeDocument/2006/relationships/image" Target="../media/image88.png"/><Relationship Id="rId167" Type="http://schemas.openxmlformats.org/officeDocument/2006/relationships/customXml" Target="../ink/ink82.xml"/><Relationship Id="rId188" Type="http://schemas.openxmlformats.org/officeDocument/2006/relationships/image" Target="../media/image109.png"/><Relationship Id="rId7" Type="http://schemas.openxmlformats.org/officeDocument/2006/relationships/customXml" Target="../ink/ink2.xml"/><Relationship Id="rId71" Type="http://schemas.openxmlformats.org/officeDocument/2006/relationships/customXml" Target="../ink/ink34.xml"/><Relationship Id="rId92" Type="http://schemas.openxmlformats.org/officeDocument/2006/relationships/image" Target="../media/image61.png"/><Relationship Id="rId162" Type="http://schemas.openxmlformats.org/officeDocument/2006/relationships/image" Target="../media/image96.png"/><Relationship Id="rId183" Type="http://schemas.openxmlformats.org/officeDocument/2006/relationships/customXml" Target="../ink/ink90.xml"/><Relationship Id="rId2" Type="http://schemas.openxmlformats.org/officeDocument/2006/relationships/notesSlide" Target="../notesSlides/notesSlide12.xml"/><Relationship Id="rId29" Type="http://schemas.openxmlformats.org/officeDocument/2006/relationships/customXml" Target="../ink/ink13.xml"/><Relationship Id="rId24" Type="http://schemas.openxmlformats.org/officeDocument/2006/relationships/image" Target="../media/image27.png"/><Relationship Id="rId40" Type="http://schemas.openxmlformats.org/officeDocument/2006/relationships/image" Target="../media/image35.png"/><Relationship Id="rId45" Type="http://schemas.openxmlformats.org/officeDocument/2006/relationships/customXml" Target="../ink/ink21.xml"/><Relationship Id="rId66" Type="http://schemas.openxmlformats.org/officeDocument/2006/relationships/image" Target="../media/image48.png"/><Relationship Id="rId87" Type="http://schemas.openxmlformats.org/officeDocument/2006/relationships/customXml" Target="../ink/ink42.xml"/><Relationship Id="rId110" Type="http://schemas.openxmlformats.org/officeDocument/2006/relationships/image" Target="../media/image70.png"/><Relationship Id="rId115" Type="http://schemas.openxmlformats.org/officeDocument/2006/relationships/customXml" Target="../ink/ink56.xml"/><Relationship Id="rId131" Type="http://schemas.openxmlformats.org/officeDocument/2006/relationships/customXml" Target="../ink/ink64.xml"/><Relationship Id="rId136" Type="http://schemas.openxmlformats.org/officeDocument/2006/relationships/image" Target="../media/image83.png"/><Relationship Id="rId157" Type="http://schemas.openxmlformats.org/officeDocument/2006/relationships/customXml" Target="../ink/ink77.xml"/><Relationship Id="rId178" Type="http://schemas.openxmlformats.org/officeDocument/2006/relationships/image" Target="../media/image104.png"/><Relationship Id="rId61" Type="http://schemas.openxmlformats.org/officeDocument/2006/relationships/customXml" Target="../ink/ink29.xml"/><Relationship Id="rId82" Type="http://schemas.openxmlformats.org/officeDocument/2006/relationships/image" Target="../media/image56.png"/><Relationship Id="rId152" Type="http://schemas.openxmlformats.org/officeDocument/2006/relationships/image" Target="../media/image91.png"/><Relationship Id="rId173" Type="http://schemas.openxmlformats.org/officeDocument/2006/relationships/customXml" Target="../ink/ink85.xml"/><Relationship Id="rId194" Type="http://schemas.openxmlformats.org/officeDocument/2006/relationships/image" Target="../media/image112.png"/><Relationship Id="rId19" Type="http://schemas.openxmlformats.org/officeDocument/2006/relationships/customXml" Target="../ink/ink8.xml"/><Relationship Id="rId14" Type="http://schemas.openxmlformats.org/officeDocument/2006/relationships/image" Target="../media/image22.png"/><Relationship Id="rId30" Type="http://schemas.openxmlformats.org/officeDocument/2006/relationships/image" Target="../media/image30.png"/><Relationship Id="rId35" Type="http://schemas.openxmlformats.org/officeDocument/2006/relationships/customXml" Target="../ink/ink16.xml"/><Relationship Id="rId56" Type="http://schemas.openxmlformats.org/officeDocument/2006/relationships/image" Target="../media/image43.png"/><Relationship Id="rId77" Type="http://schemas.openxmlformats.org/officeDocument/2006/relationships/customXml" Target="../ink/ink37.xml"/><Relationship Id="rId100" Type="http://schemas.openxmlformats.org/officeDocument/2006/relationships/image" Target="../media/image65.png"/><Relationship Id="rId105" Type="http://schemas.openxmlformats.org/officeDocument/2006/relationships/customXml" Target="../ink/ink51.xml"/><Relationship Id="rId126" Type="http://schemas.openxmlformats.org/officeDocument/2006/relationships/image" Target="../media/image78.png"/><Relationship Id="rId147" Type="http://schemas.openxmlformats.org/officeDocument/2006/relationships/customXml" Target="../ink/ink72.xml"/><Relationship Id="rId168" Type="http://schemas.openxmlformats.org/officeDocument/2006/relationships/image" Target="../media/image99.png"/><Relationship Id="rId8" Type="http://schemas.openxmlformats.org/officeDocument/2006/relationships/image" Target="../media/image19.png"/><Relationship Id="rId51" Type="http://schemas.openxmlformats.org/officeDocument/2006/relationships/customXml" Target="../ink/ink24.xml"/><Relationship Id="rId72" Type="http://schemas.openxmlformats.org/officeDocument/2006/relationships/image" Target="../media/image51.png"/><Relationship Id="rId93" Type="http://schemas.openxmlformats.org/officeDocument/2006/relationships/customXml" Target="../ink/ink45.xml"/><Relationship Id="rId98" Type="http://schemas.openxmlformats.org/officeDocument/2006/relationships/image" Target="../media/image64.png"/><Relationship Id="rId121" Type="http://schemas.openxmlformats.org/officeDocument/2006/relationships/customXml" Target="../ink/ink59.xml"/><Relationship Id="rId142" Type="http://schemas.openxmlformats.org/officeDocument/2006/relationships/image" Target="../media/image86.png"/><Relationship Id="rId163" Type="http://schemas.openxmlformats.org/officeDocument/2006/relationships/customXml" Target="../ink/ink80.xml"/><Relationship Id="rId184" Type="http://schemas.openxmlformats.org/officeDocument/2006/relationships/image" Target="../media/image107.png"/><Relationship Id="rId189" Type="http://schemas.openxmlformats.org/officeDocument/2006/relationships/customXml" Target="../ink/ink93.xml"/><Relationship Id="rId3" Type="http://schemas.openxmlformats.org/officeDocument/2006/relationships/image" Target="../media/image1.png"/><Relationship Id="rId25" Type="http://schemas.openxmlformats.org/officeDocument/2006/relationships/customXml" Target="../ink/ink11.xml"/><Relationship Id="rId46" Type="http://schemas.openxmlformats.org/officeDocument/2006/relationships/image" Target="../media/image38.png"/><Relationship Id="rId67" Type="http://schemas.openxmlformats.org/officeDocument/2006/relationships/customXml" Target="../ink/ink32.xml"/><Relationship Id="rId116" Type="http://schemas.openxmlformats.org/officeDocument/2006/relationships/image" Target="../media/image73.png"/><Relationship Id="rId137" Type="http://schemas.openxmlformats.org/officeDocument/2006/relationships/customXml" Target="../ink/ink67.xml"/><Relationship Id="rId158" Type="http://schemas.openxmlformats.org/officeDocument/2006/relationships/image" Target="../media/image94.png"/><Relationship Id="rId20" Type="http://schemas.openxmlformats.org/officeDocument/2006/relationships/image" Target="../media/image25.png"/><Relationship Id="rId41" Type="http://schemas.openxmlformats.org/officeDocument/2006/relationships/customXml" Target="../ink/ink19.xml"/><Relationship Id="rId62" Type="http://schemas.openxmlformats.org/officeDocument/2006/relationships/image" Target="../media/image46.png"/><Relationship Id="rId83" Type="http://schemas.openxmlformats.org/officeDocument/2006/relationships/customXml" Target="../ink/ink40.xml"/><Relationship Id="rId88" Type="http://schemas.openxmlformats.org/officeDocument/2006/relationships/image" Target="../media/image59.png"/><Relationship Id="rId111" Type="http://schemas.openxmlformats.org/officeDocument/2006/relationships/customXml" Target="../ink/ink54.xml"/><Relationship Id="rId132" Type="http://schemas.openxmlformats.org/officeDocument/2006/relationships/image" Target="../media/image81.png"/><Relationship Id="rId153" Type="http://schemas.openxmlformats.org/officeDocument/2006/relationships/customXml" Target="../ink/ink75.xml"/><Relationship Id="rId174" Type="http://schemas.openxmlformats.org/officeDocument/2006/relationships/image" Target="../media/image102.png"/><Relationship Id="rId179" Type="http://schemas.openxmlformats.org/officeDocument/2006/relationships/customXml" Target="../ink/ink88.xml"/><Relationship Id="rId195" Type="http://schemas.openxmlformats.org/officeDocument/2006/relationships/customXml" Target="../ink/ink96.xml"/><Relationship Id="rId190" Type="http://schemas.openxmlformats.org/officeDocument/2006/relationships/image" Target="../media/image110.png"/><Relationship Id="rId15" Type="http://schemas.openxmlformats.org/officeDocument/2006/relationships/customXml" Target="../ink/ink6.xml"/><Relationship Id="rId36" Type="http://schemas.openxmlformats.org/officeDocument/2006/relationships/image" Target="../media/image33.png"/><Relationship Id="rId57" Type="http://schemas.openxmlformats.org/officeDocument/2006/relationships/customXml" Target="../ink/ink27.xml"/><Relationship Id="rId106" Type="http://schemas.openxmlformats.org/officeDocument/2006/relationships/image" Target="../media/image68.png"/><Relationship Id="rId127" Type="http://schemas.openxmlformats.org/officeDocument/2006/relationships/customXml" Target="../ink/ink62.xml"/><Relationship Id="rId10" Type="http://schemas.openxmlformats.org/officeDocument/2006/relationships/image" Target="../media/image20.png"/><Relationship Id="rId31" Type="http://schemas.openxmlformats.org/officeDocument/2006/relationships/customXml" Target="../ink/ink14.xml"/><Relationship Id="rId52" Type="http://schemas.openxmlformats.org/officeDocument/2006/relationships/image" Target="../media/image41.png"/><Relationship Id="rId73" Type="http://schemas.openxmlformats.org/officeDocument/2006/relationships/customXml" Target="../ink/ink35.xml"/><Relationship Id="rId78" Type="http://schemas.openxmlformats.org/officeDocument/2006/relationships/image" Target="../media/image54.png"/><Relationship Id="rId94" Type="http://schemas.openxmlformats.org/officeDocument/2006/relationships/image" Target="../media/image62.png"/><Relationship Id="rId99" Type="http://schemas.openxmlformats.org/officeDocument/2006/relationships/customXml" Target="../ink/ink48.xml"/><Relationship Id="rId101" Type="http://schemas.openxmlformats.org/officeDocument/2006/relationships/customXml" Target="../ink/ink49.xml"/><Relationship Id="rId122" Type="http://schemas.openxmlformats.org/officeDocument/2006/relationships/image" Target="../media/image76.png"/><Relationship Id="rId143" Type="http://schemas.openxmlformats.org/officeDocument/2006/relationships/customXml" Target="../ink/ink70.xml"/><Relationship Id="rId148" Type="http://schemas.openxmlformats.org/officeDocument/2006/relationships/image" Target="../media/image89.png"/><Relationship Id="rId164" Type="http://schemas.openxmlformats.org/officeDocument/2006/relationships/image" Target="../media/image97.png"/><Relationship Id="rId169" Type="http://schemas.openxmlformats.org/officeDocument/2006/relationships/customXml" Target="../ink/ink83.xml"/><Relationship Id="rId185" Type="http://schemas.openxmlformats.org/officeDocument/2006/relationships/customXml" Target="../ink/ink91.xml"/><Relationship Id="rId4" Type="http://schemas.openxmlformats.org/officeDocument/2006/relationships/image" Target="../media/image17.png"/><Relationship Id="rId9" Type="http://schemas.openxmlformats.org/officeDocument/2006/relationships/customXml" Target="../ink/ink3.xml"/><Relationship Id="rId180" Type="http://schemas.openxmlformats.org/officeDocument/2006/relationships/image" Target="../media/image105.png"/><Relationship Id="rId26" Type="http://schemas.openxmlformats.org/officeDocument/2006/relationships/image" Target="../media/image28.png"/><Relationship Id="rId47" Type="http://schemas.openxmlformats.org/officeDocument/2006/relationships/customXml" Target="../ink/ink22.xml"/><Relationship Id="rId68" Type="http://schemas.openxmlformats.org/officeDocument/2006/relationships/image" Target="../media/image49.png"/><Relationship Id="rId89" Type="http://schemas.openxmlformats.org/officeDocument/2006/relationships/customXml" Target="../ink/ink43.xml"/><Relationship Id="rId112" Type="http://schemas.openxmlformats.org/officeDocument/2006/relationships/image" Target="../media/image71.png"/><Relationship Id="rId133" Type="http://schemas.openxmlformats.org/officeDocument/2006/relationships/customXml" Target="../ink/ink65.xml"/><Relationship Id="rId154" Type="http://schemas.openxmlformats.org/officeDocument/2006/relationships/image" Target="../media/image92.png"/><Relationship Id="rId175" Type="http://schemas.openxmlformats.org/officeDocument/2006/relationships/customXml" Target="../ink/ink86.xml"/><Relationship Id="rId196" Type="http://schemas.openxmlformats.org/officeDocument/2006/relationships/image" Target="../media/image113.png"/><Relationship Id="rId16" Type="http://schemas.openxmlformats.org/officeDocument/2006/relationships/image" Target="../media/image23.png"/><Relationship Id="rId37" Type="http://schemas.openxmlformats.org/officeDocument/2006/relationships/customXml" Target="../ink/ink17.xml"/><Relationship Id="rId58" Type="http://schemas.openxmlformats.org/officeDocument/2006/relationships/image" Target="../media/image44.png"/><Relationship Id="rId79" Type="http://schemas.openxmlformats.org/officeDocument/2006/relationships/customXml" Target="../ink/ink38.xml"/><Relationship Id="rId102" Type="http://schemas.openxmlformats.org/officeDocument/2006/relationships/image" Target="../media/image66.png"/><Relationship Id="rId123" Type="http://schemas.openxmlformats.org/officeDocument/2006/relationships/customXml" Target="../ink/ink60.xml"/><Relationship Id="rId144" Type="http://schemas.openxmlformats.org/officeDocument/2006/relationships/image" Target="../media/image87.png"/><Relationship Id="rId90" Type="http://schemas.openxmlformats.org/officeDocument/2006/relationships/image" Target="../media/image60.png"/><Relationship Id="rId165" Type="http://schemas.openxmlformats.org/officeDocument/2006/relationships/customXml" Target="../ink/ink81.xml"/><Relationship Id="rId186" Type="http://schemas.openxmlformats.org/officeDocument/2006/relationships/image" Target="../media/image108.png"/><Relationship Id="rId27" Type="http://schemas.openxmlformats.org/officeDocument/2006/relationships/customXml" Target="../ink/ink12.xml"/><Relationship Id="rId48" Type="http://schemas.openxmlformats.org/officeDocument/2006/relationships/image" Target="../media/image39.png"/><Relationship Id="rId69" Type="http://schemas.openxmlformats.org/officeDocument/2006/relationships/customXml" Target="../ink/ink33.xml"/><Relationship Id="rId113" Type="http://schemas.openxmlformats.org/officeDocument/2006/relationships/customXml" Target="../ink/ink55.xml"/><Relationship Id="rId134" Type="http://schemas.openxmlformats.org/officeDocument/2006/relationships/image" Target="../media/image82.png"/><Relationship Id="rId80" Type="http://schemas.openxmlformats.org/officeDocument/2006/relationships/image" Target="../media/image55.png"/><Relationship Id="rId155" Type="http://schemas.openxmlformats.org/officeDocument/2006/relationships/customXml" Target="../ink/ink76.xml"/><Relationship Id="rId176" Type="http://schemas.openxmlformats.org/officeDocument/2006/relationships/image" Target="../media/image103.png"/><Relationship Id="rId17" Type="http://schemas.openxmlformats.org/officeDocument/2006/relationships/customXml" Target="../ink/ink7.xml"/><Relationship Id="rId38" Type="http://schemas.openxmlformats.org/officeDocument/2006/relationships/image" Target="../media/image34.png"/><Relationship Id="rId59" Type="http://schemas.openxmlformats.org/officeDocument/2006/relationships/customXml" Target="../ink/ink28.xml"/><Relationship Id="rId103" Type="http://schemas.openxmlformats.org/officeDocument/2006/relationships/customXml" Target="../ink/ink50.xml"/><Relationship Id="rId124" Type="http://schemas.openxmlformats.org/officeDocument/2006/relationships/image" Target="../media/image77.png"/><Relationship Id="rId70" Type="http://schemas.openxmlformats.org/officeDocument/2006/relationships/image" Target="../media/image50.png"/><Relationship Id="rId91" Type="http://schemas.openxmlformats.org/officeDocument/2006/relationships/customXml" Target="../ink/ink44.xml"/><Relationship Id="rId145" Type="http://schemas.openxmlformats.org/officeDocument/2006/relationships/customXml" Target="../ink/ink71.xml"/><Relationship Id="rId166" Type="http://schemas.openxmlformats.org/officeDocument/2006/relationships/image" Target="../media/image98.png"/><Relationship Id="rId187" Type="http://schemas.openxmlformats.org/officeDocument/2006/relationships/customXml" Target="../ink/ink92.xml"/><Relationship Id="rId1" Type="http://schemas.openxmlformats.org/officeDocument/2006/relationships/slideLayout" Target="../slideLayouts/slideLayout1.xml"/><Relationship Id="rId28" Type="http://schemas.openxmlformats.org/officeDocument/2006/relationships/image" Target="../media/image29.png"/><Relationship Id="rId49" Type="http://schemas.openxmlformats.org/officeDocument/2006/relationships/customXml" Target="../ink/ink23.xml"/><Relationship Id="rId114" Type="http://schemas.openxmlformats.org/officeDocument/2006/relationships/image" Target="../media/image72.png"/><Relationship Id="rId60" Type="http://schemas.openxmlformats.org/officeDocument/2006/relationships/image" Target="../media/image45.png"/><Relationship Id="rId81" Type="http://schemas.openxmlformats.org/officeDocument/2006/relationships/customXml" Target="../ink/ink39.xml"/><Relationship Id="rId135" Type="http://schemas.openxmlformats.org/officeDocument/2006/relationships/customXml" Target="../ink/ink66.xml"/><Relationship Id="rId156" Type="http://schemas.openxmlformats.org/officeDocument/2006/relationships/image" Target="../media/image93.png"/><Relationship Id="rId177" Type="http://schemas.openxmlformats.org/officeDocument/2006/relationships/customXml" Target="../ink/ink87.xml"/><Relationship Id="rId18" Type="http://schemas.openxmlformats.org/officeDocument/2006/relationships/image" Target="../media/image24.png"/><Relationship Id="rId39" Type="http://schemas.openxmlformats.org/officeDocument/2006/relationships/customXml" Target="../ink/ink18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7.xml"/><Relationship Id="rId21" Type="http://schemas.openxmlformats.org/officeDocument/2006/relationships/image" Target="../media/image123.png"/><Relationship Id="rId42" Type="http://schemas.openxmlformats.org/officeDocument/2006/relationships/customXml" Target="../ink/ink115.xml"/><Relationship Id="rId47" Type="http://schemas.openxmlformats.org/officeDocument/2006/relationships/image" Target="../media/image136.png"/><Relationship Id="rId63" Type="http://schemas.openxmlformats.org/officeDocument/2006/relationships/image" Target="../media/image144.png"/><Relationship Id="rId68" Type="http://schemas.openxmlformats.org/officeDocument/2006/relationships/customXml" Target="../ink/ink128.xml"/><Relationship Id="rId84" Type="http://schemas.openxmlformats.org/officeDocument/2006/relationships/customXml" Target="../ink/ink136.xml"/><Relationship Id="rId16" Type="http://schemas.openxmlformats.org/officeDocument/2006/relationships/customXml" Target="../ink/ink102.xml"/><Relationship Id="rId11" Type="http://schemas.openxmlformats.org/officeDocument/2006/relationships/image" Target="../media/image118.png"/><Relationship Id="rId32" Type="http://schemas.openxmlformats.org/officeDocument/2006/relationships/customXml" Target="../ink/ink110.xml"/><Relationship Id="rId37" Type="http://schemas.openxmlformats.org/officeDocument/2006/relationships/image" Target="../media/image131.png"/><Relationship Id="rId53" Type="http://schemas.openxmlformats.org/officeDocument/2006/relationships/image" Target="../media/image139.png"/><Relationship Id="rId58" Type="http://schemas.openxmlformats.org/officeDocument/2006/relationships/customXml" Target="../ink/ink123.xml"/><Relationship Id="rId74" Type="http://schemas.openxmlformats.org/officeDocument/2006/relationships/customXml" Target="../ink/ink131.xml"/><Relationship Id="rId79" Type="http://schemas.openxmlformats.org/officeDocument/2006/relationships/image" Target="../media/image152.png"/><Relationship Id="rId5" Type="http://schemas.openxmlformats.org/officeDocument/2006/relationships/image" Target="../media/image115.png"/><Relationship Id="rId19" Type="http://schemas.openxmlformats.org/officeDocument/2006/relationships/image" Target="../media/image122.png"/><Relationship Id="rId14" Type="http://schemas.openxmlformats.org/officeDocument/2006/relationships/customXml" Target="../ink/ink101.xml"/><Relationship Id="rId22" Type="http://schemas.openxmlformats.org/officeDocument/2006/relationships/customXml" Target="../ink/ink105.xml"/><Relationship Id="rId27" Type="http://schemas.openxmlformats.org/officeDocument/2006/relationships/image" Target="../media/image126.png"/><Relationship Id="rId30" Type="http://schemas.openxmlformats.org/officeDocument/2006/relationships/customXml" Target="../ink/ink109.xml"/><Relationship Id="rId35" Type="http://schemas.openxmlformats.org/officeDocument/2006/relationships/image" Target="../media/image130.png"/><Relationship Id="rId43" Type="http://schemas.openxmlformats.org/officeDocument/2006/relationships/image" Target="../media/image134.png"/><Relationship Id="rId48" Type="http://schemas.openxmlformats.org/officeDocument/2006/relationships/customXml" Target="../ink/ink118.xml"/><Relationship Id="rId56" Type="http://schemas.openxmlformats.org/officeDocument/2006/relationships/customXml" Target="../ink/ink122.xml"/><Relationship Id="rId64" Type="http://schemas.openxmlformats.org/officeDocument/2006/relationships/customXml" Target="../ink/ink126.xml"/><Relationship Id="rId69" Type="http://schemas.openxmlformats.org/officeDocument/2006/relationships/image" Target="../media/image147.png"/><Relationship Id="rId77" Type="http://schemas.openxmlformats.org/officeDocument/2006/relationships/image" Target="../media/image151.png"/><Relationship Id="rId8" Type="http://schemas.openxmlformats.org/officeDocument/2006/relationships/customXml" Target="../ink/ink98.xml"/><Relationship Id="rId51" Type="http://schemas.openxmlformats.org/officeDocument/2006/relationships/image" Target="../media/image138.png"/><Relationship Id="rId72" Type="http://schemas.openxmlformats.org/officeDocument/2006/relationships/customXml" Target="../ink/ink130.xml"/><Relationship Id="rId80" Type="http://schemas.openxmlformats.org/officeDocument/2006/relationships/customXml" Target="../ink/ink134.xml"/><Relationship Id="rId85" Type="http://schemas.openxmlformats.org/officeDocument/2006/relationships/image" Target="../media/image155.png"/><Relationship Id="rId3" Type="http://schemas.openxmlformats.org/officeDocument/2006/relationships/image" Target="../media/image1.png"/><Relationship Id="rId12" Type="http://schemas.openxmlformats.org/officeDocument/2006/relationships/customXml" Target="../ink/ink100.xml"/><Relationship Id="rId17" Type="http://schemas.openxmlformats.org/officeDocument/2006/relationships/image" Target="../media/image121.png"/><Relationship Id="rId25" Type="http://schemas.openxmlformats.org/officeDocument/2006/relationships/image" Target="../media/image125.png"/><Relationship Id="rId33" Type="http://schemas.openxmlformats.org/officeDocument/2006/relationships/image" Target="../media/image129.png"/><Relationship Id="rId38" Type="http://schemas.openxmlformats.org/officeDocument/2006/relationships/customXml" Target="../ink/ink113.xml"/><Relationship Id="rId46" Type="http://schemas.openxmlformats.org/officeDocument/2006/relationships/customXml" Target="../ink/ink117.xml"/><Relationship Id="rId59" Type="http://schemas.openxmlformats.org/officeDocument/2006/relationships/image" Target="../media/image142.png"/><Relationship Id="rId67" Type="http://schemas.openxmlformats.org/officeDocument/2006/relationships/image" Target="../media/image146.png"/><Relationship Id="rId20" Type="http://schemas.openxmlformats.org/officeDocument/2006/relationships/customXml" Target="../ink/ink104.xml"/><Relationship Id="rId41" Type="http://schemas.openxmlformats.org/officeDocument/2006/relationships/image" Target="../media/image133.png"/><Relationship Id="rId54" Type="http://schemas.openxmlformats.org/officeDocument/2006/relationships/customXml" Target="../ink/ink121.xml"/><Relationship Id="rId62" Type="http://schemas.openxmlformats.org/officeDocument/2006/relationships/customXml" Target="../ink/ink125.xml"/><Relationship Id="rId70" Type="http://schemas.openxmlformats.org/officeDocument/2006/relationships/customXml" Target="../ink/ink129.xml"/><Relationship Id="rId75" Type="http://schemas.openxmlformats.org/officeDocument/2006/relationships/image" Target="../media/image150.png"/><Relationship Id="rId83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7.xml"/><Relationship Id="rId15" Type="http://schemas.openxmlformats.org/officeDocument/2006/relationships/image" Target="../media/image120.png"/><Relationship Id="rId23" Type="http://schemas.openxmlformats.org/officeDocument/2006/relationships/image" Target="../media/image124.png"/><Relationship Id="rId28" Type="http://schemas.openxmlformats.org/officeDocument/2006/relationships/customXml" Target="../ink/ink108.xml"/><Relationship Id="rId36" Type="http://schemas.openxmlformats.org/officeDocument/2006/relationships/customXml" Target="../ink/ink112.xml"/><Relationship Id="rId49" Type="http://schemas.openxmlformats.org/officeDocument/2006/relationships/image" Target="../media/image137.png"/><Relationship Id="rId57" Type="http://schemas.openxmlformats.org/officeDocument/2006/relationships/image" Target="../media/image141.png"/><Relationship Id="rId10" Type="http://schemas.openxmlformats.org/officeDocument/2006/relationships/customXml" Target="../ink/ink99.xml"/><Relationship Id="rId31" Type="http://schemas.openxmlformats.org/officeDocument/2006/relationships/image" Target="../media/image128.png"/><Relationship Id="rId44" Type="http://schemas.openxmlformats.org/officeDocument/2006/relationships/customXml" Target="../ink/ink116.xml"/><Relationship Id="rId52" Type="http://schemas.openxmlformats.org/officeDocument/2006/relationships/customXml" Target="../ink/ink120.xml"/><Relationship Id="rId60" Type="http://schemas.openxmlformats.org/officeDocument/2006/relationships/customXml" Target="../ink/ink124.xml"/><Relationship Id="rId65" Type="http://schemas.openxmlformats.org/officeDocument/2006/relationships/image" Target="../media/image145.png"/><Relationship Id="rId73" Type="http://schemas.openxmlformats.org/officeDocument/2006/relationships/image" Target="../media/image149.png"/><Relationship Id="rId78" Type="http://schemas.openxmlformats.org/officeDocument/2006/relationships/customXml" Target="../ink/ink133.xml"/><Relationship Id="rId81" Type="http://schemas.openxmlformats.org/officeDocument/2006/relationships/image" Target="../media/image153.png"/><Relationship Id="rId4" Type="http://schemas.openxmlformats.org/officeDocument/2006/relationships/image" Target="../media/image114.png"/><Relationship Id="rId9" Type="http://schemas.openxmlformats.org/officeDocument/2006/relationships/image" Target="../media/image117.png"/><Relationship Id="rId13" Type="http://schemas.openxmlformats.org/officeDocument/2006/relationships/image" Target="../media/image119.png"/><Relationship Id="rId18" Type="http://schemas.openxmlformats.org/officeDocument/2006/relationships/customXml" Target="../ink/ink103.xml"/><Relationship Id="rId39" Type="http://schemas.openxmlformats.org/officeDocument/2006/relationships/image" Target="../media/image132.png"/><Relationship Id="rId34" Type="http://schemas.openxmlformats.org/officeDocument/2006/relationships/customXml" Target="../ink/ink111.xml"/><Relationship Id="rId50" Type="http://schemas.openxmlformats.org/officeDocument/2006/relationships/customXml" Target="../ink/ink119.xml"/><Relationship Id="rId55" Type="http://schemas.openxmlformats.org/officeDocument/2006/relationships/image" Target="../media/image140.png"/><Relationship Id="rId76" Type="http://schemas.openxmlformats.org/officeDocument/2006/relationships/customXml" Target="../ink/ink132.xml"/><Relationship Id="rId7" Type="http://schemas.openxmlformats.org/officeDocument/2006/relationships/image" Target="../media/image116.png"/><Relationship Id="rId71" Type="http://schemas.openxmlformats.org/officeDocument/2006/relationships/image" Target="../media/image148.png"/><Relationship Id="rId2" Type="http://schemas.openxmlformats.org/officeDocument/2006/relationships/notesSlide" Target="../notesSlides/notesSlide13.xml"/><Relationship Id="rId29" Type="http://schemas.openxmlformats.org/officeDocument/2006/relationships/image" Target="../media/image127.png"/><Relationship Id="rId24" Type="http://schemas.openxmlformats.org/officeDocument/2006/relationships/customXml" Target="../ink/ink106.xml"/><Relationship Id="rId40" Type="http://schemas.openxmlformats.org/officeDocument/2006/relationships/customXml" Target="../ink/ink114.xml"/><Relationship Id="rId45" Type="http://schemas.openxmlformats.org/officeDocument/2006/relationships/image" Target="../media/image135.png"/><Relationship Id="rId66" Type="http://schemas.openxmlformats.org/officeDocument/2006/relationships/customXml" Target="../ink/ink127.xml"/><Relationship Id="rId61" Type="http://schemas.openxmlformats.org/officeDocument/2006/relationships/image" Target="../media/image143.png"/><Relationship Id="rId82" Type="http://schemas.openxmlformats.org/officeDocument/2006/relationships/customXml" Target="../ink/ink135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7.xml"/><Relationship Id="rId21" Type="http://schemas.openxmlformats.org/officeDocument/2006/relationships/image" Target="../media/image165.png"/><Relationship Id="rId42" Type="http://schemas.openxmlformats.org/officeDocument/2006/relationships/customXml" Target="../ink/ink155.xml"/><Relationship Id="rId47" Type="http://schemas.openxmlformats.org/officeDocument/2006/relationships/image" Target="../media/image178.png"/><Relationship Id="rId63" Type="http://schemas.openxmlformats.org/officeDocument/2006/relationships/image" Target="../media/image186.png"/><Relationship Id="rId68" Type="http://schemas.openxmlformats.org/officeDocument/2006/relationships/customXml" Target="../ink/ink168.xml"/><Relationship Id="rId84" Type="http://schemas.openxmlformats.org/officeDocument/2006/relationships/customXml" Target="../ink/ink176.xml"/><Relationship Id="rId89" Type="http://schemas.openxmlformats.org/officeDocument/2006/relationships/image" Target="../media/image199.png"/><Relationship Id="rId16" Type="http://schemas.openxmlformats.org/officeDocument/2006/relationships/customXml" Target="../ink/ink142.xml"/><Relationship Id="rId11" Type="http://schemas.openxmlformats.org/officeDocument/2006/relationships/image" Target="../media/image160.png"/><Relationship Id="rId32" Type="http://schemas.openxmlformats.org/officeDocument/2006/relationships/customXml" Target="../ink/ink150.xml"/><Relationship Id="rId37" Type="http://schemas.openxmlformats.org/officeDocument/2006/relationships/image" Target="../media/image173.png"/><Relationship Id="rId53" Type="http://schemas.openxmlformats.org/officeDocument/2006/relationships/image" Target="../media/image181.png"/><Relationship Id="rId58" Type="http://schemas.openxmlformats.org/officeDocument/2006/relationships/customXml" Target="../ink/ink163.xml"/><Relationship Id="rId74" Type="http://schemas.openxmlformats.org/officeDocument/2006/relationships/customXml" Target="../ink/ink171.xml"/><Relationship Id="rId79" Type="http://schemas.openxmlformats.org/officeDocument/2006/relationships/image" Target="../media/image194.png"/><Relationship Id="rId5" Type="http://schemas.openxmlformats.org/officeDocument/2006/relationships/image" Target="../media/image157.png"/><Relationship Id="rId90" Type="http://schemas.openxmlformats.org/officeDocument/2006/relationships/customXml" Target="../ink/ink179.xml"/><Relationship Id="rId95" Type="http://schemas.openxmlformats.org/officeDocument/2006/relationships/image" Target="../media/image202.png"/><Relationship Id="rId22" Type="http://schemas.openxmlformats.org/officeDocument/2006/relationships/customXml" Target="../ink/ink145.xml"/><Relationship Id="rId27" Type="http://schemas.openxmlformats.org/officeDocument/2006/relationships/image" Target="../media/image168.png"/><Relationship Id="rId43" Type="http://schemas.openxmlformats.org/officeDocument/2006/relationships/image" Target="../media/image176.png"/><Relationship Id="rId48" Type="http://schemas.openxmlformats.org/officeDocument/2006/relationships/customXml" Target="../ink/ink158.xml"/><Relationship Id="rId64" Type="http://schemas.openxmlformats.org/officeDocument/2006/relationships/customXml" Target="../ink/ink166.xml"/><Relationship Id="rId69" Type="http://schemas.openxmlformats.org/officeDocument/2006/relationships/image" Target="../media/image189.png"/><Relationship Id="rId80" Type="http://schemas.openxmlformats.org/officeDocument/2006/relationships/customXml" Target="../ink/ink174.xml"/><Relationship Id="rId85" Type="http://schemas.openxmlformats.org/officeDocument/2006/relationships/image" Target="../media/image197.png"/><Relationship Id="rId3" Type="http://schemas.openxmlformats.org/officeDocument/2006/relationships/image" Target="../media/image1.png"/><Relationship Id="rId12" Type="http://schemas.openxmlformats.org/officeDocument/2006/relationships/customXml" Target="../ink/ink140.xml"/><Relationship Id="rId17" Type="http://schemas.openxmlformats.org/officeDocument/2006/relationships/image" Target="../media/image163.png"/><Relationship Id="rId25" Type="http://schemas.openxmlformats.org/officeDocument/2006/relationships/image" Target="../media/image167.png"/><Relationship Id="rId33" Type="http://schemas.openxmlformats.org/officeDocument/2006/relationships/image" Target="../media/image171.png"/><Relationship Id="rId38" Type="http://schemas.openxmlformats.org/officeDocument/2006/relationships/customXml" Target="../ink/ink153.xml"/><Relationship Id="rId46" Type="http://schemas.openxmlformats.org/officeDocument/2006/relationships/customXml" Target="../ink/ink157.xml"/><Relationship Id="rId59" Type="http://schemas.openxmlformats.org/officeDocument/2006/relationships/image" Target="../media/image184.png"/><Relationship Id="rId67" Type="http://schemas.openxmlformats.org/officeDocument/2006/relationships/image" Target="../media/image188.png"/><Relationship Id="rId20" Type="http://schemas.openxmlformats.org/officeDocument/2006/relationships/customXml" Target="../ink/ink144.xml"/><Relationship Id="rId41" Type="http://schemas.openxmlformats.org/officeDocument/2006/relationships/image" Target="../media/image175.png"/><Relationship Id="rId54" Type="http://schemas.openxmlformats.org/officeDocument/2006/relationships/customXml" Target="../ink/ink161.xml"/><Relationship Id="rId62" Type="http://schemas.openxmlformats.org/officeDocument/2006/relationships/customXml" Target="../ink/ink165.xml"/><Relationship Id="rId70" Type="http://schemas.openxmlformats.org/officeDocument/2006/relationships/customXml" Target="../ink/ink169.xml"/><Relationship Id="rId75" Type="http://schemas.openxmlformats.org/officeDocument/2006/relationships/image" Target="../media/image192.png"/><Relationship Id="rId83" Type="http://schemas.openxmlformats.org/officeDocument/2006/relationships/image" Target="../media/image196.png"/><Relationship Id="rId88" Type="http://schemas.openxmlformats.org/officeDocument/2006/relationships/customXml" Target="../ink/ink178.xml"/><Relationship Id="rId91" Type="http://schemas.openxmlformats.org/officeDocument/2006/relationships/image" Target="../media/image200.png"/><Relationship Id="rId96" Type="http://schemas.openxmlformats.org/officeDocument/2006/relationships/customXml" Target="../ink/ink18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37.xml"/><Relationship Id="rId15" Type="http://schemas.openxmlformats.org/officeDocument/2006/relationships/image" Target="../media/image162.png"/><Relationship Id="rId23" Type="http://schemas.openxmlformats.org/officeDocument/2006/relationships/image" Target="../media/image166.png"/><Relationship Id="rId28" Type="http://schemas.openxmlformats.org/officeDocument/2006/relationships/customXml" Target="../ink/ink148.xml"/><Relationship Id="rId36" Type="http://schemas.openxmlformats.org/officeDocument/2006/relationships/customXml" Target="../ink/ink152.xml"/><Relationship Id="rId49" Type="http://schemas.openxmlformats.org/officeDocument/2006/relationships/image" Target="../media/image179.png"/><Relationship Id="rId57" Type="http://schemas.openxmlformats.org/officeDocument/2006/relationships/image" Target="../media/image183.png"/><Relationship Id="rId10" Type="http://schemas.openxmlformats.org/officeDocument/2006/relationships/customXml" Target="../ink/ink139.xml"/><Relationship Id="rId31" Type="http://schemas.openxmlformats.org/officeDocument/2006/relationships/image" Target="../media/image170.png"/><Relationship Id="rId44" Type="http://schemas.openxmlformats.org/officeDocument/2006/relationships/customXml" Target="../ink/ink156.xml"/><Relationship Id="rId52" Type="http://schemas.openxmlformats.org/officeDocument/2006/relationships/customXml" Target="../ink/ink160.xml"/><Relationship Id="rId60" Type="http://schemas.openxmlformats.org/officeDocument/2006/relationships/customXml" Target="../ink/ink164.xml"/><Relationship Id="rId65" Type="http://schemas.openxmlformats.org/officeDocument/2006/relationships/image" Target="../media/image187.png"/><Relationship Id="rId73" Type="http://schemas.openxmlformats.org/officeDocument/2006/relationships/image" Target="../media/image191.png"/><Relationship Id="rId78" Type="http://schemas.openxmlformats.org/officeDocument/2006/relationships/customXml" Target="../ink/ink173.xml"/><Relationship Id="rId81" Type="http://schemas.openxmlformats.org/officeDocument/2006/relationships/image" Target="../media/image195.png"/><Relationship Id="rId86" Type="http://schemas.openxmlformats.org/officeDocument/2006/relationships/customXml" Target="../ink/ink177.xml"/><Relationship Id="rId94" Type="http://schemas.openxmlformats.org/officeDocument/2006/relationships/customXml" Target="../ink/ink181.xml"/><Relationship Id="rId99" Type="http://schemas.openxmlformats.org/officeDocument/2006/relationships/image" Target="../media/image204.png"/><Relationship Id="rId4" Type="http://schemas.openxmlformats.org/officeDocument/2006/relationships/image" Target="../media/image156.png"/><Relationship Id="rId9" Type="http://schemas.openxmlformats.org/officeDocument/2006/relationships/image" Target="../media/image159.png"/><Relationship Id="rId13" Type="http://schemas.openxmlformats.org/officeDocument/2006/relationships/image" Target="../media/image161.png"/><Relationship Id="rId18" Type="http://schemas.openxmlformats.org/officeDocument/2006/relationships/customXml" Target="../ink/ink143.xml"/><Relationship Id="rId39" Type="http://schemas.openxmlformats.org/officeDocument/2006/relationships/image" Target="../media/image174.png"/><Relationship Id="rId34" Type="http://schemas.openxmlformats.org/officeDocument/2006/relationships/customXml" Target="../ink/ink151.xml"/><Relationship Id="rId50" Type="http://schemas.openxmlformats.org/officeDocument/2006/relationships/customXml" Target="../ink/ink159.xml"/><Relationship Id="rId55" Type="http://schemas.openxmlformats.org/officeDocument/2006/relationships/image" Target="../media/image182.png"/><Relationship Id="rId76" Type="http://schemas.openxmlformats.org/officeDocument/2006/relationships/customXml" Target="../ink/ink172.xml"/><Relationship Id="rId97" Type="http://schemas.openxmlformats.org/officeDocument/2006/relationships/image" Target="../media/image203.png"/><Relationship Id="rId7" Type="http://schemas.openxmlformats.org/officeDocument/2006/relationships/image" Target="../media/image158.png"/><Relationship Id="rId71" Type="http://schemas.openxmlformats.org/officeDocument/2006/relationships/image" Target="../media/image190.png"/><Relationship Id="rId92" Type="http://schemas.openxmlformats.org/officeDocument/2006/relationships/customXml" Target="../ink/ink180.xml"/><Relationship Id="rId2" Type="http://schemas.openxmlformats.org/officeDocument/2006/relationships/notesSlide" Target="../notesSlides/notesSlide14.xml"/><Relationship Id="rId29" Type="http://schemas.openxmlformats.org/officeDocument/2006/relationships/image" Target="../media/image169.png"/><Relationship Id="rId24" Type="http://schemas.openxmlformats.org/officeDocument/2006/relationships/customXml" Target="../ink/ink146.xml"/><Relationship Id="rId40" Type="http://schemas.openxmlformats.org/officeDocument/2006/relationships/customXml" Target="../ink/ink154.xml"/><Relationship Id="rId45" Type="http://schemas.openxmlformats.org/officeDocument/2006/relationships/image" Target="../media/image177.png"/><Relationship Id="rId66" Type="http://schemas.openxmlformats.org/officeDocument/2006/relationships/customXml" Target="../ink/ink167.xml"/><Relationship Id="rId87" Type="http://schemas.openxmlformats.org/officeDocument/2006/relationships/image" Target="../media/image198.png"/><Relationship Id="rId61" Type="http://schemas.openxmlformats.org/officeDocument/2006/relationships/image" Target="../media/image185.png"/><Relationship Id="rId82" Type="http://schemas.openxmlformats.org/officeDocument/2006/relationships/customXml" Target="../ink/ink175.xml"/><Relationship Id="rId19" Type="http://schemas.openxmlformats.org/officeDocument/2006/relationships/image" Target="../media/image164.png"/><Relationship Id="rId14" Type="http://schemas.openxmlformats.org/officeDocument/2006/relationships/customXml" Target="../ink/ink141.xml"/><Relationship Id="rId30" Type="http://schemas.openxmlformats.org/officeDocument/2006/relationships/customXml" Target="../ink/ink149.xml"/><Relationship Id="rId35" Type="http://schemas.openxmlformats.org/officeDocument/2006/relationships/image" Target="../media/image172.png"/><Relationship Id="rId56" Type="http://schemas.openxmlformats.org/officeDocument/2006/relationships/customXml" Target="../ink/ink162.xml"/><Relationship Id="rId77" Type="http://schemas.openxmlformats.org/officeDocument/2006/relationships/image" Target="../media/image193.png"/><Relationship Id="rId8" Type="http://schemas.openxmlformats.org/officeDocument/2006/relationships/customXml" Target="../ink/ink138.xml"/><Relationship Id="rId51" Type="http://schemas.openxmlformats.org/officeDocument/2006/relationships/image" Target="../media/image180.png"/><Relationship Id="rId72" Type="http://schemas.openxmlformats.org/officeDocument/2006/relationships/customXml" Target="../ink/ink170.xml"/><Relationship Id="rId93" Type="http://schemas.openxmlformats.org/officeDocument/2006/relationships/image" Target="../media/image201.png"/><Relationship Id="rId98" Type="http://schemas.openxmlformats.org/officeDocument/2006/relationships/customXml" Target="../ink/ink183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39.xml"/><Relationship Id="rId21" Type="http://schemas.openxmlformats.org/officeDocument/2006/relationships/customXml" Target="../ink/ink191.xml"/><Relationship Id="rId42" Type="http://schemas.openxmlformats.org/officeDocument/2006/relationships/image" Target="../media/image225.png"/><Relationship Id="rId63" Type="http://schemas.openxmlformats.org/officeDocument/2006/relationships/customXml" Target="../ink/ink212.xml"/><Relationship Id="rId84" Type="http://schemas.openxmlformats.org/officeDocument/2006/relationships/image" Target="../media/image246.png"/><Relationship Id="rId138" Type="http://schemas.openxmlformats.org/officeDocument/2006/relationships/image" Target="../media/image273.png"/><Relationship Id="rId159" Type="http://schemas.openxmlformats.org/officeDocument/2006/relationships/customXml" Target="../ink/ink260.xml"/><Relationship Id="rId170" Type="http://schemas.openxmlformats.org/officeDocument/2006/relationships/image" Target="../media/image289.png"/><Relationship Id="rId107" Type="http://schemas.openxmlformats.org/officeDocument/2006/relationships/customXml" Target="../ink/ink234.xml"/><Relationship Id="rId11" Type="http://schemas.openxmlformats.org/officeDocument/2006/relationships/customXml" Target="../ink/ink186.xml"/><Relationship Id="rId32" Type="http://schemas.openxmlformats.org/officeDocument/2006/relationships/image" Target="../media/image220.png"/><Relationship Id="rId53" Type="http://schemas.openxmlformats.org/officeDocument/2006/relationships/customXml" Target="../ink/ink207.xml"/><Relationship Id="rId74" Type="http://schemas.openxmlformats.org/officeDocument/2006/relationships/image" Target="../media/image241.png"/><Relationship Id="rId128" Type="http://schemas.openxmlformats.org/officeDocument/2006/relationships/image" Target="../media/image268.png"/><Relationship Id="rId149" Type="http://schemas.openxmlformats.org/officeDocument/2006/relationships/customXml" Target="../ink/ink255.xml"/><Relationship Id="rId5" Type="http://schemas.openxmlformats.org/officeDocument/2006/relationships/image" Target="../media/image206.png"/><Relationship Id="rId95" Type="http://schemas.openxmlformats.org/officeDocument/2006/relationships/customXml" Target="../ink/ink228.xml"/><Relationship Id="rId160" Type="http://schemas.openxmlformats.org/officeDocument/2006/relationships/image" Target="../media/image284.png"/><Relationship Id="rId22" Type="http://schemas.openxmlformats.org/officeDocument/2006/relationships/image" Target="../media/image215.png"/><Relationship Id="rId43" Type="http://schemas.openxmlformats.org/officeDocument/2006/relationships/customXml" Target="../ink/ink202.xml"/><Relationship Id="rId64" Type="http://schemas.openxmlformats.org/officeDocument/2006/relationships/image" Target="../media/image236.png"/><Relationship Id="rId118" Type="http://schemas.openxmlformats.org/officeDocument/2006/relationships/image" Target="../media/image263.png"/><Relationship Id="rId139" Type="http://schemas.openxmlformats.org/officeDocument/2006/relationships/customXml" Target="../ink/ink250.xml"/><Relationship Id="rId85" Type="http://schemas.openxmlformats.org/officeDocument/2006/relationships/customXml" Target="../ink/ink223.xml"/><Relationship Id="rId150" Type="http://schemas.openxmlformats.org/officeDocument/2006/relationships/image" Target="../media/image279.png"/><Relationship Id="rId171" Type="http://schemas.openxmlformats.org/officeDocument/2006/relationships/customXml" Target="../ink/ink266.xml"/><Relationship Id="rId12" Type="http://schemas.openxmlformats.org/officeDocument/2006/relationships/image" Target="../media/image210.png"/><Relationship Id="rId33" Type="http://schemas.openxmlformats.org/officeDocument/2006/relationships/customXml" Target="../ink/ink197.xml"/><Relationship Id="rId108" Type="http://schemas.openxmlformats.org/officeDocument/2006/relationships/image" Target="../media/image258.png"/><Relationship Id="rId129" Type="http://schemas.openxmlformats.org/officeDocument/2006/relationships/customXml" Target="../ink/ink245.xml"/><Relationship Id="rId54" Type="http://schemas.openxmlformats.org/officeDocument/2006/relationships/image" Target="../media/image231.png"/><Relationship Id="rId75" Type="http://schemas.openxmlformats.org/officeDocument/2006/relationships/customXml" Target="../ink/ink218.xml"/><Relationship Id="rId96" Type="http://schemas.openxmlformats.org/officeDocument/2006/relationships/image" Target="../media/image252.png"/><Relationship Id="rId140" Type="http://schemas.openxmlformats.org/officeDocument/2006/relationships/image" Target="../media/image274.png"/><Relationship Id="rId161" Type="http://schemas.openxmlformats.org/officeDocument/2006/relationships/customXml" Target="../ink/ink261.xml"/><Relationship Id="rId6" Type="http://schemas.openxmlformats.org/officeDocument/2006/relationships/image" Target="../media/image207.png"/><Relationship Id="rId23" Type="http://schemas.openxmlformats.org/officeDocument/2006/relationships/customXml" Target="../ink/ink192.xml"/><Relationship Id="rId28" Type="http://schemas.openxmlformats.org/officeDocument/2006/relationships/image" Target="../media/image218.png"/><Relationship Id="rId49" Type="http://schemas.openxmlformats.org/officeDocument/2006/relationships/customXml" Target="../ink/ink205.xml"/><Relationship Id="rId114" Type="http://schemas.openxmlformats.org/officeDocument/2006/relationships/image" Target="../media/image261.png"/><Relationship Id="rId119" Type="http://schemas.openxmlformats.org/officeDocument/2006/relationships/customXml" Target="../ink/ink240.xml"/><Relationship Id="rId44" Type="http://schemas.openxmlformats.org/officeDocument/2006/relationships/image" Target="../media/image226.png"/><Relationship Id="rId60" Type="http://schemas.openxmlformats.org/officeDocument/2006/relationships/image" Target="../media/image234.png"/><Relationship Id="rId65" Type="http://schemas.openxmlformats.org/officeDocument/2006/relationships/customXml" Target="../ink/ink213.xml"/><Relationship Id="rId81" Type="http://schemas.openxmlformats.org/officeDocument/2006/relationships/customXml" Target="../ink/ink221.xml"/><Relationship Id="rId86" Type="http://schemas.openxmlformats.org/officeDocument/2006/relationships/image" Target="../media/image247.png"/><Relationship Id="rId130" Type="http://schemas.openxmlformats.org/officeDocument/2006/relationships/image" Target="../media/image269.png"/><Relationship Id="rId135" Type="http://schemas.openxmlformats.org/officeDocument/2006/relationships/customXml" Target="../ink/ink248.xml"/><Relationship Id="rId151" Type="http://schemas.openxmlformats.org/officeDocument/2006/relationships/customXml" Target="../ink/ink256.xml"/><Relationship Id="rId156" Type="http://schemas.openxmlformats.org/officeDocument/2006/relationships/image" Target="../media/image282.png"/><Relationship Id="rId177" Type="http://schemas.openxmlformats.org/officeDocument/2006/relationships/customXml" Target="../ink/ink269.xml"/><Relationship Id="rId172" Type="http://schemas.openxmlformats.org/officeDocument/2006/relationships/image" Target="../media/image290.png"/><Relationship Id="rId13" Type="http://schemas.openxmlformats.org/officeDocument/2006/relationships/customXml" Target="../ink/ink187.xml"/><Relationship Id="rId18" Type="http://schemas.openxmlformats.org/officeDocument/2006/relationships/image" Target="../media/image213.png"/><Relationship Id="rId39" Type="http://schemas.openxmlformats.org/officeDocument/2006/relationships/customXml" Target="../ink/ink200.xml"/><Relationship Id="rId109" Type="http://schemas.openxmlformats.org/officeDocument/2006/relationships/customXml" Target="../ink/ink235.xml"/><Relationship Id="rId34" Type="http://schemas.openxmlformats.org/officeDocument/2006/relationships/image" Target="../media/image221.png"/><Relationship Id="rId50" Type="http://schemas.openxmlformats.org/officeDocument/2006/relationships/image" Target="../media/image229.png"/><Relationship Id="rId55" Type="http://schemas.openxmlformats.org/officeDocument/2006/relationships/customXml" Target="../ink/ink208.xml"/><Relationship Id="rId76" Type="http://schemas.openxmlformats.org/officeDocument/2006/relationships/image" Target="../media/image242.png"/><Relationship Id="rId97" Type="http://schemas.openxmlformats.org/officeDocument/2006/relationships/customXml" Target="../ink/ink229.xml"/><Relationship Id="rId104" Type="http://schemas.openxmlformats.org/officeDocument/2006/relationships/image" Target="../media/image256.png"/><Relationship Id="rId120" Type="http://schemas.openxmlformats.org/officeDocument/2006/relationships/image" Target="../media/image264.png"/><Relationship Id="rId125" Type="http://schemas.openxmlformats.org/officeDocument/2006/relationships/customXml" Target="../ink/ink243.xml"/><Relationship Id="rId141" Type="http://schemas.openxmlformats.org/officeDocument/2006/relationships/customXml" Target="../ink/ink251.xml"/><Relationship Id="rId146" Type="http://schemas.openxmlformats.org/officeDocument/2006/relationships/image" Target="../media/image277.png"/><Relationship Id="rId167" Type="http://schemas.openxmlformats.org/officeDocument/2006/relationships/customXml" Target="../ink/ink264.xml"/><Relationship Id="rId7" Type="http://schemas.openxmlformats.org/officeDocument/2006/relationships/customXml" Target="../ink/ink184.xml"/><Relationship Id="rId71" Type="http://schemas.openxmlformats.org/officeDocument/2006/relationships/customXml" Target="../ink/ink216.xml"/><Relationship Id="rId92" Type="http://schemas.openxmlformats.org/officeDocument/2006/relationships/image" Target="../media/image250.png"/><Relationship Id="rId162" Type="http://schemas.openxmlformats.org/officeDocument/2006/relationships/image" Target="../media/image285.png"/><Relationship Id="rId2" Type="http://schemas.openxmlformats.org/officeDocument/2006/relationships/notesSlide" Target="../notesSlides/notesSlide15.xml"/><Relationship Id="rId29" Type="http://schemas.openxmlformats.org/officeDocument/2006/relationships/customXml" Target="../ink/ink195.xml"/><Relationship Id="rId24" Type="http://schemas.openxmlformats.org/officeDocument/2006/relationships/image" Target="../media/image216.png"/><Relationship Id="rId40" Type="http://schemas.openxmlformats.org/officeDocument/2006/relationships/image" Target="../media/image224.png"/><Relationship Id="rId45" Type="http://schemas.openxmlformats.org/officeDocument/2006/relationships/customXml" Target="../ink/ink203.xml"/><Relationship Id="rId66" Type="http://schemas.openxmlformats.org/officeDocument/2006/relationships/image" Target="../media/image237.png"/><Relationship Id="rId87" Type="http://schemas.openxmlformats.org/officeDocument/2006/relationships/customXml" Target="../ink/ink224.xml"/><Relationship Id="rId110" Type="http://schemas.openxmlformats.org/officeDocument/2006/relationships/image" Target="../media/image259.png"/><Relationship Id="rId115" Type="http://schemas.openxmlformats.org/officeDocument/2006/relationships/customXml" Target="../ink/ink238.xml"/><Relationship Id="rId131" Type="http://schemas.openxmlformats.org/officeDocument/2006/relationships/customXml" Target="../ink/ink246.xml"/><Relationship Id="rId136" Type="http://schemas.openxmlformats.org/officeDocument/2006/relationships/image" Target="../media/image272.png"/><Relationship Id="rId157" Type="http://schemas.openxmlformats.org/officeDocument/2006/relationships/customXml" Target="../ink/ink259.xml"/><Relationship Id="rId178" Type="http://schemas.openxmlformats.org/officeDocument/2006/relationships/image" Target="../media/image293.png"/><Relationship Id="rId61" Type="http://schemas.openxmlformats.org/officeDocument/2006/relationships/customXml" Target="../ink/ink211.xml"/><Relationship Id="rId82" Type="http://schemas.openxmlformats.org/officeDocument/2006/relationships/image" Target="../media/image245.png"/><Relationship Id="rId152" Type="http://schemas.openxmlformats.org/officeDocument/2006/relationships/image" Target="../media/image280.png"/><Relationship Id="rId173" Type="http://schemas.openxmlformats.org/officeDocument/2006/relationships/customXml" Target="../ink/ink267.xml"/><Relationship Id="rId19" Type="http://schemas.openxmlformats.org/officeDocument/2006/relationships/customXml" Target="../ink/ink190.xml"/><Relationship Id="rId14" Type="http://schemas.openxmlformats.org/officeDocument/2006/relationships/image" Target="../media/image211.png"/><Relationship Id="rId30" Type="http://schemas.openxmlformats.org/officeDocument/2006/relationships/image" Target="../media/image219.png"/><Relationship Id="rId35" Type="http://schemas.openxmlformats.org/officeDocument/2006/relationships/customXml" Target="../ink/ink198.xml"/><Relationship Id="rId56" Type="http://schemas.openxmlformats.org/officeDocument/2006/relationships/image" Target="../media/image232.png"/><Relationship Id="rId77" Type="http://schemas.openxmlformats.org/officeDocument/2006/relationships/customXml" Target="../ink/ink219.xml"/><Relationship Id="rId100" Type="http://schemas.openxmlformats.org/officeDocument/2006/relationships/image" Target="../media/image254.png"/><Relationship Id="rId105" Type="http://schemas.openxmlformats.org/officeDocument/2006/relationships/customXml" Target="../ink/ink233.xml"/><Relationship Id="rId126" Type="http://schemas.openxmlformats.org/officeDocument/2006/relationships/image" Target="../media/image267.png"/><Relationship Id="rId147" Type="http://schemas.openxmlformats.org/officeDocument/2006/relationships/customXml" Target="../ink/ink254.xml"/><Relationship Id="rId168" Type="http://schemas.openxmlformats.org/officeDocument/2006/relationships/image" Target="../media/image288.png"/><Relationship Id="rId8" Type="http://schemas.openxmlformats.org/officeDocument/2006/relationships/image" Target="../media/image208.png"/><Relationship Id="rId51" Type="http://schemas.openxmlformats.org/officeDocument/2006/relationships/customXml" Target="../ink/ink206.xml"/><Relationship Id="rId72" Type="http://schemas.openxmlformats.org/officeDocument/2006/relationships/image" Target="../media/image240.png"/><Relationship Id="rId93" Type="http://schemas.openxmlformats.org/officeDocument/2006/relationships/customXml" Target="../ink/ink227.xml"/><Relationship Id="rId98" Type="http://schemas.openxmlformats.org/officeDocument/2006/relationships/image" Target="../media/image253.png"/><Relationship Id="rId121" Type="http://schemas.openxmlformats.org/officeDocument/2006/relationships/customXml" Target="../ink/ink241.xml"/><Relationship Id="rId142" Type="http://schemas.openxmlformats.org/officeDocument/2006/relationships/image" Target="../media/image275.png"/><Relationship Id="rId163" Type="http://schemas.openxmlformats.org/officeDocument/2006/relationships/customXml" Target="../ink/ink262.xml"/><Relationship Id="rId3" Type="http://schemas.openxmlformats.org/officeDocument/2006/relationships/image" Target="../media/image1.png"/><Relationship Id="rId25" Type="http://schemas.openxmlformats.org/officeDocument/2006/relationships/customXml" Target="../ink/ink193.xml"/><Relationship Id="rId46" Type="http://schemas.openxmlformats.org/officeDocument/2006/relationships/image" Target="../media/image227.png"/><Relationship Id="rId67" Type="http://schemas.openxmlformats.org/officeDocument/2006/relationships/customXml" Target="../ink/ink214.xml"/><Relationship Id="rId116" Type="http://schemas.openxmlformats.org/officeDocument/2006/relationships/image" Target="../media/image262.png"/><Relationship Id="rId137" Type="http://schemas.openxmlformats.org/officeDocument/2006/relationships/customXml" Target="../ink/ink249.xml"/><Relationship Id="rId158" Type="http://schemas.openxmlformats.org/officeDocument/2006/relationships/image" Target="../media/image283.png"/><Relationship Id="rId20" Type="http://schemas.openxmlformats.org/officeDocument/2006/relationships/image" Target="../media/image214.png"/><Relationship Id="rId41" Type="http://schemas.openxmlformats.org/officeDocument/2006/relationships/customXml" Target="../ink/ink201.xml"/><Relationship Id="rId62" Type="http://schemas.openxmlformats.org/officeDocument/2006/relationships/image" Target="../media/image235.png"/><Relationship Id="rId83" Type="http://schemas.openxmlformats.org/officeDocument/2006/relationships/customXml" Target="../ink/ink222.xml"/><Relationship Id="rId88" Type="http://schemas.openxmlformats.org/officeDocument/2006/relationships/image" Target="../media/image248.png"/><Relationship Id="rId111" Type="http://schemas.openxmlformats.org/officeDocument/2006/relationships/customXml" Target="../ink/ink236.xml"/><Relationship Id="rId132" Type="http://schemas.openxmlformats.org/officeDocument/2006/relationships/image" Target="../media/image270.png"/><Relationship Id="rId153" Type="http://schemas.openxmlformats.org/officeDocument/2006/relationships/customXml" Target="../ink/ink257.xml"/><Relationship Id="rId174" Type="http://schemas.openxmlformats.org/officeDocument/2006/relationships/image" Target="../media/image291.png"/><Relationship Id="rId15" Type="http://schemas.openxmlformats.org/officeDocument/2006/relationships/customXml" Target="../ink/ink188.xml"/><Relationship Id="rId36" Type="http://schemas.openxmlformats.org/officeDocument/2006/relationships/image" Target="../media/image222.png"/><Relationship Id="rId57" Type="http://schemas.openxmlformats.org/officeDocument/2006/relationships/customXml" Target="../ink/ink209.xml"/><Relationship Id="rId106" Type="http://schemas.openxmlformats.org/officeDocument/2006/relationships/image" Target="../media/image257.png"/><Relationship Id="rId127" Type="http://schemas.openxmlformats.org/officeDocument/2006/relationships/customXml" Target="../ink/ink244.xml"/><Relationship Id="rId10" Type="http://schemas.openxmlformats.org/officeDocument/2006/relationships/image" Target="../media/image209.png"/><Relationship Id="rId31" Type="http://schemas.openxmlformats.org/officeDocument/2006/relationships/customXml" Target="../ink/ink196.xml"/><Relationship Id="rId52" Type="http://schemas.openxmlformats.org/officeDocument/2006/relationships/image" Target="../media/image230.png"/><Relationship Id="rId73" Type="http://schemas.openxmlformats.org/officeDocument/2006/relationships/customXml" Target="../ink/ink217.xml"/><Relationship Id="rId78" Type="http://schemas.openxmlformats.org/officeDocument/2006/relationships/image" Target="../media/image243.png"/><Relationship Id="rId94" Type="http://schemas.openxmlformats.org/officeDocument/2006/relationships/image" Target="../media/image251.png"/><Relationship Id="rId99" Type="http://schemas.openxmlformats.org/officeDocument/2006/relationships/customXml" Target="../ink/ink230.xml"/><Relationship Id="rId101" Type="http://schemas.openxmlformats.org/officeDocument/2006/relationships/customXml" Target="../ink/ink231.xml"/><Relationship Id="rId122" Type="http://schemas.openxmlformats.org/officeDocument/2006/relationships/image" Target="../media/image265.png"/><Relationship Id="rId143" Type="http://schemas.openxmlformats.org/officeDocument/2006/relationships/customXml" Target="../ink/ink252.xml"/><Relationship Id="rId148" Type="http://schemas.openxmlformats.org/officeDocument/2006/relationships/image" Target="../media/image278.png"/><Relationship Id="rId164" Type="http://schemas.openxmlformats.org/officeDocument/2006/relationships/image" Target="../media/image286.png"/><Relationship Id="rId169" Type="http://schemas.openxmlformats.org/officeDocument/2006/relationships/customXml" Target="../ink/ink265.xml"/><Relationship Id="rId4" Type="http://schemas.openxmlformats.org/officeDocument/2006/relationships/image" Target="../media/image205.png"/><Relationship Id="rId9" Type="http://schemas.openxmlformats.org/officeDocument/2006/relationships/customXml" Target="../ink/ink185.xml"/><Relationship Id="rId26" Type="http://schemas.openxmlformats.org/officeDocument/2006/relationships/image" Target="../media/image217.png"/><Relationship Id="rId47" Type="http://schemas.openxmlformats.org/officeDocument/2006/relationships/customXml" Target="../ink/ink204.xml"/><Relationship Id="rId68" Type="http://schemas.openxmlformats.org/officeDocument/2006/relationships/image" Target="../media/image238.png"/><Relationship Id="rId89" Type="http://schemas.openxmlformats.org/officeDocument/2006/relationships/customXml" Target="../ink/ink225.xml"/><Relationship Id="rId112" Type="http://schemas.openxmlformats.org/officeDocument/2006/relationships/image" Target="../media/image260.png"/><Relationship Id="rId133" Type="http://schemas.openxmlformats.org/officeDocument/2006/relationships/customXml" Target="../ink/ink247.xml"/><Relationship Id="rId154" Type="http://schemas.openxmlformats.org/officeDocument/2006/relationships/image" Target="../media/image281.png"/><Relationship Id="rId175" Type="http://schemas.openxmlformats.org/officeDocument/2006/relationships/customXml" Target="../ink/ink268.xml"/><Relationship Id="rId16" Type="http://schemas.openxmlformats.org/officeDocument/2006/relationships/image" Target="../media/image212.png"/><Relationship Id="rId37" Type="http://schemas.openxmlformats.org/officeDocument/2006/relationships/customXml" Target="../ink/ink199.xml"/><Relationship Id="rId58" Type="http://schemas.openxmlformats.org/officeDocument/2006/relationships/image" Target="../media/image233.png"/><Relationship Id="rId79" Type="http://schemas.openxmlformats.org/officeDocument/2006/relationships/customXml" Target="../ink/ink220.xml"/><Relationship Id="rId102" Type="http://schemas.openxmlformats.org/officeDocument/2006/relationships/image" Target="../media/image255.png"/><Relationship Id="rId123" Type="http://schemas.openxmlformats.org/officeDocument/2006/relationships/customXml" Target="../ink/ink242.xml"/><Relationship Id="rId144" Type="http://schemas.openxmlformats.org/officeDocument/2006/relationships/image" Target="../media/image276.png"/><Relationship Id="rId90" Type="http://schemas.openxmlformats.org/officeDocument/2006/relationships/image" Target="../media/image249.png"/><Relationship Id="rId165" Type="http://schemas.openxmlformats.org/officeDocument/2006/relationships/customXml" Target="../ink/ink263.xml"/><Relationship Id="rId27" Type="http://schemas.openxmlformats.org/officeDocument/2006/relationships/customXml" Target="../ink/ink194.xml"/><Relationship Id="rId48" Type="http://schemas.openxmlformats.org/officeDocument/2006/relationships/image" Target="../media/image228.png"/><Relationship Id="rId69" Type="http://schemas.openxmlformats.org/officeDocument/2006/relationships/customXml" Target="../ink/ink215.xml"/><Relationship Id="rId113" Type="http://schemas.openxmlformats.org/officeDocument/2006/relationships/customXml" Target="../ink/ink237.xml"/><Relationship Id="rId134" Type="http://schemas.openxmlformats.org/officeDocument/2006/relationships/image" Target="../media/image271.png"/><Relationship Id="rId80" Type="http://schemas.openxmlformats.org/officeDocument/2006/relationships/image" Target="../media/image244.png"/><Relationship Id="rId155" Type="http://schemas.openxmlformats.org/officeDocument/2006/relationships/customXml" Target="../ink/ink258.xml"/><Relationship Id="rId176" Type="http://schemas.openxmlformats.org/officeDocument/2006/relationships/image" Target="../media/image292.png"/><Relationship Id="rId17" Type="http://schemas.openxmlformats.org/officeDocument/2006/relationships/customXml" Target="../ink/ink189.xml"/><Relationship Id="rId38" Type="http://schemas.openxmlformats.org/officeDocument/2006/relationships/image" Target="../media/image223.png"/><Relationship Id="rId59" Type="http://schemas.openxmlformats.org/officeDocument/2006/relationships/customXml" Target="../ink/ink210.xml"/><Relationship Id="rId103" Type="http://schemas.openxmlformats.org/officeDocument/2006/relationships/customXml" Target="../ink/ink232.xml"/><Relationship Id="rId124" Type="http://schemas.openxmlformats.org/officeDocument/2006/relationships/image" Target="../media/image266.png"/><Relationship Id="rId70" Type="http://schemas.openxmlformats.org/officeDocument/2006/relationships/image" Target="../media/image239.png"/><Relationship Id="rId91" Type="http://schemas.openxmlformats.org/officeDocument/2006/relationships/customXml" Target="../ink/ink226.xml"/><Relationship Id="rId145" Type="http://schemas.openxmlformats.org/officeDocument/2006/relationships/customXml" Target="../ink/ink253.xml"/><Relationship Id="rId166" Type="http://schemas.openxmlformats.org/officeDocument/2006/relationships/image" Target="../media/image28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9.png"/><Relationship Id="rId18" Type="http://schemas.openxmlformats.org/officeDocument/2006/relationships/customXml" Target="../ink/ink276.xml"/><Relationship Id="rId26" Type="http://schemas.openxmlformats.org/officeDocument/2006/relationships/customXml" Target="../ink/ink280.xml"/><Relationship Id="rId39" Type="http://schemas.openxmlformats.org/officeDocument/2006/relationships/image" Target="../media/image312.png"/><Relationship Id="rId21" Type="http://schemas.openxmlformats.org/officeDocument/2006/relationships/image" Target="../media/image303.png"/><Relationship Id="rId34" Type="http://schemas.openxmlformats.org/officeDocument/2006/relationships/customXml" Target="../ink/ink284.xml"/><Relationship Id="rId42" Type="http://schemas.openxmlformats.org/officeDocument/2006/relationships/customXml" Target="../ink/ink288.xml"/><Relationship Id="rId7" Type="http://schemas.openxmlformats.org/officeDocument/2006/relationships/image" Target="../media/image296.png"/><Relationship Id="rId2" Type="http://schemas.openxmlformats.org/officeDocument/2006/relationships/notesSlide" Target="../notesSlides/notesSlide16.xml"/><Relationship Id="rId16" Type="http://schemas.openxmlformats.org/officeDocument/2006/relationships/customXml" Target="../ink/ink275.xml"/><Relationship Id="rId29" Type="http://schemas.openxmlformats.org/officeDocument/2006/relationships/image" Target="../media/image30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70.xml"/><Relationship Id="rId11" Type="http://schemas.openxmlformats.org/officeDocument/2006/relationships/image" Target="../media/image298.png"/><Relationship Id="rId24" Type="http://schemas.openxmlformats.org/officeDocument/2006/relationships/customXml" Target="../ink/ink279.xml"/><Relationship Id="rId32" Type="http://schemas.openxmlformats.org/officeDocument/2006/relationships/customXml" Target="../ink/ink283.xml"/><Relationship Id="rId37" Type="http://schemas.openxmlformats.org/officeDocument/2006/relationships/image" Target="../media/image311.png"/><Relationship Id="rId40" Type="http://schemas.openxmlformats.org/officeDocument/2006/relationships/customXml" Target="../ink/ink287.xml"/><Relationship Id="rId45" Type="http://schemas.openxmlformats.org/officeDocument/2006/relationships/image" Target="../media/image315.png"/><Relationship Id="rId5" Type="http://schemas.openxmlformats.org/officeDocument/2006/relationships/image" Target="../media/image295.png"/><Relationship Id="rId15" Type="http://schemas.openxmlformats.org/officeDocument/2006/relationships/image" Target="../media/image300.png"/><Relationship Id="rId23" Type="http://schemas.openxmlformats.org/officeDocument/2006/relationships/image" Target="../media/image304.png"/><Relationship Id="rId28" Type="http://schemas.openxmlformats.org/officeDocument/2006/relationships/customXml" Target="../ink/ink281.xml"/><Relationship Id="rId36" Type="http://schemas.openxmlformats.org/officeDocument/2006/relationships/customXml" Target="../ink/ink285.xml"/><Relationship Id="rId10" Type="http://schemas.openxmlformats.org/officeDocument/2006/relationships/customXml" Target="../ink/ink272.xml"/><Relationship Id="rId19" Type="http://schemas.openxmlformats.org/officeDocument/2006/relationships/image" Target="../media/image302.png"/><Relationship Id="rId31" Type="http://schemas.openxmlformats.org/officeDocument/2006/relationships/image" Target="../media/image308.png"/><Relationship Id="rId44" Type="http://schemas.openxmlformats.org/officeDocument/2006/relationships/customXml" Target="../ink/ink289.xml"/><Relationship Id="rId4" Type="http://schemas.openxmlformats.org/officeDocument/2006/relationships/image" Target="../media/image294.png"/><Relationship Id="rId9" Type="http://schemas.openxmlformats.org/officeDocument/2006/relationships/image" Target="../media/image297.png"/><Relationship Id="rId14" Type="http://schemas.openxmlformats.org/officeDocument/2006/relationships/customXml" Target="../ink/ink274.xml"/><Relationship Id="rId22" Type="http://schemas.openxmlformats.org/officeDocument/2006/relationships/customXml" Target="../ink/ink278.xml"/><Relationship Id="rId27" Type="http://schemas.openxmlformats.org/officeDocument/2006/relationships/image" Target="../media/image306.png"/><Relationship Id="rId30" Type="http://schemas.openxmlformats.org/officeDocument/2006/relationships/customXml" Target="../ink/ink282.xml"/><Relationship Id="rId35" Type="http://schemas.openxmlformats.org/officeDocument/2006/relationships/image" Target="../media/image310.png"/><Relationship Id="rId43" Type="http://schemas.openxmlformats.org/officeDocument/2006/relationships/image" Target="../media/image314.png"/><Relationship Id="rId8" Type="http://schemas.openxmlformats.org/officeDocument/2006/relationships/customXml" Target="../ink/ink271.xml"/><Relationship Id="rId3" Type="http://schemas.openxmlformats.org/officeDocument/2006/relationships/image" Target="../media/image1.png"/><Relationship Id="rId12" Type="http://schemas.openxmlformats.org/officeDocument/2006/relationships/customXml" Target="../ink/ink273.xml"/><Relationship Id="rId17" Type="http://schemas.openxmlformats.org/officeDocument/2006/relationships/image" Target="../media/image301.png"/><Relationship Id="rId25" Type="http://schemas.openxmlformats.org/officeDocument/2006/relationships/image" Target="../media/image305.png"/><Relationship Id="rId33" Type="http://schemas.openxmlformats.org/officeDocument/2006/relationships/image" Target="../media/image309.png"/><Relationship Id="rId38" Type="http://schemas.openxmlformats.org/officeDocument/2006/relationships/customXml" Target="../ink/ink286.xml"/><Relationship Id="rId20" Type="http://schemas.openxmlformats.org/officeDocument/2006/relationships/customXml" Target="../ink/ink277.xml"/><Relationship Id="rId41" Type="http://schemas.openxmlformats.org/officeDocument/2006/relationships/image" Target="../media/image3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7.png"/><Relationship Id="rId21" Type="http://schemas.openxmlformats.org/officeDocument/2006/relationships/customXml" Target="../ink/ink298.xml"/><Relationship Id="rId34" Type="http://schemas.openxmlformats.org/officeDocument/2006/relationships/image" Target="../media/image331.png"/><Relationship Id="rId42" Type="http://schemas.openxmlformats.org/officeDocument/2006/relationships/image" Target="../media/image335.png"/><Relationship Id="rId47" Type="http://schemas.openxmlformats.org/officeDocument/2006/relationships/customXml" Target="../ink/ink311.xml"/><Relationship Id="rId50" Type="http://schemas.openxmlformats.org/officeDocument/2006/relationships/image" Target="../media/image339.png"/><Relationship Id="rId55" Type="http://schemas.openxmlformats.org/officeDocument/2006/relationships/customXml" Target="../ink/ink315.xml"/><Relationship Id="rId63" Type="http://schemas.openxmlformats.org/officeDocument/2006/relationships/customXml" Target="../ink/ink319.xml"/><Relationship Id="rId7" Type="http://schemas.openxmlformats.org/officeDocument/2006/relationships/customXml" Target="../ink/ink291.xml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322.png"/><Relationship Id="rId29" Type="http://schemas.openxmlformats.org/officeDocument/2006/relationships/customXml" Target="../ink/ink302.xml"/><Relationship Id="rId11" Type="http://schemas.openxmlformats.org/officeDocument/2006/relationships/customXml" Target="../ink/ink293.xml"/><Relationship Id="rId24" Type="http://schemas.openxmlformats.org/officeDocument/2006/relationships/image" Target="../media/image326.png"/><Relationship Id="rId32" Type="http://schemas.openxmlformats.org/officeDocument/2006/relationships/image" Target="../media/image330.png"/><Relationship Id="rId37" Type="http://schemas.openxmlformats.org/officeDocument/2006/relationships/customXml" Target="../ink/ink306.xml"/><Relationship Id="rId40" Type="http://schemas.openxmlformats.org/officeDocument/2006/relationships/image" Target="../media/image334.png"/><Relationship Id="rId45" Type="http://schemas.openxmlformats.org/officeDocument/2006/relationships/customXml" Target="../ink/ink310.xml"/><Relationship Id="rId53" Type="http://schemas.openxmlformats.org/officeDocument/2006/relationships/customXml" Target="../ink/ink314.xml"/><Relationship Id="rId58" Type="http://schemas.openxmlformats.org/officeDocument/2006/relationships/image" Target="../media/image343.png"/><Relationship Id="rId66" Type="http://schemas.openxmlformats.org/officeDocument/2006/relationships/image" Target="../media/image347.png"/><Relationship Id="rId5" Type="http://schemas.openxmlformats.org/officeDocument/2006/relationships/customXml" Target="../ink/ink290.xml"/><Relationship Id="rId61" Type="http://schemas.openxmlformats.org/officeDocument/2006/relationships/customXml" Target="../ink/ink318.xml"/><Relationship Id="rId19" Type="http://schemas.openxmlformats.org/officeDocument/2006/relationships/customXml" Target="../ink/ink297.xml"/><Relationship Id="rId14" Type="http://schemas.openxmlformats.org/officeDocument/2006/relationships/image" Target="../media/image321.png"/><Relationship Id="rId22" Type="http://schemas.openxmlformats.org/officeDocument/2006/relationships/image" Target="../media/image325.png"/><Relationship Id="rId27" Type="http://schemas.openxmlformats.org/officeDocument/2006/relationships/customXml" Target="../ink/ink301.xml"/><Relationship Id="rId30" Type="http://schemas.openxmlformats.org/officeDocument/2006/relationships/image" Target="../media/image329.png"/><Relationship Id="rId35" Type="http://schemas.openxmlformats.org/officeDocument/2006/relationships/customXml" Target="../ink/ink305.xml"/><Relationship Id="rId43" Type="http://schemas.openxmlformats.org/officeDocument/2006/relationships/customXml" Target="../ink/ink309.xml"/><Relationship Id="rId48" Type="http://schemas.openxmlformats.org/officeDocument/2006/relationships/image" Target="../media/image338.png"/><Relationship Id="rId56" Type="http://schemas.openxmlformats.org/officeDocument/2006/relationships/image" Target="../media/image342.png"/><Relationship Id="rId64" Type="http://schemas.openxmlformats.org/officeDocument/2006/relationships/image" Target="../media/image346.png"/><Relationship Id="rId8" Type="http://schemas.openxmlformats.org/officeDocument/2006/relationships/image" Target="../media/image318.png"/><Relationship Id="rId51" Type="http://schemas.openxmlformats.org/officeDocument/2006/relationships/customXml" Target="../ink/ink313.xml"/><Relationship Id="rId3" Type="http://schemas.openxmlformats.org/officeDocument/2006/relationships/image" Target="../media/image1.png"/><Relationship Id="rId12" Type="http://schemas.openxmlformats.org/officeDocument/2006/relationships/image" Target="../media/image320.png"/><Relationship Id="rId17" Type="http://schemas.openxmlformats.org/officeDocument/2006/relationships/customXml" Target="../ink/ink296.xml"/><Relationship Id="rId25" Type="http://schemas.openxmlformats.org/officeDocument/2006/relationships/customXml" Target="../ink/ink300.xml"/><Relationship Id="rId33" Type="http://schemas.openxmlformats.org/officeDocument/2006/relationships/customXml" Target="../ink/ink304.xml"/><Relationship Id="rId38" Type="http://schemas.openxmlformats.org/officeDocument/2006/relationships/image" Target="../media/image333.png"/><Relationship Id="rId46" Type="http://schemas.openxmlformats.org/officeDocument/2006/relationships/image" Target="../media/image337.png"/><Relationship Id="rId59" Type="http://schemas.openxmlformats.org/officeDocument/2006/relationships/customXml" Target="../ink/ink317.xml"/><Relationship Id="rId20" Type="http://schemas.openxmlformats.org/officeDocument/2006/relationships/image" Target="../media/image324.png"/><Relationship Id="rId41" Type="http://schemas.openxmlformats.org/officeDocument/2006/relationships/customXml" Target="../ink/ink308.xml"/><Relationship Id="rId54" Type="http://schemas.openxmlformats.org/officeDocument/2006/relationships/image" Target="../media/image341.png"/><Relationship Id="rId62" Type="http://schemas.openxmlformats.org/officeDocument/2006/relationships/image" Target="../media/image3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7.png"/><Relationship Id="rId15" Type="http://schemas.openxmlformats.org/officeDocument/2006/relationships/customXml" Target="../ink/ink295.xml"/><Relationship Id="rId23" Type="http://schemas.openxmlformats.org/officeDocument/2006/relationships/customXml" Target="../ink/ink299.xml"/><Relationship Id="rId28" Type="http://schemas.openxmlformats.org/officeDocument/2006/relationships/image" Target="../media/image328.png"/><Relationship Id="rId36" Type="http://schemas.openxmlformats.org/officeDocument/2006/relationships/image" Target="../media/image332.png"/><Relationship Id="rId49" Type="http://schemas.openxmlformats.org/officeDocument/2006/relationships/customXml" Target="../ink/ink312.xml"/><Relationship Id="rId57" Type="http://schemas.openxmlformats.org/officeDocument/2006/relationships/customXml" Target="../ink/ink316.xml"/><Relationship Id="rId10" Type="http://schemas.openxmlformats.org/officeDocument/2006/relationships/image" Target="../media/image319.png"/><Relationship Id="rId31" Type="http://schemas.openxmlformats.org/officeDocument/2006/relationships/customXml" Target="../ink/ink303.xml"/><Relationship Id="rId44" Type="http://schemas.openxmlformats.org/officeDocument/2006/relationships/image" Target="../media/image336.png"/><Relationship Id="rId52" Type="http://schemas.openxmlformats.org/officeDocument/2006/relationships/image" Target="../media/image340.png"/><Relationship Id="rId60" Type="http://schemas.openxmlformats.org/officeDocument/2006/relationships/image" Target="../media/image344.png"/><Relationship Id="rId65" Type="http://schemas.openxmlformats.org/officeDocument/2006/relationships/customXml" Target="../ink/ink320.xml"/><Relationship Id="rId4" Type="http://schemas.openxmlformats.org/officeDocument/2006/relationships/image" Target="../media/image316.jpeg"/><Relationship Id="rId9" Type="http://schemas.openxmlformats.org/officeDocument/2006/relationships/customXml" Target="../ink/ink292.xml"/><Relationship Id="rId13" Type="http://schemas.openxmlformats.org/officeDocument/2006/relationships/customXml" Target="../ink/ink294.xml"/><Relationship Id="rId18" Type="http://schemas.openxmlformats.org/officeDocument/2006/relationships/image" Target="../media/image323.png"/><Relationship Id="rId39" Type="http://schemas.openxmlformats.org/officeDocument/2006/relationships/customXml" Target="../ink/ink307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9.png"/><Relationship Id="rId21" Type="http://schemas.openxmlformats.org/officeDocument/2006/relationships/customXml" Target="../ink/ink329.xml"/><Relationship Id="rId42" Type="http://schemas.openxmlformats.org/officeDocument/2006/relationships/image" Target="../media/image367.png"/><Relationship Id="rId47" Type="http://schemas.openxmlformats.org/officeDocument/2006/relationships/customXml" Target="../ink/ink342.xml"/><Relationship Id="rId63" Type="http://schemas.openxmlformats.org/officeDocument/2006/relationships/customXml" Target="../ink/ink350.xml"/><Relationship Id="rId68" Type="http://schemas.openxmlformats.org/officeDocument/2006/relationships/image" Target="../media/image380.png"/><Relationship Id="rId84" Type="http://schemas.openxmlformats.org/officeDocument/2006/relationships/image" Target="../media/image388.png"/><Relationship Id="rId89" Type="http://schemas.openxmlformats.org/officeDocument/2006/relationships/customXml" Target="../ink/ink363.xml"/><Relationship Id="rId112" Type="http://schemas.openxmlformats.org/officeDocument/2006/relationships/image" Target="../media/image402.png"/><Relationship Id="rId16" Type="http://schemas.openxmlformats.org/officeDocument/2006/relationships/image" Target="../media/image354.png"/><Relationship Id="rId107" Type="http://schemas.openxmlformats.org/officeDocument/2006/relationships/customXml" Target="../ink/ink372.xml"/><Relationship Id="rId11" Type="http://schemas.openxmlformats.org/officeDocument/2006/relationships/customXml" Target="../ink/ink324.xml"/><Relationship Id="rId32" Type="http://schemas.openxmlformats.org/officeDocument/2006/relationships/image" Target="../media/image362.png"/><Relationship Id="rId37" Type="http://schemas.openxmlformats.org/officeDocument/2006/relationships/customXml" Target="../ink/ink337.xml"/><Relationship Id="rId53" Type="http://schemas.openxmlformats.org/officeDocument/2006/relationships/customXml" Target="../ink/ink345.xml"/><Relationship Id="rId58" Type="http://schemas.openxmlformats.org/officeDocument/2006/relationships/image" Target="../media/image375.png"/><Relationship Id="rId74" Type="http://schemas.openxmlformats.org/officeDocument/2006/relationships/image" Target="../media/image383.png"/><Relationship Id="rId79" Type="http://schemas.openxmlformats.org/officeDocument/2006/relationships/customXml" Target="../ink/ink358.xml"/><Relationship Id="rId102" Type="http://schemas.openxmlformats.org/officeDocument/2006/relationships/image" Target="../media/image397.png"/><Relationship Id="rId5" Type="http://schemas.openxmlformats.org/officeDocument/2006/relationships/customXml" Target="../ink/ink321.xml"/><Relationship Id="rId90" Type="http://schemas.openxmlformats.org/officeDocument/2006/relationships/image" Target="../media/image391.png"/><Relationship Id="rId95" Type="http://schemas.openxmlformats.org/officeDocument/2006/relationships/customXml" Target="../ink/ink366.xml"/><Relationship Id="rId22" Type="http://schemas.openxmlformats.org/officeDocument/2006/relationships/image" Target="../media/image357.png"/><Relationship Id="rId27" Type="http://schemas.openxmlformats.org/officeDocument/2006/relationships/customXml" Target="../ink/ink332.xml"/><Relationship Id="rId43" Type="http://schemas.openxmlformats.org/officeDocument/2006/relationships/customXml" Target="../ink/ink340.xml"/><Relationship Id="rId48" Type="http://schemas.openxmlformats.org/officeDocument/2006/relationships/image" Target="../media/image370.png"/><Relationship Id="rId64" Type="http://schemas.openxmlformats.org/officeDocument/2006/relationships/image" Target="../media/image378.png"/><Relationship Id="rId69" Type="http://schemas.openxmlformats.org/officeDocument/2006/relationships/customXml" Target="../ink/ink353.xml"/><Relationship Id="rId113" Type="http://schemas.openxmlformats.org/officeDocument/2006/relationships/customXml" Target="../ink/ink375.xml"/><Relationship Id="rId80" Type="http://schemas.openxmlformats.org/officeDocument/2006/relationships/image" Target="../media/image386.png"/><Relationship Id="rId85" Type="http://schemas.openxmlformats.org/officeDocument/2006/relationships/customXml" Target="../ink/ink361.xml"/><Relationship Id="rId12" Type="http://schemas.openxmlformats.org/officeDocument/2006/relationships/image" Target="../media/image352.png"/><Relationship Id="rId17" Type="http://schemas.openxmlformats.org/officeDocument/2006/relationships/customXml" Target="../ink/ink327.xml"/><Relationship Id="rId33" Type="http://schemas.openxmlformats.org/officeDocument/2006/relationships/customXml" Target="../ink/ink335.xml"/><Relationship Id="rId38" Type="http://schemas.openxmlformats.org/officeDocument/2006/relationships/image" Target="../media/image365.png"/><Relationship Id="rId59" Type="http://schemas.openxmlformats.org/officeDocument/2006/relationships/customXml" Target="../ink/ink348.xml"/><Relationship Id="rId103" Type="http://schemas.openxmlformats.org/officeDocument/2006/relationships/customXml" Target="../ink/ink370.xml"/><Relationship Id="rId108" Type="http://schemas.openxmlformats.org/officeDocument/2006/relationships/image" Target="../media/image400.png"/><Relationship Id="rId54" Type="http://schemas.openxmlformats.org/officeDocument/2006/relationships/image" Target="../media/image373.png"/><Relationship Id="rId70" Type="http://schemas.openxmlformats.org/officeDocument/2006/relationships/image" Target="../media/image381.png"/><Relationship Id="rId75" Type="http://schemas.openxmlformats.org/officeDocument/2006/relationships/customXml" Target="../ink/ink356.xml"/><Relationship Id="rId91" Type="http://schemas.openxmlformats.org/officeDocument/2006/relationships/customXml" Target="../ink/ink364.xml"/><Relationship Id="rId96" Type="http://schemas.openxmlformats.org/officeDocument/2006/relationships/image" Target="../media/image3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9.png"/><Relationship Id="rId15" Type="http://schemas.openxmlformats.org/officeDocument/2006/relationships/customXml" Target="../ink/ink326.xml"/><Relationship Id="rId23" Type="http://schemas.openxmlformats.org/officeDocument/2006/relationships/customXml" Target="../ink/ink330.xml"/><Relationship Id="rId28" Type="http://schemas.openxmlformats.org/officeDocument/2006/relationships/image" Target="../media/image360.png"/><Relationship Id="rId36" Type="http://schemas.openxmlformats.org/officeDocument/2006/relationships/image" Target="../media/image364.png"/><Relationship Id="rId49" Type="http://schemas.openxmlformats.org/officeDocument/2006/relationships/customXml" Target="../ink/ink343.xml"/><Relationship Id="rId57" Type="http://schemas.openxmlformats.org/officeDocument/2006/relationships/customXml" Target="../ink/ink347.xml"/><Relationship Id="rId106" Type="http://schemas.openxmlformats.org/officeDocument/2006/relationships/image" Target="../media/image399.png"/><Relationship Id="rId114" Type="http://schemas.openxmlformats.org/officeDocument/2006/relationships/image" Target="../media/image403.png"/><Relationship Id="rId10" Type="http://schemas.openxmlformats.org/officeDocument/2006/relationships/image" Target="../media/image351.png"/><Relationship Id="rId31" Type="http://schemas.openxmlformats.org/officeDocument/2006/relationships/customXml" Target="../ink/ink334.xml"/><Relationship Id="rId44" Type="http://schemas.openxmlformats.org/officeDocument/2006/relationships/image" Target="../media/image368.png"/><Relationship Id="rId52" Type="http://schemas.openxmlformats.org/officeDocument/2006/relationships/image" Target="../media/image372.png"/><Relationship Id="rId60" Type="http://schemas.openxmlformats.org/officeDocument/2006/relationships/image" Target="../media/image376.png"/><Relationship Id="rId65" Type="http://schemas.openxmlformats.org/officeDocument/2006/relationships/customXml" Target="../ink/ink351.xml"/><Relationship Id="rId73" Type="http://schemas.openxmlformats.org/officeDocument/2006/relationships/customXml" Target="../ink/ink355.xml"/><Relationship Id="rId78" Type="http://schemas.openxmlformats.org/officeDocument/2006/relationships/image" Target="../media/image385.png"/><Relationship Id="rId81" Type="http://schemas.openxmlformats.org/officeDocument/2006/relationships/customXml" Target="../ink/ink359.xml"/><Relationship Id="rId86" Type="http://schemas.openxmlformats.org/officeDocument/2006/relationships/image" Target="../media/image389.png"/><Relationship Id="rId94" Type="http://schemas.openxmlformats.org/officeDocument/2006/relationships/image" Target="../media/image393.png"/><Relationship Id="rId99" Type="http://schemas.openxmlformats.org/officeDocument/2006/relationships/customXml" Target="../ink/ink368.xml"/><Relationship Id="rId101" Type="http://schemas.openxmlformats.org/officeDocument/2006/relationships/customXml" Target="../ink/ink369.xml"/><Relationship Id="rId4" Type="http://schemas.openxmlformats.org/officeDocument/2006/relationships/image" Target="../media/image348.jpeg"/><Relationship Id="rId9" Type="http://schemas.openxmlformats.org/officeDocument/2006/relationships/customXml" Target="../ink/ink323.xml"/><Relationship Id="rId13" Type="http://schemas.openxmlformats.org/officeDocument/2006/relationships/customXml" Target="../ink/ink325.xml"/><Relationship Id="rId18" Type="http://schemas.openxmlformats.org/officeDocument/2006/relationships/image" Target="../media/image355.png"/><Relationship Id="rId39" Type="http://schemas.openxmlformats.org/officeDocument/2006/relationships/customXml" Target="../ink/ink338.xml"/><Relationship Id="rId109" Type="http://schemas.openxmlformats.org/officeDocument/2006/relationships/customXml" Target="../ink/ink373.xml"/><Relationship Id="rId34" Type="http://schemas.openxmlformats.org/officeDocument/2006/relationships/image" Target="../media/image363.png"/><Relationship Id="rId50" Type="http://schemas.openxmlformats.org/officeDocument/2006/relationships/image" Target="../media/image371.png"/><Relationship Id="rId55" Type="http://schemas.openxmlformats.org/officeDocument/2006/relationships/customXml" Target="../ink/ink346.xml"/><Relationship Id="rId76" Type="http://schemas.openxmlformats.org/officeDocument/2006/relationships/image" Target="../media/image384.png"/><Relationship Id="rId97" Type="http://schemas.openxmlformats.org/officeDocument/2006/relationships/customXml" Target="../ink/ink367.xml"/><Relationship Id="rId104" Type="http://schemas.openxmlformats.org/officeDocument/2006/relationships/image" Target="../media/image398.png"/><Relationship Id="rId7" Type="http://schemas.openxmlformats.org/officeDocument/2006/relationships/customXml" Target="../ink/ink322.xml"/><Relationship Id="rId71" Type="http://schemas.openxmlformats.org/officeDocument/2006/relationships/customXml" Target="../ink/ink354.xml"/><Relationship Id="rId92" Type="http://schemas.openxmlformats.org/officeDocument/2006/relationships/image" Target="../media/image392.png"/><Relationship Id="rId2" Type="http://schemas.openxmlformats.org/officeDocument/2006/relationships/notesSlide" Target="../notesSlides/notesSlide19.xml"/><Relationship Id="rId29" Type="http://schemas.openxmlformats.org/officeDocument/2006/relationships/customXml" Target="../ink/ink333.xml"/><Relationship Id="rId24" Type="http://schemas.openxmlformats.org/officeDocument/2006/relationships/image" Target="../media/image358.png"/><Relationship Id="rId40" Type="http://schemas.openxmlformats.org/officeDocument/2006/relationships/image" Target="../media/image366.png"/><Relationship Id="rId45" Type="http://schemas.openxmlformats.org/officeDocument/2006/relationships/customXml" Target="../ink/ink341.xml"/><Relationship Id="rId66" Type="http://schemas.openxmlformats.org/officeDocument/2006/relationships/image" Target="../media/image379.png"/><Relationship Id="rId87" Type="http://schemas.openxmlformats.org/officeDocument/2006/relationships/customXml" Target="../ink/ink362.xml"/><Relationship Id="rId110" Type="http://schemas.openxmlformats.org/officeDocument/2006/relationships/image" Target="../media/image401.png"/><Relationship Id="rId115" Type="http://schemas.openxmlformats.org/officeDocument/2006/relationships/customXml" Target="../ink/ink376.xml"/><Relationship Id="rId61" Type="http://schemas.openxmlformats.org/officeDocument/2006/relationships/customXml" Target="../ink/ink349.xml"/><Relationship Id="rId82" Type="http://schemas.openxmlformats.org/officeDocument/2006/relationships/image" Target="../media/image387.png"/><Relationship Id="rId19" Type="http://schemas.openxmlformats.org/officeDocument/2006/relationships/customXml" Target="../ink/ink328.xml"/><Relationship Id="rId14" Type="http://schemas.openxmlformats.org/officeDocument/2006/relationships/image" Target="../media/image353.png"/><Relationship Id="rId30" Type="http://schemas.openxmlformats.org/officeDocument/2006/relationships/image" Target="../media/image361.png"/><Relationship Id="rId35" Type="http://schemas.openxmlformats.org/officeDocument/2006/relationships/customXml" Target="../ink/ink336.xml"/><Relationship Id="rId56" Type="http://schemas.openxmlformats.org/officeDocument/2006/relationships/image" Target="../media/image374.png"/><Relationship Id="rId77" Type="http://schemas.openxmlformats.org/officeDocument/2006/relationships/customXml" Target="../ink/ink357.xml"/><Relationship Id="rId100" Type="http://schemas.openxmlformats.org/officeDocument/2006/relationships/image" Target="../media/image396.png"/><Relationship Id="rId105" Type="http://schemas.openxmlformats.org/officeDocument/2006/relationships/customXml" Target="../ink/ink371.xml"/><Relationship Id="rId8" Type="http://schemas.openxmlformats.org/officeDocument/2006/relationships/image" Target="../media/image350.png"/><Relationship Id="rId51" Type="http://schemas.openxmlformats.org/officeDocument/2006/relationships/customXml" Target="../ink/ink344.xml"/><Relationship Id="rId72" Type="http://schemas.openxmlformats.org/officeDocument/2006/relationships/image" Target="../media/image382.png"/><Relationship Id="rId93" Type="http://schemas.openxmlformats.org/officeDocument/2006/relationships/customXml" Target="../ink/ink365.xml"/><Relationship Id="rId98" Type="http://schemas.openxmlformats.org/officeDocument/2006/relationships/image" Target="../media/image395.png"/><Relationship Id="rId3" Type="http://schemas.openxmlformats.org/officeDocument/2006/relationships/image" Target="../media/image1.png"/><Relationship Id="rId25" Type="http://schemas.openxmlformats.org/officeDocument/2006/relationships/customXml" Target="../ink/ink331.xml"/><Relationship Id="rId46" Type="http://schemas.openxmlformats.org/officeDocument/2006/relationships/image" Target="../media/image369.png"/><Relationship Id="rId67" Type="http://schemas.openxmlformats.org/officeDocument/2006/relationships/customXml" Target="../ink/ink352.xml"/><Relationship Id="rId116" Type="http://schemas.openxmlformats.org/officeDocument/2006/relationships/image" Target="../media/image404.png"/><Relationship Id="rId20" Type="http://schemas.openxmlformats.org/officeDocument/2006/relationships/image" Target="../media/image356.png"/><Relationship Id="rId41" Type="http://schemas.openxmlformats.org/officeDocument/2006/relationships/customXml" Target="../ink/ink339.xml"/><Relationship Id="rId62" Type="http://schemas.openxmlformats.org/officeDocument/2006/relationships/image" Target="../media/image377.png"/><Relationship Id="rId83" Type="http://schemas.openxmlformats.org/officeDocument/2006/relationships/customXml" Target="../ink/ink360.xml"/><Relationship Id="rId88" Type="http://schemas.openxmlformats.org/officeDocument/2006/relationships/image" Target="../media/image390.png"/><Relationship Id="rId111" Type="http://schemas.openxmlformats.org/officeDocument/2006/relationships/customXml" Target="../ink/ink37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0.png"/><Relationship Id="rId18" Type="http://schemas.openxmlformats.org/officeDocument/2006/relationships/customXml" Target="../ink/ink383.xml"/><Relationship Id="rId26" Type="http://schemas.openxmlformats.org/officeDocument/2006/relationships/customXml" Target="../ink/ink387.xml"/><Relationship Id="rId39" Type="http://schemas.openxmlformats.org/officeDocument/2006/relationships/image" Target="../media/image423.png"/><Relationship Id="rId21" Type="http://schemas.openxmlformats.org/officeDocument/2006/relationships/image" Target="../media/image414.png"/><Relationship Id="rId34" Type="http://schemas.openxmlformats.org/officeDocument/2006/relationships/customXml" Target="../ink/ink391.xml"/><Relationship Id="rId42" Type="http://schemas.openxmlformats.org/officeDocument/2006/relationships/customXml" Target="../ink/ink395.xml"/><Relationship Id="rId47" Type="http://schemas.openxmlformats.org/officeDocument/2006/relationships/image" Target="../media/image428.png"/><Relationship Id="rId7" Type="http://schemas.openxmlformats.org/officeDocument/2006/relationships/image" Target="../media/image407.png"/><Relationship Id="rId2" Type="http://schemas.openxmlformats.org/officeDocument/2006/relationships/notesSlide" Target="../notesSlides/notesSlide21.xml"/><Relationship Id="rId16" Type="http://schemas.openxmlformats.org/officeDocument/2006/relationships/customXml" Target="../ink/ink382.xml"/><Relationship Id="rId29" Type="http://schemas.openxmlformats.org/officeDocument/2006/relationships/image" Target="../media/image41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77.xml"/><Relationship Id="rId11" Type="http://schemas.openxmlformats.org/officeDocument/2006/relationships/image" Target="../media/image409.png"/><Relationship Id="rId24" Type="http://schemas.openxmlformats.org/officeDocument/2006/relationships/customXml" Target="../ink/ink386.xml"/><Relationship Id="rId32" Type="http://schemas.openxmlformats.org/officeDocument/2006/relationships/customXml" Target="../ink/ink390.xml"/><Relationship Id="rId37" Type="http://schemas.openxmlformats.org/officeDocument/2006/relationships/image" Target="../media/image422.png"/><Relationship Id="rId40" Type="http://schemas.openxmlformats.org/officeDocument/2006/relationships/customXml" Target="../ink/ink394.xml"/><Relationship Id="rId45" Type="http://schemas.openxmlformats.org/officeDocument/2006/relationships/image" Target="../media/image426.png"/><Relationship Id="rId5" Type="http://schemas.openxmlformats.org/officeDocument/2006/relationships/image" Target="../media/image406.jpeg"/><Relationship Id="rId15" Type="http://schemas.openxmlformats.org/officeDocument/2006/relationships/image" Target="../media/image411.png"/><Relationship Id="rId23" Type="http://schemas.openxmlformats.org/officeDocument/2006/relationships/image" Target="../media/image415.png"/><Relationship Id="rId28" Type="http://schemas.openxmlformats.org/officeDocument/2006/relationships/customXml" Target="../ink/ink388.xml"/><Relationship Id="rId36" Type="http://schemas.openxmlformats.org/officeDocument/2006/relationships/customXml" Target="../ink/ink392.xml"/><Relationship Id="rId10" Type="http://schemas.openxmlformats.org/officeDocument/2006/relationships/customXml" Target="../ink/ink379.xml"/><Relationship Id="rId19" Type="http://schemas.openxmlformats.org/officeDocument/2006/relationships/image" Target="../media/image413.png"/><Relationship Id="rId31" Type="http://schemas.openxmlformats.org/officeDocument/2006/relationships/image" Target="../media/image419.png"/><Relationship Id="rId44" Type="http://schemas.openxmlformats.org/officeDocument/2006/relationships/customXml" Target="../ink/ink396.xml"/><Relationship Id="rId4" Type="http://schemas.openxmlformats.org/officeDocument/2006/relationships/image" Target="../media/image1.png"/><Relationship Id="rId9" Type="http://schemas.openxmlformats.org/officeDocument/2006/relationships/image" Target="../media/image408.png"/><Relationship Id="rId14" Type="http://schemas.openxmlformats.org/officeDocument/2006/relationships/customXml" Target="../ink/ink381.xml"/><Relationship Id="rId22" Type="http://schemas.openxmlformats.org/officeDocument/2006/relationships/customXml" Target="../ink/ink385.xml"/><Relationship Id="rId27" Type="http://schemas.openxmlformats.org/officeDocument/2006/relationships/image" Target="../media/image417.png"/><Relationship Id="rId30" Type="http://schemas.openxmlformats.org/officeDocument/2006/relationships/customXml" Target="../ink/ink389.xml"/><Relationship Id="rId35" Type="http://schemas.openxmlformats.org/officeDocument/2006/relationships/image" Target="../media/image421.png"/><Relationship Id="rId43" Type="http://schemas.openxmlformats.org/officeDocument/2006/relationships/image" Target="../media/image425.png"/><Relationship Id="rId48" Type="http://schemas.openxmlformats.org/officeDocument/2006/relationships/image" Target="../media/image429.png"/><Relationship Id="rId8" Type="http://schemas.openxmlformats.org/officeDocument/2006/relationships/customXml" Target="../ink/ink378.xml"/><Relationship Id="rId3" Type="http://schemas.openxmlformats.org/officeDocument/2006/relationships/image" Target="../media/image405.png"/><Relationship Id="rId12" Type="http://schemas.openxmlformats.org/officeDocument/2006/relationships/customXml" Target="../ink/ink380.xml"/><Relationship Id="rId17" Type="http://schemas.openxmlformats.org/officeDocument/2006/relationships/image" Target="../media/image412.png"/><Relationship Id="rId25" Type="http://schemas.openxmlformats.org/officeDocument/2006/relationships/image" Target="../media/image416.png"/><Relationship Id="rId33" Type="http://schemas.openxmlformats.org/officeDocument/2006/relationships/image" Target="../media/image420.png"/><Relationship Id="rId38" Type="http://schemas.openxmlformats.org/officeDocument/2006/relationships/customXml" Target="../ink/ink393.xml"/><Relationship Id="rId46" Type="http://schemas.openxmlformats.org/officeDocument/2006/relationships/image" Target="../media/image427.png"/><Relationship Id="rId20" Type="http://schemas.openxmlformats.org/officeDocument/2006/relationships/customXml" Target="../ink/ink384.xml"/><Relationship Id="rId41" Type="http://schemas.openxmlformats.org/officeDocument/2006/relationships/image" Target="../media/image42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2.png"/><Relationship Id="rId13" Type="http://schemas.openxmlformats.org/officeDocument/2006/relationships/customXml" Target="../ink/ink401.xml"/><Relationship Id="rId18" Type="http://schemas.openxmlformats.org/officeDocument/2006/relationships/image" Target="../media/image437.png"/><Relationship Id="rId3" Type="http://schemas.openxmlformats.org/officeDocument/2006/relationships/image" Target="../media/image430.png"/><Relationship Id="rId21" Type="http://schemas.openxmlformats.org/officeDocument/2006/relationships/image" Target="../media/image439.png"/><Relationship Id="rId7" Type="http://schemas.openxmlformats.org/officeDocument/2006/relationships/customXml" Target="../ink/ink398.xml"/><Relationship Id="rId12" Type="http://schemas.openxmlformats.org/officeDocument/2006/relationships/image" Target="../media/image434.png"/><Relationship Id="rId17" Type="http://schemas.openxmlformats.org/officeDocument/2006/relationships/customXml" Target="../ink/ink403.xml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436.png"/><Relationship Id="rId20" Type="http://schemas.openxmlformats.org/officeDocument/2006/relationships/image" Target="../media/image4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1.png"/><Relationship Id="rId11" Type="http://schemas.openxmlformats.org/officeDocument/2006/relationships/customXml" Target="../ink/ink400.xml"/><Relationship Id="rId5" Type="http://schemas.openxmlformats.org/officeDocument/2006/relationships/customXml" Target="../ink/ink397.xml"/><Relationship Id="rId15" Type="http://schemas.openxmlformats.org/officeDocument/2006/relationships/customXml" Target="../ink/ink402.xml"/><Relationship Id="rId10" Type="http://schemas.openxmlformats.org/officeDocument/2006/relationships/image" Target="../media/image433.png"/><Relationship Id="rId19" Type="http://schemas.openxmlformats.org/officeDocument/2006/relationships/customXml" Target="../ink/ink404.xml"/><Relationship Id="rId4" Type="http://schemas.openxmlformats.org/officeDocument/2006/relationships/image" Target="../media/image1.png"/><Relationship Id="rId9" Type="http://schemas.openxmlformats.org/officeDocument/2006/relationships/customXml" Target="../ink/ink399.xml"/><Relationship Id="rId14" Type="http://schemas.openxmlformats.org/officeDocument/2006/relationships/image" Target="../media/image4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0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09.xml"/><Relationship Id="rId18" Type="http://schemas.openxmlformats.org/officeDocument/2006/relationships/image" Target="../media/image448.png"/><Relationship Id="rId26" Type="http://schemas.openxmlformats.org/officeDocument/2006/relationships/customXml" Target="../ink/ink417.xml"/><Relationship Id="rId3" Type="http://schemas.openxmlformats.org/officeDocument/2006/relationships/image" Target="../media/image1.png"/><Relationship Id="rId21" Type="http://schemas.openxmlformats.org/officeDocument/2006/relationships/image" Target="../media/image450.png"/><Relationship Id="rId34" Type="http://schemas.openxmlformats.org/officeDocument/2006/relationships/customXml" Target="../ink/ink425.xml"/><Relationship Id="rId7" Type="http://schemas.openxmlformats.org/officeDocument/2006/relationships/customXml" Target="../ink/ink406.xml"/><Relationship Id="rId12" Type="http://schemas.openxmlformats.org/officeDocument/2006/relationships/image" Target="../media/image445.png"/><Relationship Id="rId17" Type="http://schemas.openxmlformats.org/officeDocument/2006/relationships/customXml" Target="../ink/ink411.xml"/><Relationship Id="rId25" Type="http://schemas.openxmlformats.org/officeDocument/2006/relationships/customXml" Target="../ink/ink416.xml"/><Relationship Id="rId33" Type="http://schemas.openxmlformats.org/officeDocument/2006/relationships/customXml" Target="../ink/ink424.xml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447.png"/><Relationship Id="rId20" Type="http://schemas.openxmlformats.org/officeDocument/2006/relationships/image" Target="../media/image449.png"/><Relationship Id="rId29" Type="http://schemas.openxmlformats.org/officeDocument/2006/relationships/customXml" Target="../ink/ink4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2.png"/><Relationship Id="rId11" Type="http://schemas.openxmlformats.org/officeDocument/2006/relationships/customXml" Target="../ink/ink408.xml"/><Relationship Id="rId24" Type="http://schemas.openxmlformats.org/officeDocument/2006/relationships/customXml" Target="../ink/ink415.xml"/><Relationship Id="rId32" Type="http://schemas.openxmlformats.org/officeDocument/2006/relationships/customXml" Target="../ink/ink423.xml"/><Relationship Id="rId5" Type="http://schemas.openxmlformats.org/officeDocument/2006/relationships/customXml" Target="../ink/ink405.xml"/><Relationship Id="rId15" Type="http://schemas.openxmlformats.org/officeDocument/2006/relationships/customXml" Target="../ink/ink410.xml"/><Relationship Id="rId23" Type="http://schemas.openxmlformats.org/officeDocument/2006/relationships/customXml" Target="../ink/ink414.xml"/><Relationship Id="rId28" Type="http://schemas.openxmlformats.org/officeDocument/2006/relationships/customXml" Target="../ink/ink419.xml"/><Relationship Id="rId10" Type="http://schemas.openxmlformats.org/officeDocument/2006/relationships/image" Target="../media/image444.png"/><Relationship Id="rId19" Type="http://schemas.openxmlformats.org/officeDocument/2006/relationships/customXml" Target="../ink/ink412.xml"/><Relationship Id="rId31" Type="http://schemas.openxmlformats.org/officeDocument/2006/relationships/customXml" Target="../ink/ink422.xml"/><Relationship Id="rId4" Type="http://schemas.openxmlformats.org/officeDocument/2006/relationships/image" Target="../media/image441.jpeg"/><Relationship Id="rId9" Type="http://schemas.openxmlformats.org/officeDocument/2006/relationships/customXml" Target="../ink/ink407.xml"/><Relationship Id="rId14" Type="http://schemas.openxmlformats.org/officeDocument/2006/relationships/image" Target="../media/image446.png"/><Relationship Id="rId22" Type="http://schemas.openxmlformats.org/officeDocument/2006/relationships/customXml" Target="../ink/ink413.xml"/><Relationship Id="rId27" Type="http://schemas.openxmlformats.org/officeDocument/2006/relationships/customXml" Target="../ink/ink418.xml"/><Relationship Id="rId30" Type="http://schemas.openxmlformats.org/officeDocument/2006/relationships/customXml" Target="../ink/ink421.xml"/><Relationship Id="rId35" Type="http://schemas.openxmlformats.org/officeDocument/2006/relationships/customXml" Target="../ink/ink426.xml"/><Relationship Id="rId8" Type="http://schemas.openxmlformats.org/officeDocument/2006/relationships/image" Target="../media/image4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1.pn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31.xml"/><Relationship Id="rId18" Type="http://schemas.openxmlformats.org/officeDocument/2006/relationships/image" Target="../media/image459.png"/><Relationship Id="rId26" Type="http://schemas.openxmlformats.org/officeDocument/2006/relationships/image" Target="../media/image463.png"/><Relationship Id="rId3" Type="http://schemas.openxmlformats.org/officeDocument/2006/relationships/image" Target="../media/image1.png"/><Relationship Id="rId21" Type="http://schemas.openxmlformats.org/officeDocument/2006/relationships/customXml" Target="../ink/ink435.xml"/><Relationship Id="rId7" Type="http://schemas.openxmlformats.org/officeDocument/2006/relationships/customXml" Target="../ink/ink428.xml"/><Relationship Id="rId12" Type="http://schemas.openxmlformats.org/officeDocument/2006/relationships/image" Target="../media/image456.png"/><Relationship Id="rId17" Type="http://schemas.openxmlformats.org/officeDocument/2006/relationships/customXml" Target="../ink/ink433.xml"/><Relationship Id="rId25" Type="http://schemas.openxmlformats.org/officeDocument/2006/relationships/customXml" Target="../ink/ink437.xml"/><Relationship Id="rId33" Type="http://schemas.openxmlformats.org/officeDocument/2006/relationships/image" Target="../media/image467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458.png"/><Relationship Id="rId20" Type="http://schemas.openxmlformats.org/officeDocument/2006/relationships/image" Target="../media/image460.png"/><Relationship Id="rId29" Type="http://schemas.openxmlformats.org/officeDocument/2006/relationships/customXml" Target="../ink/ink4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3.png"/><Relationship Id="rId11" Type="http://schemas.openxmlformats.org/officeDocument/2006/relationships/customXml" Target="../ink/ink430.xml"/><Relationship Id="rId24" Type="http://schemas.openxmlformats.org/officeDocument/2006/relationships/image" Target="../media/image462.png"/><Relationship Id="rId32" Type="http://schemas.openxmlformats.org/officeDocument/2006/relationships/image" Target="../media/image466.png"/><Relationship Id="rId5" Type="http://schemas.openxmlformats.org/officeDocument/2006/relationships/customXml" Target="../ink/ink427.xml"/><Relationship Id="rId15" Type="http://schemas.openxmlformats.org/officeDocument/2006/relationships/customXml" Target="../ink/ink432.xml"/><Relationship Id="rId23" Type="http://schemas.openxmlformats.org/officeDocument/2006/relationships/customXml" Target="../ink/ink436.xml"/><Relationship Id="rId28" Type="http://schemas.openxmlformats.org/officeDocument/2006/relationships/image" Target="../media/image464.png"/><Relationship Id="rId10" Type="http://schemas.openxmlformats.org/officeDocument/2006/relationships/image" Target="../media/image455.png"/><Relationship Id="rId19" Type="http://schemas.openxmlformats.org/officeDocument/2006/relationships/customXml" Target="../ink/ink434.xml"/><Relationship Id="rId31" Type="http://schemas.openxmlformats.org/officeDocument/2006/relationships/customXml" Target="../ink/ink440.xml"/><Relationship Id="rId4" Type="http://schemas.openxmlformats.org/officeDocument/2006/relationships/image" Target="../media/image452.jpeg"/><Relationship Id="rId9" Type="http://schemas.openxmlformats.org/officeDocument/2006/relationships/customXml" Target="../ink/ink429.xml"/><Relationship Id="rId14" Type="http://schemas.openxmlformats.org/officeDocument/2006/relationships/image" Target="../media/image457.png"/><Relationship Id="rId22" Type="http://schemas.openxmlformats.org/officeDocument/2006/relationships/image" Target="../media/image461.png"/><Relationship Id="rId27" Type="http://schemas.openxmlformats.org/officeDocument/2006/relationships/customXml" Target="../ink/ink438.xml"/><Relationship Id="rId30" Type="http://schemas.openxmlformats.org/officeDocument/2006/relationships/image" Target="../media/image465.png"/><Relationship Id="rId8" Type="http://schemas.openxmlformats.org/officeDocument/2006/relationships/image" Target="../media/image4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5"/>
            <a:ext cx="10287000" cy="6858000"/>
          </a:xfrm>
          <a:prstGeom prst="rect">
            <a:avLst/>
          </a:prstGeom>
        </p:spPr>
      </p:pic>
      <p:sp>
        <p:nvSpPr>
          <p:cNvPr id="3" name="Rectángulo 3"/>
          <p:cNvSpPr/>
          <p:nvPr/>
        </p:nvSpPr>
        <p:spPr>
          <a:xfrm rot="5400013">
            <a:off x="-182028" y="164252"/>
            <a:ext cx="6858000" cy="6529551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</a:endParaRPr>
          </a:p>
        </p:txBody>
      </p:sp>
      <p:sp>
        <p:nvSpPr>
          <p:cNvPr id="4" name="CuadroTexto 4"/>
          <p:cNvSpPr txBox="1"/>
          <p:nvPr/>
        </p:nvSpPr>
        <p:spPr>
          <a:xfrm>
            <a:off x="-17816" y="3198400"/>
            <a:ext cx="6529563" cy="2308324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3600" b="0" i="0" u="none" strike="noStrike" kern="1200" cap="none" spc="0">
                <a:solidFill>
                  <a:srgbClr val="FFFFFF"/>
                </a:solidFill>
                <a:uFillTx/>
                <a:ea typeface="Tahoma" panose="020B0604030504040204" pitchFamily="34" charset="0"/>
                <a:cs typeface="Tahoma" panose="020B0604030504040204" pitchFamily="34" charset="0"/>
              </a:rPr>
              <a:t>Práctica 2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36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</a:p>
        </p:txBody>
      </p:sp>
      <p:sp>
        <p:nvSpPr>
          <p:cNvPr id="5" name="CuadroTexto 6"/>
          <p:cNvSpPr txBox="1"/>
          <p:nvPr/>
        </p:nvSpPr>
        <p:spPr>
          <a:xfrm>
            <a:off x="3714771" y="5997703"/>
            <a:ext cx="2601157" cy="369332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Curso 2024/25</a:t>
            </a:r>
            <a:endParaRPr lang="es-ES" sz="11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503" y="2343338"/>
            <a:ext cx="2771775" cy="723900"/>
          </a:xfrm>
          <a:prstGeom prst="rect">
            <a:avLst/>
          </a:prstGeom>
        </p:spPr>
      </p:pic>
      <p:sp>
        <p:nvSpPr>
          <p:cNvPr id="10" name="CuadroTexto 4"/>
          <p:cNvSpPr txBox="1"/>
          <p:nvPr/>
        </p:nvSpPr>
        <p:spPr>
          <a:xfrm>
            <a:off x="-17816" y="1229872"/>
            <a:ext cx="6529563" cy="646331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3600" b="0" i="0" u="none" strike="noStrike" kern="1200" cap="none" spc="0">
                <a:solidFill>
                  <a:srgbClr val="FFFFFF"/>
                </a:solidFill>
                <a:uFillTx/>
                <a:ea typeface="Tahoma" panose="020B0604030504040204" pitchFamily="34" charset="0"/>
                <a:cs typeface="Tahoma" panose="020B0604030504040204" pitchFamily="34" charset="0"/>
              </a:rPr>
              <a:t>Bases de Datos</a:t>
            </a:r>
            <a:endParaRPr lang="es-ES" sz="3600">
              <a:solidFill>
                <a:srgbClr val="FFFFFF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CuadroTexto 7">
            <a:extLst>
              <a:ext uri="{FF2B5EF4-FFF2-40B4-BE49-F238E27FC236}">
                <a16:creationId xmlns:a16="http://schemas.microsoft.com/office/drawing/2014/main" id="{DFD0638C-48C9-23A7-2B6E-3F1CCF6F9600}"/>
              </a:ext>
            </a:extLst>
          </p:cNvPr>
          <p:cNvSpPr txBox="1"/>
          <p:nvPr/>
        </p:nvSpPr>
        <p:spPr>
          <a:xfrm>
            <a:off x="-17817" y="291778"/>
            <a:ext cx="6529563" cy="861774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0" i="0" u="none" strike="noStrike" kern="1200" cap="none" spc="0" baseline="0">
                <a:solidFill>
                  <a:srgbClr val="FFFFFF"/>
                </a:solidFill>
                <a:uFillTx/>
                <a:ea typeface="Tahoma" panose="020B0604030504040204" pitchFamily="34" charset="0"/>
                <a:cs typeface="Tahoma" panose="020B0604030504040204" pitchFamily="34" charset="0"/>
              </a:rPr>
              <a:t>Grado en Ingeniería del Software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Doble Grado en Matemática Computacional e Ingeniería del Software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0" i="0" u="none" strike="noStrike" kern="1200" cap="none" spc="0" baseline="0">
                <a:solidFill>
                  <a:srgbClr val="FFFFFF"/>
                </a:solidFill>
                <a:uFillTx/>
                <a:ea typeface="Tahoma" panose="020B0604030504040204" pitchFamily="34" charset="0"/>
                <a:cs typeface="Tahoma" panose="020B0604030504040204" pitchFamily="34" charset="0"/>
              </a:rPr>
              <a:t>Doble Grado en Física Computacional e Ingeniería de Software</a:t>
            </a:r>
          </a:p>
        </p:txBody>
      </p:sp>
      <p:sp>
        <p:nvSpPr>
          <p:cNvPr id="6" name="CuadroTexto 8">
            <a:extLst>
              <a:ext uri="{FF2B5EF4-FFF2-40B4-BE49-F238E27FC236}">
                <a16:creationId xmlns:a16="http://schemas.microsoft.com/office/drawing/2014/main" id="{2DDA79D5-9121-ED24-7341-A725B6C719D1}"/>
              </a:ext>
            </a:extLst>
          </p:cNvPr>
          <p:cNvSpPr txBox="1"/>
          <p:nvPr/>
        </p:nvSpPr>
        <p:spPr>
          <a:xfrm>
            <a:off x="198766" y="5792425"/>
            <a:ext cx="5593966" cy="92333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b="0" i="0" u="none" strike="noStrike" kern="1200" cap="none" spc="0" baseline="0">
                <a:solidFill>
                  <a:srgbClr val="FFFFFF"/>
                </a:solidFill>
                <a:uFillTx/>
                <a:ea typeface="Tahoma" panose="020B0604030504040204" pitchFamily="34" charset="0"/>
                <a:cs typeface="Tahoma" panose="020B0604030504040204" pitchFamily="34" charset="0"/>
              </a:rPr>
              <a:t>Rafael Socas Gutiérrez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b="0" i="0" u="none" strike="noStrike" kern="1200" cap="none" spc="0" baseline="0">
                <a:solidFill>
                  <a:srgbClr val="FFFFFF"/>
                </a:solidFill>
                <a:uFillTx/>
                <a:ea typeface="Tahoma" panose="020B0604030504040204" pitchFamily="34" charset="0"/>
                <a:cs typeface="Tahoma" panose="020B0604030504040204" pitchFamily="34" charset="0"/>
              </a:rPr>
              <a:t>Amador Maho Etohá</a:t>
            </a:r>
            <a:endParaRPr lang="es-ES" sz="1100">
              <a:solidFill>
                <a:srgbClr val="FFFFFF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Ana Isabel Sánchez González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/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CuadroTexto 86"/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9" name="Rectángulo redondeado 7"/>
          <p:cNvSpPr/>
          <p:nvPr/>
        </p:nvSpPr>
        <p:spPr>
          <a:xfrm>
            <a:off x="182424" y="908005"/>
            <a:ext cx="3927938" cy="494667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algn="ctr"/>
            <a:r>
              <a:rPr lang="es-ES" sz="2400" b="1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Datos de los Alumnos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801795"/>
              </p:ext>
            </p:extLst>
          </p:nvPr>
        </p:nvGraphicFramePr>
        <p:xfrm>
          <a:off x="2031540" y="1648369"/>
          <a:ext cx="8127999" cy="14782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925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Nombre y Apellidos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/>
                        <a:t>Diego Jaime Vega Sánchez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/>
                        <a:t>Matías </a:t>
                      </a:r>
                      <a:r>
                        <a:rPr lang="es-ES" b="1" err="1"/>
                        <a:t>Svriz</a:t>
                      </a:r>
                      <a:endParaRPr lang="es-E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/>
                        <a:t>Víctor Manuel Peiró Martínez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ectángulo redondeado 7"/>
          <p:cNvSpPr/>
          <p:nvPr/>
        </p:nvSpPr>
        <p:spPr>
          <a:xfrm>
            <a:off x="182424" y="3372346"/>
            <a:ext cx="3927938" cy="494667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algn="ctr"/>
            <a:r>
              <a:rPr lang="es-ES" sz="2400" b="1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Instrucciones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398446" y="3935074"/>
            <a:ext cx="11533142" cy="269073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lvl="0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2000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Completa la práctica en este mismo </a:t>
            </a:r>
            <a:r>
              <a:rPr lang="es-ES" sz="2000" err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Power</a:t>
            </a:r>
            <a:r>
              <a:rPr lang="es-ES" sz="2000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Point rellenando las páginas en blanco o incluyendo más páginas si necesita más espacio para los pantallazos y las explicaciones.</a:t>
            </a:r>
          </a:p>
          <a:p>
            <a:pPr marL="285750" lvl="0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2000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Una vez completado el </a:t>
            </a:r>
            <a:r>
              <a:rPr lang="es-ES" sz="2000" err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Power</a:t>
            </a:r>
            <a:r>
              <a:rPr lang="es-ES" sz="2000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Point, guárdalo en formato </a:t>
            </a:r>
            <a:r>
              <a:rPr lang="es-ES" sz="2000" err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pdf</a:t>
            </a:r>
            <a:r>
              <a:rPr lang="es-ES" sz="2000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ES" sz="2000" b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la plataforma Black </a:t>
            </a:r>
            <a:r>
              <a:rPr lang="es-ES" sz="2000" b="1" err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Board</a:t>
            </a:r>
            <a:r>
              <a:rPr lang="es-ES" sz="2000" b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sube el </a:t>
            </a:r>
            <a:r>
              <a:rPr lang="es-ES" sz="2000" b="1" err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pdf</a:t>
            </a:r>
            <a:r>
              <a:rPr lang="es-ES" sz="2000" b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resultante.</a:t>
            </a:r>
          </a:p>
          <a:p>
            <a:pPr marL="285750" lvl="0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2000" b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IMPORTANTE: </a:t>
            </a:r>
            <a:r>
              <a:rPr lang="es-ES" sz="2000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adjunta también </a:t>
            </a:r>
            <a:r>
              <a:rPr lang="es-ES" sz="2000" b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fichero de texto con todo el código de los diferentes ejercicios.</a:t>
            </a:r>
          </a:p>
          <a:p>
            <a:pPr marL="285750" lvl="0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2000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Rellene el nombre/apellidos y el curso de los participantes del grupo.</a:t>
            </a:r>
          </a:p>
          <a:p>
            <a:pPr marL="285750" lvl="0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2000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Fecha máxima de entrega: </a:t>
            </a:r>
            <a:r>
              <a:rPr lang="es-ES" sz="20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Domingo</a:t>
            </a:r>
            <a:r>
              <a:rPr lang="es-ES" sz="20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0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27 de Abril del 2025 a las 23:59</a:t>
            </a:r>
          </a:p>
        </p:txBody>
      </p:sp>
    </p:spTree>
    <p:extLst>
      <p:ext uri="{BB962C8B-B14F-4D97-AF65-F5344CB8AC3E}">
        <p14:creationId xmlns:p14="http://schemas.microsoft.com/office/powerpoint/2010/main" val="4172657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/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32" name="Rectángulo 31"/>
          <p:cNvSpPr/>
          <p:nvPr/>
        </p:nvSpPr>
        <p:spPr>
          <a:xfrm>
            <a:off x="182423" y="1758758"/>
            <a:ext cx="11465633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r>
              <a:rPr lang="es-ES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dispone también de la BBDD </a:t>
            </a:r>
            <a:r>
              <a:rPr lang="es-ES" b="1" err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classicmodels</a:t>
            </a:r>
            <a:r>
              <a:rPr lang="es-ES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es la BBDD de ejemplo del tutorial de MySQL (</a:t>
            </a:r>
            <a:r>
              <a:rPr lang="es-ES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https://www.mysqltutorial.org/mysql-sample-database.aspx</a:t>
            </a:r>
            <a:r>
              <a:rPr lang="es-ES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cuyo </a:t>
            </a:r>
            <a:r>
              <a:rPr lang="es-ES" b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Esquema</a:t>
            </a:r>
            <a:r>
              <a:rPr lang="es-ES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 presenta a continuación:</a:t>
            </a:r>
          </a:p>
        </p:txBody>
      </p:sp>
      <p:sp>
        <p:nvSpPr>
          <p:cNvPr id="36" name="Rectángulo redondeado 7"/>
          <p:cNvSpPr/>
          <p:nvPr/>
        </p:nvSpPr>
        <p:spPr>
          <a:xfrm>
            <a:off x="182423" y="908005"/>
            <a:ext cx="4870007" cy="693915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algn="ctr"/>
            <a:r>
              <a:rPr lang="es-ES" sz="2400" b="1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Enunciado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389B695-C282-463C-AACB-0A7DBA60A0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556" y="2791314"/>
            <a:ext cx="4813851" cy="2446476"/>
          </a:xfrm>
          <a:prstGeom prst="rect">
            <a:avLst/>
          </a:prstGeom>
        </p:spPr>
      </p:pic>
      <p:sp>
        <p:nvSpPr>
          <p:cNvPr id="11" name="Rectángulo 31"/>
          <p:cNvSpPr/>
          <p:nvPr/>
        </p:nvSpPr>
        <p:spPr>
          <a:xfrm>
            <a:off x="255436" y="5347774"/>
            <a:ext cx="503255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Cargue esta BBDD en </a:t>
            </a:r>
            <a:r>
              <a:rPr lang="es-ES" b="1" err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s-ES" b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usando el fichero </a:t>
            </a:r>
            <a:r>
              <a:rPr lang="es-ES" b="1" err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mysqlsampledatabase.sql</a:t>
            </a:r>
            <a:r>
              <a:rPr lang="es-ES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se adjunta.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1959" y="2443817"/>
            <a:ext cx="4827355" cy="3919834"/>
          </a:xfrm>
          <a:prstGeom prst="rect">
            <a:avLst/>
          </a:prstGeom>
        </p:spPr>
      </p:pic>
      <p:sp>
        <p:nvSpPr>
          <p:cNvPr id="7" name="CuadroTexto 86">
            <a:extLst>
              <a:ext uri="{FF2B5EF4-FFF2-40B4-BE49-F238E27FC236}">
                <a16:creationId xmlns:a16="http://schemas.microsoft.com/office/drawing/2014/main" id="{48A59454-9F7D-0BB5-2DE0-9449065765F3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391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/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32" name="Rectángulo 31"/>
          <p:cNvSpPr/>
          <p:nvPr/>
        </p:nvSpPr>
        <p:spPr>
          <a:xfrm>
            <a:off x="182423" y="1758758"/>
            <a:ext cx="11465633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r>
              <a:rPr lang="es-ES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dispone de la BBDD </a:t>
            </a:r>
            <a:r>
              <a:rPr lang="es-ES" b="1" err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university</a:t>
            </a:r>
            <a:r>
              <a:rPr lang="es-ES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la Universidad de Yale (https://www.yale.edu/) cuyo </a:t>
            </a:r>
            <a:r>
              <a:rPr lang="es-ES" b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Esquema</a:t>
            </a:r>
            <a:r>
              <a:rPr lang="es-ES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 presenta a continuación:</a:t>
            </a:r>
          </a:p>
        </p:txBody>
      </p:sp>
      <p:sp>
        <p:nvSpPr>
          <p:cNvPr id="36" name="Rectángulo redondeado 7"/>
          <p:cNvSpPr/>
          <p:nvPr/>
        </p:nvSpPr>
        <p:spPr>
          <a:xfrm>
            <a:off x="182423" y="908005"/>
            <a:ext cx="4870007" cy="693915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algn="ctr"/>
            <a:r>
              <a:rPr lang="es-ES" sz="2400" b="1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Enunciado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448" y="2460514"/>
            <a:ext cx="4551636" cy="2113410"/>
          </a:xfrm>
          <a:prstGeom prst="rect">
            <a:avLst/>
          </a:prstGeom>
        </p:spPr>
      </p:pic>
      <p:cxnSp>
        <p:nvCxnSpPr>
          <p:cNvPr id="7" name="Conector recto 6"/>
          <p:cNvCxnSpPr/>
          <p:nvPr/>
        </p:nvCxnSpPr>
        <p:spPr>
          <a:xfrm>
            <a:off x="5526741" y="5523379"/>
            <a:ext cx="632012" cy="67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ángulo 31"/>
          <p:cNvSpPr/>
          <p:nvPr/>
        </p:nvSpPr>
        <p:spPr>
          <a:xfrm>
            <a:off x="324448" y="4916453"/>
            <a:ext cx="4551636" cy="981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Cargue esta BBDD en </a:t>
            </a:r>
            <a:r>
              <a:rPr lang="es-ES" b="1" err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MySQL</a:t>
            </a:r>
            <a:r>
              <a:rPr lang="es-ES" b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usando los ficheros </a:t>
            </a:r>
            <a:r>
              <a:rPr lang="es-ES" b="1" err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DDL.sql</a:t>
            </a:r>
            <a:r>
              <a:rPr lang="es-ES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 </a:t>
            </a:r>
            <a:r>
              <a:rPr lang="es-ES" b="1" err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smallRelationsInsertFile.sql</a:t>
            </a:r>
            <a:r>
              <a:rPr lang="es-ES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se adjuntan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701" y="2101287"/>
            <a:ext cx="7008054" cy="4185261"/>
          </a:xfrm>
          <a:prstGeom prst="rect">
            <a:avLst/>
          </a:prstGeom>
        </p:spPr>
      </p:pic>
      <p:sp>
        <p:nvSpPr>
          <p:cNvPr id="5" name="CuadroTexto 86">
            <a:extLst>
              <a:ext uri="{FF2B5EF4-FFF2-40B4-BE49-F238E27FC236}">
                <a16:creationId xmlns:a16="http://schemas.microsoft.com/office/drawing/2014/main" id="{A64C2FD0-79F6-6143-D1B7-4EEA5105D5F3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977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/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214588" y="1279364"/>
            <a:ext cx="11536653" cy="4734566"/>
          </a:xfrm>
          <a:prstGeom prst="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lnSpc>
                <a:spcPct val="107000"/>
              </a:lnSpc>
              <a:spcAft>
                <a:spcPts val="600"/>
              </a:spcAft>
              <a:buAutoNum type="arabicParenR"/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PREGUNTA: 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realizar un </a:t>
            </a: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Script en Python que acceda a la Base de Datos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classicmodels</a:t>
            </a: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y presente las siguientes funcionalidades:</a:t>
            </a:r>
          </a:p>
          <a:p>
            <a:pPr marL="800100" lvl="1" indent="-342900" algn="just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Un menú que permita entre otras opciones </a:t>
            </a:r>
            <a:r>
              <a:rPr lang="es-ES" b="1">
                <a:solidFill>
                  <a:srgbClr val="FF0000"/>
                </a:solidFill>
                <a:latin typeface="Calibri"/>
                <a:ea typeface="Calibri" panose="020F0502020204030204" pitchFamily="34" charset="0"/>
                <a:cs typeface="Times New Roman"/>
              </a:rPr>
              <a:t>(1 punto)</a:t>
            </a: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:</a:t>
            </a:r>
          </a:p>
          <a:p>
            <a:pPr marL="1200150" lvl="2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Pida un (usuario, </a:t>
            </a:r>
            <a:r>
              <a:rPr lang="es-ES" sz="1600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password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) definido en la Base de Datos </a:t>
            </a:r>
            <a:r>
              <a:rPr lang="es-ES" sz="1600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classicmodels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que tenga como mínimo privilegios de consulta.</a:t>
            </a:r>
          </a:p>
          <a:p>
            <a:pPr marL="1200150" lvl="2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Permita hacer la conexión a esa Base de Datos (puede ser en el mismo host, “localhost”).</a:t>
            </a:r>
          </a:p>
          <a:p>
            <a:pPr marL="1200150" lvl="2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Realice las consultas sobre los empleados y clientes que se describirán en el siguiente </a:t>
            </a:r>
            <a:r>
              <a:rPr lang="es-ES" sz="1600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punto b).</a:t>
            </a:r>
          </a:p>
          <a:p>
            <a:pPr marL="1200150" lvl="2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Disponga de una opción para borrar pantalla y otra para salir de la aplicación.</a:t>
            </a:r>
          </a:p>
          <a:p>
            <a:pPr marL="800100" lvl="1" indent="-342900" algn="just">
              <a:lnSpc>
                <a:spcPct val="107000"/>
              </a:lnSpc>
              <a:spcAft>
                <a:spcPts val="600"/>
              </a:spcAft>
              <a:buFont typeface="+mj-lt"/>
              <a:buAutoNum type="alphaLcPeriod"/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Haya en el menú dos opciones para que presenten los siguientes datos </a:t>
            </a:r>
            <a:r>
              <a:rPr lang="es-ES" b="1">
                <a:solidFill>
                  <a:srgbClr val="FF0000"/>
                </a:solidFill>
                <a:latin typeface="Calibri"/>
                <a:ea typeface="Calibri" panose="020F0502020204030204" pitchFamily="34" charset="0"/>
                <a:cs typeface="Times New Roman"/>
              </a:rPr>
              <a:t>(2 puntos)</a:t>
            </a: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:</a:t>
            </a:r>
          </a:p>
          <a:p>
            <a:pPr marL="1200150" lvl="2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Presentar el listado de los directivos de la empresa </a:t>
            </a:r>
            <a:r>
              <a:rPr lang="es-ES" sz="1600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Classic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</a:t>
            </a:r>
            <a:r>
              <a:rPr lang="es-ES" sz="1600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Model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mostrando su </a:t>
            </a:r>
            <a:r>
              <a:rPr lang="es-ES" sz="1600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Id de empleado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, </a:t>
            </a:r>
            <a:r>
              <a:rPr lang="es-ES" sz="1600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apellido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, </a:t>
            </a:r>
            <a:r>
              <a:rPr lang="es-ES" sz="1600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nombre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, </a:t>
            </a:r>
            <a:r>
              <a:rPr lang="es-ES" sz="1600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email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y </a:t>
            </a:r>
            <a:r>
              <a:rPr lang="es-ES" sz="1600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puesto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que ocupa en la empresa</a:t>
            </a:r>
          </a:p>
          <a:p>
            <a:pPr marL="1200150" lvl="2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El Top 10 de los clientes que más pagos hacen a la empresa ordenados de mayor a menor. En este caso basta con presentar el </a:t>
            </a:r>
            <a:r>
              <a:rPr lang="es-ES" sz="1600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Id del cliente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, el </a:t>
            </a:r>
            <a:r>
              <a:rPr lang="es-ES" sz="1600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nombre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y </a:t>
            </a:r>
            <a:r>
              <a:rPr lang="es-ES" sz="1600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total de los pagos 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que ha realizado.</a:t>
            </a:r>
          </a:p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endParaRPr lang="es-ES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(IMPORTATE: No es necesario hacer el control de errores en el Script, pero si se implementa será valorado)</a:t>
            </a:r>
            <a:endParaRPr lang="es-ES" b="1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214588" y="827489"/>
            <a:ext cx="11536653" cy="3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Acceso a Bases de Datos con Python</a:t>
            </a:r>
            <a:endParaRPr lang="es-ES">
              <a:solidFill>
                <a:srgbClr val="004A99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86">
            <a:extLst>
              <a:ext uri="{FF2B5EF4-FFF2-40B4-BE49-F238E27FC236}">
                <a16:creationId xmlns:a16="http://schemas.microsoft.com/office/drawing/2014/main" id="{C1D9F011-92F6-63EF-1C20-AEE1113AD300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233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/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214588" y="1279364"/>
            <a:ext cx="11536653" cy="5228547"/>
          </a:xfrm>
          <a:prstGeom prst="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>Sugerencias de cómo podría funcionar el Script planteado</a:t>
            </a:r>
          </a:p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endParaRPr lang="es-ES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endParaRPr lang="es-ES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endParaRPr lang="es-ES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endParaRPr lang="es-ES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endParaRPr lang="es-ES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endParaRPr lang="es-ES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endParaRPr lang="es-ES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endParaRPr lang="es-ES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endParaRPr lang="es-ES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endParaRPr lang="es-ES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endParaRPr lang="es-ES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endParaRPr lang="es-ES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endParaRPr lang="es-ES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214588" y="827489"/>
            <a:ext cx="11536653" cy="3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Acceso a Bases de Datos con Python</a:t>
            </a:r>
            <a:endParaRPr lang="es-ES">
              <a:solidFill>
                <a:srgbClr val="004A99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86">
            <a:extLst>
              <a:ext uri="{FF2B5EF4-FFF2-40B4-BE49-F238E27FC236}">
                <a16:creationId xmlns:a16="http://schemas.microsoft.com/office/drawing/2014/main" id="{C1D9F011-92F6-63EF-1C20-AEE1113AD300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A07674-01F7-127A-051F-930E78184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981" y="2686721"/>
            <a:ext cx="5336335" cy="21585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CD07E8-E4EE-38EE-710E-FC3FC7781ED5}"/>
              </a:ext>
            </a:extLst>
          </p:cNvPr>
          <p:cNvSpPr txBox="1"/>
          <p:nvPr/>
        </p:nvSpPr>
        <p:spPr>
          <a:xfrm rot="864084">
            <a:off x="1805626" y="3950091"/>
            <a:ext cx="287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>
                <a:solidFill>
                  <a:srgbClr val="0070C0"/>
                </a:solidFill>
              </a:rPr>
              <a:t>Ejemplo Menú Principal</a:t>
            </a:r>
            <a:endParaRPr lang="en-GB" sz="140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220795-6DE9-9813-D87F-EC4900140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3504" y="1438668"/>
            <a:ext cx="5487622" cy="21585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89B164A-E64E-A0A6-2D60-8CD18733FBDE}"/>
              </a:ext>
            </a:extLst>
          </p:cNvPr>
          <p:cNvSpPr txBox="1"/>
          <p:nvPr/>
        </p:nvSpPr>
        <p:spPr>
          <a:xfrm rot="864084">
            <a:off x="9462980" y="1896092"/>
            <a:ext cx="2094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>
                <a:solidFill>
                  <a:srgbClr val="0070C0"/>
                </a:solidFill>
              </a:rPr>
              <a:t>Ejemplo Resultado Consulta Empleados</a:t>
            </a:r>
            <a:endParaRPr lang="en-GB" sz="1400">
              <a:solidFill>
                <a:srgbClr val="0070C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3125E0-A803-56F9-DAF7-DC93AF589B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3504" y="3766012"/>
            <a:ext cx="5502990" cy="26686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79E3933-19A7-5DA6-2DF6-D2CB9E74AEFC}"/>
              </a:ext>
            </a:extLst>
          </p:cNvPr>
          <p:cNvSpPr txBox="1"/>
          <p:nvPr/>
        </p:nvSpPr>
        <p:spPr>
          <a:xfrm rot="864084">
            <a:off x="8836329" y="4566742"/>
            <a:ext cx="2430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>
                <a:solidFill>
                  <a:srgbClr val="0070C0"/>
                </a:solidFill>
              </a:rPr>
              <a:t>Ejemplo Resultado Consulta Top 10 Clientes</a:t>
            </a:r>
            <a:endParaRPr lang="en-GB" sz="14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504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/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5" name="CuadroTexto 86">
            <a:extLst>
              <a:ext uri="{FF2B5EF4-FFF2-40B4-BE49-F238E27FC236}">
                <a16:creationId xmlns:a16="http://schemas.microsoft.com/office/drawing/2014/main" id="{C1D9F011-92F6-63EF-1C20-AEE1113AD300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94F8A2C-234A-690F-7E58-60EA04EF83C4}"/>
              </a:ext>
            </a:extLst>
          </p:cNvPr>
          <p:cNvSpPr txBox="1"/>
          <p:nvPr/>
        </p:nvSpPr>
        <p:spPr>
          <a:xfrm>
            <a:off x="5130800" y="1934862"/>
            <a:ext cx="3958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Conexión a Bases de Datos. Pide usuario</a:t>
            </a:r>
          </a:p>
          <a:p>
            <a:r>
              <a:rPr lang="es-ES" dirty="0">
                <a:solidFill>
                  <a:schemeClr val="accent2"/>
                </a:solidFill>
              </a:rPr>
              <a:t>y contraseña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659B793-0FC3-124E-EB99-86050E34B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71" y="3924301"/>
            <a:ext cx="7085672" cy="20828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BFF0AC93-8E38-148D-F443-FA583BCFBD3A}"/>
              </a:ext>
            </a:extLst>
          </p:cNvPr>
          <p:cNvSpPr txBox="1"/>
          <p:nvPr/>
        </p:nvSpPr>
        <p:spPr>
          <a:xfrm>
            <a:off x="7797001" y="4436762"/>
            <a:ext cx="43835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Muestra el numero, nombre, email y puesto</a:t>
            </a:r>
            <a:br>
              <a:rPr lang="es-ES" dirty="0">
                <a:solidFill>
                  <a:schemeClr val="accent2"/>
                </a:solidFill>
              </a:rPr>
            </a:br>
            <a:r>
              <a:rPr lang="es-ES" dirty="0">
                <a:solidFill>
                  <a:schemeClr val="accent2"/>
                </a:solidFill>
              </a:rPr>
              <a:t>de todos los empleados que sean directivos. </a:t>
            </a:r>
            <a:br>
              <a:rPr lang="es-ES" dirty="0">
                <a:solidFill>
                  <a:schemeClr val="accent2"/>
                </a:solidFill>
              </a:rPr>
            </a:br>
            <a:r>
              <a:rPr lang="es-ES" dirty="0">
                <a:solidFill>
                  <a:schemeClr val="accent2"/>
                </a:solidFill>
              </a:rPr>
              <a:t>Se aplica clausula </a:t>
            </a:r>
            <a:r>
              <a:rPr lang="es-ES" dirty="0" err="1">
                <a:solidFill>
                  <a:schemeClr val="accent2"/>
                </a:solidFill>
              </a:rPr>
              <a:t>like</a:t>
            </a:r>
            <a:r>
              <a:rPr lang="es-ES" dirty="0">
                <a:solidFill>
                  <a:schemeClr val="accent2"/>
                </a:solidFill>
              </a:rPr>
              <a:t> para buscar ciertas </a:t>
            </a:r>
            <a:br>
              <a:rPr lang="es-ES" dirty="0">
                <a:solidFill>
                  <a:schemeClr val="accent2"/>
                </a:solidFill>
              </a:rPr>
            </a:br>
            <a:r>
              <a:rPr lang="es-ES" dirty="0">
                <a:solidFill>
                  <a:schemeClr val="accent2"/>
                </a:solidFill>
              </a:rPr>
              <a:t>palabras dentro del atributo </a:t>
            </a:r>
            <a:r>
              <a:rPr lang="es-ES" dirty="0" err="1">
                <a:solidFill>
                  <a:schemeClr val="accent2"/>
                </a:solidFill>
              </a:rPr>
              <a:t>jobTitle</a:t>
            </a:r>
            <a:endParaRPr lang="es-ES" dirty="0">
              <a:solidFill>
                <a:schemeClr val="accent2"/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1CF6304-624B-3F02-9847-B3B5631D4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235" y="1215816"/>
            <a:ext cx="4265100" cy="208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472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5000-844C-08FE-9417-ED5AA7FB0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>
            <a:extLst>
              <a:ext uri="{FF2B5EF4-FFF2-40B4-BE49-F238E27FC236}">
                <a16:creationId xmlns:a16="http://schemas.microsoft.com/office/drawing/2014/main" id="{97A8DDB0-DC5C-8F6A-2E06-50144D26F929}"/>
              </a:ext>
            </a:extLst>
          </p:cNvPr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35292079-B789-66B9-04F5-1F68ADD00C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5" name="CuadroTexto 86">
            <a:extLst>
              <a:ext uri="{FF2B5EF4-FFF2-40B4-BE49-F238E27FC236}">
                <a16:creationId xmlns:a16="http://schemas.microsoft.com/office/drawing/2014/main" id="{8FBCF5BB-BC93-F2F8-80EB-0E7EADCED84B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B3F1B22-6CE2-E017-FECD-527F71F9D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251" y="982395"/>
            <a:ext cx="5356269" cy="221165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5814218-A76A-DE37-2805-157F4539E3FD}"/>
              </a:ext>
            </a:extLst>
          </p:cNvPr>
          <p:cNvSpPr txBox="1"/>
          <p:nvPr/>
        </p:nvSpPr>
        <p:spPr>
          <a:xfrm>
            <a:off x="5878513" y="1488058"/>
            <a:ext cx="61182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accent2"/>
                </a:solidFill>
                <a:sym typeface="Wingdings" panose="05000000000000000000" pitchFamily="2" charset="2"/>
              </a:rPr>
              <a:t> </a:t>
            </a:r>
            <a:r>
              <a:rPr lang="es-ES" dirty="0">
                <a:solidFill>
                  <a:schemeClr val="accent2"/>
                </a:solidFill>
              </a:rPr>
              <a:t>Muestra los </a:t>
            </a:r>
            <a:r>
              <a:rPr lang="es-ES" u="sng" dirty="0">
                <a:solidFill>
                  <a:schemeClr val="accent2"/>
                </a:solidFill>
              </a:rPr>
              <a:t>top</a:t>
            </a:r>
            <a:r>
              <a:rPr lang="es-ES" dirty="0">
                <a:solidFill>
                  <a:schemeClr val="accent2"/>
                </a:solidFill>
              </a:rPr>
              <a:t> 10 clientes en función del numero de pagos que ha hecho. Se usa GROUP BY para agrupar por clientes y ORDER BY para ordenar el resultado de mayor a menor. Se aplica LIMIT 10 para que solo se muestren los 10 primeros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2EDE628-3F59-ED9C-7B1C-9894D4ACEC1D}"/>
              </a:ext>
            </a:extLst>
          </p:cNvPr>
          <p:cNvSpPr txBox="1"/>
          <p:nvPr/>
        </p:nvSpPr>
        <p:spPr>
          <a:xfrm>
            <a:off x="3371849" y="4114711"/>
            <a:ext cx="3341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>
                <a:solidFill>
                  <a:schemeClr val="accent2"/>
                </a:solidFill>
              </a:rPr>
              <a:t>Menu</a:t>
            </a:r>
            <a:r>
              <a:rPr lang="es-ES" dirty="0">
                <a:solidFill>
                  <a:schemeClr val="accent2"/>
                </a:solidFill>
              </a:rPr>
              <a:t> con todas las opciones </a:t>
            </a:r>
            <a:r>
              <a:rPr lang="es-ES" dirty="0">
                <a:solidFill>
                  <a:schemeClr val="accent2"/>
                </a:solidFill>
                <a:sym typeface="Wingdings" panose="05000000000000000000" pitchFamily="2" charset="2"/>
              </a:rPr>
              <a:t></a:t>
            </a:r>
            <a:endParaRPr lang="es-ES" dirty="0">
              <a:solidFill>
                <a:schemeClr val="accent2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F0A7E289-97F5-09E4-6F7D-D702DE8C56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596" y="2955056"/>
            <a:ext cx="5077153" cy="351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400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14124-EE49-606E-9A08-1170608E9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>
            <a:extLst>
              <a:ext uri="{FF2B5EF4-FFF2-40B4-BE49-F238E27FC236}">
                <a16:creationId xmlns:a16="http://schemas.microsoft.com/office/drawing/2014/main" id="{0FF7C50D-AE59-A862-3BD4-9B38B4365EA4}"/>
              </a:ext>
            </a:extLst>
          </p:cNvPr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98D26398-70C2-EB32-B013-67CC7BF28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5" name="CuadroTexto 86">
            <a:extLst>
              <a:ext uri="{FF2B5EF4-FFF2-40B4-BE49-F238E27FC236}">
                <a16:creationId xmlns:a16="http://schemas.microsoft.com/office/drawing/2014/main" id="{B93C69E7-2B29-5638-D57B-F372A1B13A75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81B4F07-47D6-2B74-BC8C-D898E9F68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865" y="1055306"/>
            <a:ext cx="7958985" cy="17534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7899EA6-28E4-A335-AF83-BA0A449E37CE}"/>
              </a:ext>
            </a:extLst>
          </p:cNvPr>
          <p:cNvSpPr txBox="1"/>
          <p:nvPr/>
        </p:nvSpPr>
        <p:spPr>
          <a:xfrm>
            <a:off x="8368031" y="1548131"/>
            <a:ext cx="41160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Como se ve, al introducir un usuario</a:t>
            </a:r>
          </a:p>
          <a:p>
            <a:r>
              <a:rPr lang="es-ES" dirty="0">
                <a:solidFill>
                  <a:schemeClr val="accent2"/>
                </a:solidFill>
              </a:rPr>
              <a:t>Y contraseña validos, entramos en la BBDD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C559195-BCAF-019E-1190-4E63A52B4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865" y="3281125"/>
            <a:ext cx="7958985" cy="242068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048FF57-19AE-DC8A-E015-09FDF7A38A51}"/>
              </a:ext>
            </a:extLst>
          </p:cNvPr>
          <p:cNvSpPr txBox="1"/>
          <p:nvPr/>
        </p:nvSpPr>
        <p:spPr>
          <a:xfrm>
            <a:off x="8415521" y="4029800"/>
            <a:ext cx="4116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Al darle al 2 como podemos ver, </a:t>
            </a:r>
          </a:p>
          <a:p>
            <a:r>
              <a:rPr lang="es-ES" dirty="0">
                <a:solidFill>
                  <a:schemeClr val="accent2"/>
                </a:solidFill>
              </a:rPr>
              <a:t>se muestran los directivos</a:t>
            </a:r>
          </a:p>
        </p:txBody>
      </p:sp>
    </p:spTree>
    <p:extLst>
      <p:ext uri="{BB962C8B-B14F-4D97-AF65-F5344CB8AC3E}">
        <p14:creationId xmlns:p14="http://schemas.microsoft.com/office/powerpoint/2010/main" val="3854373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EA11-ED3B-13BD-8CEC-5B39B9D79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>
            <a:extLst>
              <a:ext uri="{FF2B5EF4-FFF2-40B4-BE49-F238E27FC236}">
                <a16:creationId xmlns:a16="http://schemas.microsoft.com/office/drawing/2014/main" id="{5C8911A8-0B53-BF3E-21E9-86687A999A18}"/>
              </a:ext>
            </a:extLst>
          </p:cNvPr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C8BD690D-79BB-733B-2A22-AA248706A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5" name="CuadroTexto 86">
            <a:extLst>
              <a:ext uri="{FF2B5EF4-FFF2-40B4-BE49-F238E27FC236}">
                <a16:creationId xmlns:a16="http://schemas.microsoft.com/office/drawing/2014/main" id="{632A7A21-9831-8523-2BB7-1BD0D7A7A42D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35F6DC4-41E7-25AF-7120-7E0E099DC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787702"/>
            <a:ext cx="6744017" cy="251124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A287EC4-8258-62BE-8127-7AEF7AA2E269}"/>
              </a:ext>
            </a:extLst>
          </p:cNvPr>
          <p:cNvSpPr txBox="1"/>
          <p:nvPr/>
        </p:nvSpPr>
        <p:spPr>
          <a:xfrm>
            <a:off x="7618731" y="3043326"/>
            <a:ext cx="4116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Al apretar el 3, vemos que se muestran los top 10 clientes</a:t>
            </a:r>
          </a:p>
        </p:txBody>
      </p:sp>
    </p:spTree>
    <p:extLst>
      <p:ext uri="{BB962C8B-B14F-4D97-AF65-F5344CB8AC3E}">
        <p14:creationId xmlns:p14="http://schemas.microsoft.com/office/powerpoint/2010/main" val="1473707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/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214588" y="1279364"/>
            <a:ext cx="11772365" cy="2561920"/>
          </a:xfrm>
          <a:prstGeom prst="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2) PREGUNTA: 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realiza las siguientes </a:t>
            </a: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tareas de administración sobre la Base de Datos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university</a:t>
            </a:r>
            <a:r>
              <a:rPr lang="es-ES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.</a:t>
            </a: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Creación de Roles y Usuarios </a:t>
            </a:r>
            <a:r>
              <a:rPr lang="es-ES" b="1">
                <a:solidFill>
                  <a:srgbClr val="FF0000"/>
                </a:solidFill>
                <a:latin typeface="Calibri"/>
                <a:ea typeface="Calibri" panose="020F0502020204030204" pitchFamily="34" charset="0"/>
                <a:cs typeface="Times New Roman"/>
              </a:rPr>
              <a:t>(1 punto)</a:t>
            </a:r>
          </a:p>
          <a:p>
            <a:pPr marL="806450" lvl="2" indent="-182563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Crear un rol denominado </a:t>
            </a:r>
            <a:r>
              <a:rPr lang="es-ES" sz="1600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rol_adm_intructor</a:t>
            </a:r>
            <a:r>
              <a:rPr lang="es-ES" sz="1600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que tenga </a:t>
            </a:r>
            <a:r>
              <a:rPr lang="es-ES" sz="1600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todos los privilegios 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sólo para la tabla </a:t>
            </a:r>
            <a:r>
              <a:rPr lang="es-ES" sz="1600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instructor</a:t>
            </a:r>
            <a:r>
              <a:rPr lang="es-ES" sz="1600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.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Posteriormente, crear el usuario </a:t>
            </a:r>
            <a:r>
              <a:rPr lang="es-ES" sz="1600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user_1A 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con </a:t>
            </a:r>
            <a:r>
              <a:rPr lang="es-ES" sz="1600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password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(</a:t>
            </a:r>
            <a:r>
              <a:rPr lang="es-ES" sz="1600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user_1!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) y </a:t>
            </a:r>
            <a:r>
              <a:rPr lang="es-ES" sz="1600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asígnele este rol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.</a:t>
            </a:r>
            <a:endParaRPr lang="es-ES" sz="1600" i="1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/>
            </a:endParaRPr>
          </a:p>
          <a:p>
            <a:pPr marL="806450" lvl="2" indent="-182563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Crear un rol </a:t>
            </a:r>
            <a:r>
              <a:rPr lang="es-ES" sz="1600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rol_con_student</a:t>
            </a:r>
            <a:r>
              <a:rPr lang="es-ES" sz="1600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que tenga privilegios de </a:t>
            </a:r>
            <a:r>
              <a:rPr lang="es-ES" sz="1600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SELECT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sólo en la tabla </a:t>
            </a:r>
            <a:r>
              <a:rPr lang="es-ES" sz="1600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student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y sólo en los campos </a:t>
            </a:r>
            <a:r>
              <a:rPr lang="es-ES" sz="1600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name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y </a:t>
            </a:r>
            <a:r>
              <a:rPr lang="es-ES" sz="1600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tot_cred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. Crear a su vez, el usuario </a:t>
            </a:r>
            <a:r>
              <a:rPr lang="es-ES" sz="1600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user_2B 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con </a:t>
            </a:r>
            <a:r>
              <a:rPr lang="es-ES" sz="1600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password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(</a:t>
            </a:r>
            <a:r>
              <a:rPr lang="es-ES" sz="1600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user_2!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) y </a:t>
            </a:r>
            <a:r>
              <a:rPr lang="es-ES" sz="1600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asígnele este rol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. </a:t>
            </a:r>
          </a:p>
          <a:p>
            <a:pPr marL="806450" lvl="2" indent="-182563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Muestre el </a:t>
            </a:r>
            <a:r>
              <a:rPr lang="es-ES" sz="1600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resultado de todos los comandos 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para crear estos usuarios/roles y todas </a:t>
            </a:r>
            <a:r>
              <a:rPr lang="es-ES" sz="1600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las pruebas necesarias para demostrar que estos usuarios tienen los privilegios indicados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.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214588" y="827489"/>
            <a:ext cx="11536653" cy="3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Administración de Bases de Datos</a:t>
            </a:r>
            <a:endParaRPr lang="es-ES">
              <a:solidFill>
                <a:srgbClr val="004A99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86">
            <a:extLst>
              <a:ext uri="{FF2B5EF4-FFF2-40B4-BE49-F238E27FC236}">
                <a16:creationId xmlns:a16="http://schemas.microsoft.com/office/drawing/2014/main" id="{C1D9F011-92F6-63EF-1C20-AEE1113AD300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628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8AE83-AE15-9C17-02F1-6E26F4A6A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>
            <a:extLst>
              <a:ext uri="{FF2B5EF4-FFF2-40B4-BE49-F238E27FC236}">
                <a16:creationId xmlns:a16="http://schemas.microsoft.com/office/drawing/2014/main" id="{42D82B5E-4480-0AC6-1DAC-3EF6C0C16574}"/>
              </a:ext>
            </a:extLst>
          </p:cNvPr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0BDD038-66D3-032C-C8C6-AA4B1D92E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5" name="CuadroTexto 86">
            <a:extLst>
              <a:ext uri="{FF2B5EF4-FFF2-40B4-BE49-F238E27FC236}">
                <a16:creationId xmlns:a16="http://schemas.microsoft.com/office/drawing/2014/main" id="{C283D433-53C2-BCB3-0842-9E272681BAAA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041C2B1-08C9-6241-7382-385150634669}"/>
              </a:ext>
            </a:extLst>
          </p:cNvPr>
          <p:cNvSpPr txBox="1"/>
          <p:nvPr/>
        </p:nvSpPr>
        <p:spPr>
          <a:xfrm>
            <a:off x="329184" y="1060704"/>
            <a:ext cx="802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Ejecución de Comandos: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5F7CBCA-A5C8-C8D7-1A3D-7420A77E0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21" y="1430036"/>
            <a:ext cx="8880815" cy="52045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34DBD071-FDD6-5D89-8F48-FCA7B5CF1A47}"/>
                  </a:ext>
                </a:extLst>
              </p14:cNvPr>
              <p14:cNvContentPartPr/>
              <p14:nvPr/>
            </p14:nvContentPartPr>
            <p14:xfrm>
              <a:off x="5077543" y="1568033"/>
              <a:ext cx="258120" cy="28944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34DBD071-FDD6-5D89-8F48-FCA7B5CF1A4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66743" y="1557233"/>
                <a:ext cx="27936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3DECEC58-07B2-9378-7282-C6B83AA4875A}"/>
                  </a:ext>
                </a:extLst>
              </p14:cNvPr>
              <p14:cNvContentPartPr/>
              <p14:nvPr/>
            </p14:nvContentPartPr>
            <p14:xfrm>
              <a:off x="5341783" y="1706633"/>
              <a:ext cx="94680" cy="15048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3DECEC58-07B2-9378-7282-C6B83AA4875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30983" y="1695833"/>
                <a:ext cx="1159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8FD210C7-CB02-FFFD-A782-0DFC2C56A679}"/>
                  </a:ext>
                </a:extLst>
              </p14:cNvPr>
              <p14:cNvContentPartPr/>
              <p14:nvPr/>
            </p14:nvContentPartPr>
            <p14:xfrm>
              <a:off x="5412343" y="1744073"/>
              <a:ext cx="162360" cy="12600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8FD210C7-CB02-FFFD-A782-0DFC2C56A67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01567" y="1733273"/>
                <a:ext cx="183553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212E27B4-0575-6A38-13C8-3FB254D4F54B}"/>
                  </a:ext>
                </a:extLst>
              </p14:cNvPr>
              <p14:cNvContentPartPr/>
              <p14:nvPr/>
            </p14:nvContentPartPr>
            <p14:xfrm>
              <a:off x="5550583" y="1744073"/>
              <a:ext cx="124560" cy="10080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212E27B4-0575-6A38-13C8-3FB254D4F54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39783" y="1733273"/>
                <a:ext cx="14580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06E62ADC-C7C9-0331-7B48-A4755DFAE82C}"/>
                  </a:ext>
                </a:extLst>
              </p14:cNvPr>
              <p14:cNvContentPartPr/>
              <p14:nvPr/>
            </p14:nvContentPartPr>
            <p14:xfrm>
              <a:off x="5712583" y="1738673"/>
              <a:ext cx="214200" cy="10008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06E62ADC-C7C9-0331-7B48-A4755DFAE82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01783" y="1727912"/>
                <a:ext cx="235440" cy="1212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BCD21CC1-F949-E0F7-D312-B83BB01A638C}"/>
                  </a:ext>
                </a:extLst>
              </p14:cNvPr>
              <p14:cNvContentPartPr/>
              <p14:nvPr/>
            </p14:nvContentPartPr>
            <p14:xfrm>
              <a:off x="5907703" y="1731833"/>
              <a:ext cx="107280" cy="10080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BCD21CC1-F949-E0F7-D312-B83BB01A638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896903" y="1721033"/>
                <a:ext cx="1285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E8036265-2BEA-C447-6E72-D920B8FB69DF}"/>
                  </a:ext>
                </a:extLst>
              </p14:cNvPr>
              <p14:cNvContentPartPr/>
              <p14:nvPr/>
            </p14:nvContentPartPr>
            <p14:xfrm>
              <a:off x="5995543" y="1712753"/>
              <a:ext cx="151200" cy="11988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E8036265-2BEA-C447-6E72-D920B8FB69D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984743" y="1701920"/>
                <a:ext cx="172440" cy="1411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CEBB5B1C-E437-B61C-6471-CD84554F2DAB}"/>
                  </a:ext>
                </a:extLst>
              </p14:cNvPr>
              <p14:cNvContentPartPr/>
              <p14:nvPr/>
            </p14:nvContentPartPr>
            <p14:xfrm>
              <a:off x="6473263" y="1555793"/>
              <a:ext cx="113400" cy="29232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CEBB5B1C-E437-B61C-6471-CD84554F2DA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462463" y="1544993"/>
                <a:ext cx="13464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10F9CD0A-26A4-5006-1BEA-1C0F8D1D0AFE}"/>
                  </a:ext>
                </a:extLst>
              </p14:cNvPr>
              <p14:cNvContentPartPr/>
              <p14:nvPr/>
            </p14:nvContentPartPr>
            <p14:xfrm>
              <a:off x="6605383" y="1687553"/>
              <a:ext cx="88200" cy="12600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10F9CD0A-26A4-5006-1BEA-1C0F8D1D0AF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594583" y="1676753"/>
                <a:ext cx="1094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7510347E-99BE-F144-165F-C901AB2007E4}"/>
                  </a:ext>
                </a:extLst>
              </p14:cNvPr>
              <p14:cNvContentPartPr/>
              <p14:nvPr/>
            </p14:nvContentPartPr>
            <p14:xfrm>
              <a:off x="6731023" y="1519433"/>
              <a:ext cx="82080" cy="28188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7510347E-99BE-F144-165F-C901AB2007E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720223" y="1508633"/>
                <a:ext cx="10332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5B63D81B-AC9B-B29C-97C4-6837131733A8}"/>
                  </a:ext>
                </a:extLst>
              </p14:cNvPr>
              <p14:cNvContentPartPr/>
              <p14:nvPr/>
            </p14:nvContentPartPr>
            <p14:xfrm>
              <a:off x="4593703" y="2304593"/>
              <a:ext cx="1314360" cy="320040"/>
            </p14:xfrm>
          </p:contentPart>
        </mc:Choice>
        <mc:Fallback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5B63D81B-AC9B-B29C-97C4-6837131733A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582903" y="2293805"/>
                <a:ext cx="1335600" cy="3412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540720A2-BD19-D98B-83FD-98730B0D45F4}"/>
                  </a:ext>
                </a:extLst>
              </p14:cNvPr>
              <p14:cNvContentPartPr/>
              <p14:nvPr/>
            </p14:nvContentPartPr>
            <p14:xfrm>
              <a:off x="6655783" y="2278673"/>
              <a:ext cx="723240" cy="321120"/>
            </p14:xfrm>
          </p:contentPart>
        </mc:Choice>
        <mc:Fallback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540720A2-BD19-D98B-83FD-98730B0D45F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644988" y="2267873"/>
                <a:ext cx="744469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05DCB767-97F4-FC38-051B-1D7DF53AD550}"/>
                  </a:ext>
                </a:extLst>
              </p14:cNvPr>
              <p14:cNvContentPartPr/>
              <p14:nvPr/>
            </p14:nvContentPartPr>
            <p14:xfrm>
              <a:off x="6039463" y="2267513"/>
              <a:ext cx="458640" cy="26316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05DCB767-97F4-FC38-051B-1D7DF53AD55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028663" y="2256713"/>
                <a:ext cx="47988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0FFD5163-4F65-A618-1BDD-219F507CF7E1}"/>
                  </a:ext>
                </a:extLst>
              </p14:cNvPr>
              <p14:cNvContentPartPr/>
              <p14:nvPr/>
            </p14:nvContentPartPr>
            <p14:xfrm>
              <a:off x="7548583" y="2405753"/>
              <a:ext cx="220320" cy="12132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0FFD5163-4F65-A618-1BDD-219F507CF7E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537801" y="2394921"/>
                <a:ext cx="241525" cy="142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EF57413C-ADAF-A3D6-0D92-EB76BFC75276}"/>
                  </a:ext>
                </a:extLst>
              </p14:cNvPr>
              <p14:cNvContentPartPr/>
              <p14:nvPr/>
            </p14:nvContentPartPr>
            <p14:xfrm>
              <a:off x="7970503" y="2278673"/>
              <a:ext cx="194400" cy="270720"/>
            </p14:xfrm>
          </p:contentPart>
        </mc:Choice>
        <mc:Fallback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EF57413C-ADAF-A3D6-0D92-EB76BFC7527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959723" y="2267873"/>
                <a:ext cx="215601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30FA47BE-42E7-E6CB-5167-31A30B6A1E39}"/>
                  </a:ext>
                </a:extLst>
              </p14:cNvPr>
              <p14:cNvContentPartPr/>
              <p14:nvPr/>
            </p14:nvContentPartPr>
            <p14:xfrm>
              <a:off x="8378383" y="2266073"/>
              <a:ext cx="277200" cy="258840"/>
            </p14:xfrm>
          </p:contentPart>
        </mc:Choice>
        <mc:Fallback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30FA47BE-42E7-E6CB-5167-31A30B6A1E3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367569" y="2255258"/>
                <a:ext cx="298468" cy="2801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817B46ED-13CA-6126-298F-0BAE3DEF17F6}"/>
                  </a:ext>
                </a:extLst>
              </p14:cNvPr>
              <p14:cNvContentPartPr/>
              <p14:nvPr/>
            </p14:nvContentPartPr>
            <p14:xfrm>
              <a:off x="8623543" y="2209553"/>
              <a:ext cx="585360" cy="270360"/>
            </p14:xfrm>
          </p:contentPart>
        </mc:Choice>
        <mc:Fallback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817B46ED-13CA-6126-298F-0BAE3DEF17F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612736" y="2198767"/>
                <a:ext cx="606613" cy="2915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ADA24D36-5752-D526-9C44-C19BD05AC40A}"/>
                  </a:ext>
                </a:extLst>
              </p14:cNvPr>
              <p14:cNvContentPartPr/>
              <p14:nvPr/>
            </p14:nvContentPartPr>
            <p14:xfrm>
              <a:off x="9415903" y="2083913"/>
              <a:ext cx="1037880" cy="402840"/>
            </p14:xfrm>
          </p:contentPart>
        </mc:Choice>
        <mc:Fallback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ADA24D36-5752-D526-9C44-C19BD05AC40A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405103" y="2073113"/>
                <a:ext cx="105912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61DEE891-9457-782A-2BFD-E9FFBF4F4147}"/>
                  </a:ext>
                </a:extLst>
              </p14:cNvPr>
              <p14:cNvContentPartPr/>
              <p14:nvPr/>
            </p14:nvContentPartPr>
            <p14:xfrm>
              <a:off x="7542103" y="1517993"/>
              <a:ext cx="780120" cy="333360"/>
            </p14:xfrm>
          </p:contentPart>
        </mc:Choice>
        <mc:Fallback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61DEE891-9457-782A-2BFD-E9FFBF4F414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531298" y="1507205"/>
                <a:ext cx="801370" cy="3545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3B7AF7DD-F132-B48F-1637-69813512AE24}"/>
                  </a:ext>
                </a:extLst>
              </p14:cNvPr>
              <p14:cNvContentPartPr/>
              <p14:nvPr/>
            </p14:nvContentPartPr>
            <p14:xfrm>
              <a:off x="7089583" y="1492793"/>
              <a:ext cx="239400" cy="352440"/>
            </p14:xfrm>
          </p:contentPart>
        </mc:Choice>
        <mc:Fallback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3B7AF7DD-F132-B48F-1637-69813512AE2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078783" y="1481993"/>
                <a:ext cx="26064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106" name="Entrada de lápiz 105">
                <a:extLst>
                  <a:ext uri="{FF2B5EF4-FFF2-40B4-BE49-F238E27FC236}">
                    <a16:creationId xmlns:a16="http://schemas.microsoft.com/office/drawing/2014/main" id="{0FA1F5B6-319F-6B07-EC54-263B5DFD4D6B}"/>
                  </a:ext>
                </a:extLst>
              </p14:cNvPr>
              <p14:cNvContentPartPr/>
              <p14:nvPr/>
            </p14:nvContentPartPr>
            <p14:xfrm>
              <a:off x="6202903" y="3039353"/>
              <a:ext cx="761400" cy="163800"/>
            </p14:xfrm>
          </p:contentPart>
        </mc:Choice>
        <mc:Fallback>
          <p:pic>
            <p:nvPicPr>
              <p:cNvPr id="106" name="Entrada de lápiz 105">
                <a:extLst>
                  <a:ext uri="{FF2B5EF4-FFF2-40B4-BE49-F238E27FC236}">
                    <a16:creationId xmlns:a16="http://schemas.microsoft.com/office/drawing/2014/main" id="{0FA1F5B6-319F-6B07-EC54-263B5DFD4D6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192098" y="3028553"/>
                <a:ext cx="78265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107" name="Entrada de lápiz 106">
                <a:extLst>
                  <a:ext uri="{FF2B5EF4-FFF2-40B4-BE49-F238E27FC236}">
                    <a16:creationId xmlns:a16="http://schemas.microsoft.com/office/drawing/2014/main" id="{0F85EA4D-450D-9808-5FFB-6213AA7A8825}"/>
                  </a:ext>
                </a:extLst>
              </p14:cNvPr>
              <p14:cNvContentPartPr/>
              <p14:nvPr/>
            </p14:nvContentPartPr>
            <p14:xfrm>
              <a:off x="5813383" y="3070673"/>
              <a:ext cx="207720" cy="122760"/>
            </p14:xfrm>
          </p:contentPart>
        </mc:Choice>
        <mc:Fallback>
          <p:pic>
            <p:nvPicPr>
              <p:cNvPr id="107" name="Entrada de lápiz 106">
                <a:extLst>
                  <a:ext uri="{FF2B5EF4-FFF2-40B4-BE49-F238E27FC236}">
                    <a16:creationId xmlns:a16="http://schemas.microsoft.com/office/drawing/2014/main" id="{0F85EA4D-450D-9808-5FFB-6213AA7A882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802602" y="3059873"/>
                <a:ext cx="228923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108" name="Entrada de lápiz 107">
                <a:extLst>
                  <a:ext uri="{FF2B5EF4-FFF2-40B4-BE49-F238E27FC236}">
                    <a16:creationId xmlns:a16="http://schemas.microsoft.com/office/drawing/2014/main" id="{A086127B-4D4E-2756-352B-EA4B96C52CD5}"/>
                  </a:ext>
                </a:extLst>
              </p14:cNvPr>
              <p14:cNvContentPartPr/>
              <p14:nvPr/>
            </p14:nvContentPartPr>
            <p14:xfrm>
              <a:off x="4681543" y="3008033"/>
              <a:ext cx="955080" cy="239400"/>
            </p14:xfrm>
          </p:contentPart>
        </mc:Choice>
        <mc:Fallback>
          <p:pic>
            <p:nvPicPr>
              <p:cNvPr id="108" name="Entrada de lápiz 107">
                <a:extLst>
                  <a:ext uri="{FF2B5EF4-FFF2-40B4-BE49-F238E27FC236}">
                    <a16:creationId xmlns:a16="http://schemas.microsoft.com/office/drawing/2014/main" id="{A086127B-4D4E-2756-352B-EA4B96C52CD5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670743" y="2997233"/>
                <a:ext cx="97632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114" name="Entrada de lápiz 113">
                <a:extLst>
                  <a:ext uri="{FF2B5EF4-FFF2-40B4-BE49-F238E27FC236}">
                    <a16:creationId xmlns:a16="http://schemas.microsoft.com/office/drawing/2014/main" id="{8C3FD366-30D3-A9CC-A711-13EE1CF60936}"/>
                  </a:ext>
                </a:extLst>
              </p14:cNvPr>
              <p14:cNvContentPartPr/>
              <p14:nvPr/>
            </p14:nvContentPartPr>
            <p14:xfrm>
              <a:off x="7202623" y="3064553"/>
              <a:ext cx="88200" cy="207720"/>
            </p14:xfrm>
          </p:contentPart>
        </mc:Choice>
        <mc:Fallback>
          <p:pic>
            <p:nvPicPr>
              <p:cNvPr id="114" name="Entrada de lápiz 113">
                <a:extLst>
                  <a:ext uri="{FF2B5EF4-FFF2-40B4-BE49-F238E27FC236}">
                    <a16:creationId xmlns:a16="http://schemas.microsoft.com/office/drawing/2014/main" id="{8C3FD366-30D3-A9CC-A711-13EE1CF60936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191823" y="3053772"/>
                <a:ext cx="109440" cy="2289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115" name="Entrada de lápiz 114">
                <a:extLst>
                  <a:ext uri="{FF2B5EF4-FFF2-40B4-BE49-F238E27FC236}">
                    <a16:creationId xmlns:a16="http://schemas.microsoft.com/office/drawing/2014/main" id="{FAA976FC-02AD-A8B8-3FE5-C1D0BC30CF69}"/>
                  </a:ext>
                </a:extLst>
              </p14:cNvPr>
              <p14:cNvContentPartPr/>
              <p14:nvPr/>
            </p14:nvContentPartPr>
            <p14:xfrm>
              <a:off x="7435183" y="3051953"/>
              <a:ext cx="94680" cy="94680"/>
            </p14:xfrm>
          </p:contentPart>
        </mc:Choice>
        <mc:Fallback>
          <p:pic>
            <p:nvPicPr>
              <p:cNvPr id="115" name="Entrada de lápiz 114">
                <a:extLst>
                  <a:ext uri="{FF2B5EF4-FFF2-40B4-BE49-F238E27FC236}">
                    <a16:creationId xmlns:a16="http://schemas.microsoft.com/office/drawing/2014/main" id="{FAA976FC-02AD-A8B8-3FE5-C1D0BC30CF6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424383" y="3041153"/>
                <a:ext cx="11592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116" name="Entrada de lápiz 115">
                <a:extLst>
                  <a:ext uri="{FF2B5EF4-FFF2-40B4-BE49-F238E27FC236}">
                    <a16:creationId xmlns:a16="http://schemas.microsoft.com/office/drawing/2014/main" id="{5E13B6DB-901F-E133-AB39-F017364189DD}"/>
                  </a:ext>
                </a:extLst>
              </p14:cNvPr>
              <p14:cNvContentPartPr/>
              <p14:nvPr/>
            </p14:nvContentPartPr>
            <p14:xfrm>
              <a:off x="7561903" y="3026753"/>
              <a:ext cx="87840" cy="138600"/>
            </p14:xfrm>
          </p:contentPart>
        </mc:Choice>
        <mc:Fallback>
          <p:pic>
            <p:nvPicPr>
              <p:cNvPr id="116" name="Entrada de lápiz 115">
                <a:extLst>
                  <a:ext uri="{FF2B5EF4-FFF2-40B4-BE49-F238E27FC236}">
                    <a16:creationId xmlns:a16="http://schemas.microsoft.com/office/drawing/2014/main" id="{5E13B6DB-901F-E133-AB39-F017364189DD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551103" y="3015953"/>
                <a:ext cx="1090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117" name="Entrada de lápiz 116">
                <a:extLst>
                  <a:ext uri="{FF2B5EF4-FFF2-40B4-BE49-F238E27FC236}">
                    <a16:creationId xmlns:a16="http://schemas.microsoft.com/office/drawing/2014/main" id="{E025FB2F-1B3B-85E4-6F09-E74A4A515BB7}"/>
                  </a:ext>
                </a:extLst>
              </p14:cNvPr>
              <p14:cNvContentPartPr/>
              <p14:nvPr/>
            </p14:nvContentPartPr>
            <p14:xfrm>
              <a:off x="7705543" y="3045833"/>
              <a:ext cx="19080" cy="94680"/>
            </p14:xfrm>
          </p:contentPart>
        </mc:Choice>
        <mc:Fallback>
          <p:pic>
            <p:nvPicPr>
              <p:cNvPr id="117" name="Entrada de lápiz 116">
                <a:extLst>
                  <a:ext uri="{FF2B5EF4-FFF2-40B4-BE49-F238E27FC236}">
                    <a16:creationId xmlns:a16="http://schemas.microsoft.com/office/drawing/2014/main" id="{E025FB2F-1B3B-85E4-6F09-E74A4A515BB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694743" y="3035033"/>
                <a:ext cx="4032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18" name="Entrada de lápiz 117">
                <a:extLst>
                  <a:ext uri="{FF2B5EF4-FFF2-40B4-BE49-F238E27FC236}">
                    <a16:creationId xmlns:a16="http://schemas.microsoft.com/office/drawing/2014/main" id="{90CFF295-89AA-BFAF-1121-211CD207024C}"/>
                  </a:ext>
                </a:extLst>
              </p14:cNvPr>
              <p14:cNvContentPartPr/>
              <p14:nvPr/>
            </p14:nvContentPartPr>
            <p14:xfrm>
              <a:off x="7699423" y="2988953"/>
              <a:ext cx="19080" cy="6480"/>
            </p14:xfrm>
          </p:contentPart>
        </mc:Choice>
        <mc:Fallback>
          <p:pic>
            <p:nvPicPr>
              <p:cNvPr id="118" name="Entrada de lápiz 117">
                <a:extLst>
                  <a:ext uri="{FF2B5EF4-FFF2-40B4-BE49-F238E27FC236}">
                    <a16:creationId xmlns:a16="http://schemas.microsoft.com/office/drawing/2014/main" id="{90CFF295-89AA-BFAF-1121-211CD207024C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688823" y="2978153"/>
                <a:ext cx="39927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19" name="Entrada de lápiz 118">
                <a:extLst>
                  <a:ext uri="{FF2B5EF4-FFF2-40B4-BE49-F238E27FC236}">
                    <a16:creationId xmlns:a16="http://schemas.microsoft.com/office/drawing/2014/main" id="{6A0BCE17-4F68-8A38-6630-9959755FA37D}"/>
                  </a:ext>
                </a:extLst>
              </p14:cNvPr>
              <p14:cNvContentPartPr/>
              <p14:nvPr/>
            </p14:nvContentPartPr>
            <p14:xfrm>
              <a:off x="7781143" y="3040073"/>
              <a:ext cx="107280" cy="219600"/>
            </p14:xfrm>
          </p:contentPart>
        </mc:Choice>
        <mc:Fallback>
          <p:pic>
            <p:nvPicPr>
              <p:cNvPr id="119" name="Entrada de lápiz 118">
                <a:extLst>
                  <a:ext uri="{FF2B5EF4-FFF2-40B4-BE49-F238E27FC236}">
                    <a16:creationId xmlns:a16="http://schemas.microsoft.com/office/drawing/2014/main" id="{6A0BCE17-4F68-8A38-6630-9959755FA37D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770307" y="3029273"/>
                <a:ext cx="128592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20" name="Entrada de lápiz 119">
                <a:extLst>
                  <a:ext uri="{FF2B5EF4-FFF2-40B4-BE49-F238E27FC236}">
                    <a16:creationId xmlns:a16="http://schemas.microsoft.com/office/drawing/2014/main" id="{878F88F2-9706-6890-E182-0B28E673692D}"/>
                  </a:ext>
                </a:extLst>
              </p14:cNvPr>
              <p14:cNvContentPartPr/>
              <p14:nvPr/>
            </p14:nvContentPartPr>
            <p14:xfrm>
              <a:off x="7831543" y="3026753"/>
              <a:ext cx="151200" cy="94680"/>
            </p14:xfrm>
          </p:contentPart>
        </mc:Choice>
        <mc:Fallback>
          <p:pic>
            <p:nvPicPr>
              <p:cNvPr id="120" name="Entrada de lápiz 119">
                <a:extLst>
                  <a:ext uri="{FF2B5EF4-FFF2-40B4-BE49-F238E27FC236}">
                    <a16:creationId xmlns:a16="http://schemas.microsoft.com/office/drawing/2014/main" id="{878F88F2-9706-6890-E182-0B28E673692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820743" y="3015953"/>
                <a:ext cx="1724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21" name="Entrada de lápiz 120">
                <a:extLst>
                  <a:ext uri="{FF2B5EF4-FFF2-40B4-BE49-F238E27FC236}">
                    <a16:creationId xmlns:a16="http://schemas.microsoft.com/office/drawing/2014/main" id="{EA2698A6-8E45-6EA2-3295-2538382A06CD}"/>
                  </a:ext>
                </a:extLst>
              </p14:cNvPr>
              <p14:cNvContentPartPr/>
              <p14:nvPr/>
            </p14:nvContentPartPr>
            <p14:xfrm>
              <a:off x="8020183" y="3014153"/>
              <a:ext cx="100800" cy="94680"/>
            </p14:xfrm>
          </p:contentPart>
        </mc:Choice>
        <mc:Fallback>
          <p:pic>
            <p:nvPicPr>
              <p:cNvPr id="121" name="Entrada de lápiz 120">
                <a:extLst>
                  <a:ext uri="{FF2B5EF4-FFF2-40B4-BE49-F238E27FC236}">
                    <a16:creationId xmlns:a16="http://schemas.microsoft.com/office/drawing/2014/main" id="{EA2698A6-8E45-6EA2-3295-2538382A06CD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009421" y="3003353"/>
                <a:ext cx="121964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22" name="Entrada de lápiz 121">
                <a:extLst>
                  <a:ext uri="{FF2B5EF4-FFF2-40B4-BE49-F238E27FC236}">
                    <a16:creationId xmlns:a16="http://schemas.microsoft.com/office/drawing/2014/main" id="{B4918D55-BC5D-70D1-C443-45479161B8B2}"/>
                  </a:ext>
                </a:extLst>
              </p14:cNvPr>
              <p14:cNvContentPartPr/>
              <p14:nvPr/>
            </p14:nvContentPartPr>
            <p14:xfrm>
              <a:off x="8177143" y="3008033"/>
              <a:ext cx="189000" cy="82080"/>
            </p14:xfrm>
          </p:contentPart>
        </mc:Choice>
        <mc:Fallback>
          <p:pic>
            <p:nvPicPr>
              <p:cNvPr id="122" name="Entrada de lápiz 121">
                <a:extLst>
                  <a:ext uri="{FF2B5EF4-FFF2-40B4-BE49-F238E27FC236}">
                    <a16:creationId xmlns:a16="http://schemas.microsoft.com/office/drawing/2014/main" id="{B4918D55-BC5D-70D1-C443-45479161B8B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166343" y="2997233"/>
                <a:ext cx="2102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23" name="Entrada de lápiz 122">
                <a:extLst>
                  <a:ext uri="{FF2B5EF4-FFF2-40B4-BE49-F238E27FC236}">
                    <a16:creationId xmlns:a16="http://schemas.microsoft.com/office/drawing/2014/main" id="{D15396DD-F5B7-7B17-0A32-E8E3D50838FB}"/>
                  </a:ext>
                </a:extLst>
              </p14:cNvPr>
              <p14:cNvContentPartPr/>
              <p14:nvPr/>
            </p14:nvContentPartPr>
            <p14:xfrm>
              <a:off x="8390983" y="2988953"/>
              <a:ext cx="94680" cy="88200"/>
            </p14:xfrm>
          </p:contentPart>
        </mc:Choice>
        <mc:Fallback>
          <p:pic>
            <p:nvPicPr>
              <p:cNvPr id="123" name="Entrada de lápiz 122">
                <a:extLst>
                  <a:ext uri="{FF2B5EF4-FFF2-40B4-BE49-F238E27FC236}">
                    <a16:creationId xmlns:a16="http://schemas.microsoft.com/office/drawing/2014/main" id="{D15396DD-F5B7-7B17-0A32-E8E3D50838FB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380183" y="2978153"/>
                <a:ext cx="1159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24" name="Entrada de lápiz 123">
                <a:extLst>
                  <a:ext uri="{FF2B5EF4-FFF2-40B4-BE49-F238E27FC236}">
                    <a16:creationId xmlns:a16="http://schemas.microsoft.com/office/drawing/2014/main" id="{C0E43234-410B-217F-AD33-0D572E8D9152}"/>
                  </a:ext>
                </a:extLst>
              </p14:cNvPr>
              <p14:cNvContentPartPr/>
              <p14:nvPr/>
            </p14:nvContentPartPr>
            <p14:xfrm>
              <a:off x="8485303" y="2982833"/>
              <a:ext cx="113400" cy="94680"/>
            </p14:xfrm>
          </p:contentPart>
        </mc:Choice>
        <mc:Fallback>
          <p:pic>
            <p:nvPicPr>
              <p:cNvPr id="124" name="Entrada de lápiz 123">
                <a:extLst>
                  <a:ext uri="{FF2B5EF4-FFF2-40B4-BE49-F238E27FC236}">
                    <a16:creationId xmlns:a16="http://schemas.microsoft.com/office/drawing/2014/main" id="{C0E43234-410B-217F-AD33-0D572E8D915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474503" y="2972033"/>
                <a:ext cx="1346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125" name="Entrada de lápiz 124">
                <a:extLst>
                  <a:ext uri="{FF2B5EF4-FFF2-40B4-BE49-F238E27FC236}">
                    <a16:creationId xmlns:a16="http://schemas.microsoft.com/office/drawing/2014/main" id="{F536F1C9-0585-0949-6046-BEB9E2079C94}"/>
                  </a:ext>
                </a:extLst>
              </p14:cNvPr>
              <p14:cNvContentPartPr/>
              <p14:nvPr/>
            </p14:nvContentPartPr>
            <p14:xfrm>
              <a:off x="8699143" y="2966633"/>
              <a:ext cx="82080" cy="117000"/>
            </p14:xfrm>
          </p:contentPart>
        </mc:Choice>
        <mc:Fallback>
          <p:pic>
            <p:nvPicPr>
              <p:cNvPr id="125" name="Entrada de lápiz 124">
                <a:extLst>
                  <a:ext uri="{FF2B5EF4-FFF2-40B4-BE49-F238E27FC236}">
                    <a16:creationId xmlns:a16="http://schemas.microsoft.com/office/drawing/2014/main" id="{F536F1C9-0585-0949-6046-BEB9E2079C9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688343" y="2955833"/>
                <a:ext cx="1033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126" name="Entrada de lápiz 125">
                <a:extLst>
                  <a:ext uri="{FF2B5EF4-FFF2-40B4-BE49-F238E27FC236}">
                    <a16:creationId xmlns:a16="http://schemas.microsoft.com/office/drawing/2014/main" id="{A8C39E6B-088E-C11C-5B58-F549A041DC4D}"/>
                  </a:ext>
                </a:extLst>
              </p14:cNvPr>
              <p14:cNvContentPartPr/>
              <p14:nvPr/>
            </p14:nvContentPartPr>
            <p14:xfrm>
              <a:off x="8818663" y="2976353"/>
              <a:ext cx="82080" cy="100800"/>
            </p14:xfrm>
          </p:contentPart>
        </mc:Choice>
        <mc:Fallback>
          <p:pic>
            <p:nvPicPr>
              <p:cNvPr id="126" name="Entrada de lápiz 125">
                <a:extLst>
                  <a:ext uri="{FF2B5EF4-FFF2-40B4-BE49-F238E27FC236}">
                    <a16:creationId xmlns:a16="http://schemas.microsoft.com/office/drawing/2014/main" id="{A8C39E6B-088E-C11C-5B58-F549A041DC4D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807863" y="2965553"/>
                <a:ext cx="1033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BE6BA860-0AD2-5C3D-2B67-C5AD46678FC6}"/>
                  </a:ext>
                </a:extLst>
              </p14:cNvPr>
              <p14:cNvContentPartPr/>
              <p14:nvPr/>
            </p14:nvContentPartPr>
            <p14:xfrm>
              <a:off x="9069943" y="3008033"/>
              <a:ext cx="19080" cy="94680"/>
            </p14:xfrm>
          </p:contentPart>
        </mc:Choice>
        <mc:Fallback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BE6BA860-0AD2-5C3D-2B67-C5AD46678FC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059143" y="2997233"/>
                <a:ext cx="4032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839EFA35-E64B-163D-D406-A99F89D311CB}"/>
                  </a:ext>
                </a:extLst>
              </p14:cNvPr>
              <p14:cNvContentPartPr/>
              <p14:nvPr/>
            </p14:nvContentPartPr>
            <p14:xfrm>
              <a:off x="9069943" y="2926313"/>
              <a:ext cx="12960" cy="6480"/>
            </p14:xfrm>
          </p:contentPart>
        </mc:Choice>
        <mc:Fallback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839EFA35-E64B-163D-D406-A99F89D311CB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059143" y="2916081"/>
                <a:ext cx="34200" cy="266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29" name="Entrada de lápiz 128">
                <a:extLst>
                  <a:ext uri="{FF2B5EF4-FFF2-40B4-BE49-F238E27FC236}">
                    <a16:creationId xmlns:a16="http://schemas.microsoft.com/office/drawing/2014/main" id="{6129253B-4629-8D9B-C0A6-DCA536538EB6}"/>
                  </a:ext>
                </a:extLst>
              </p14:cNvPr>
              <p14:cNvContentPartPr/>
              <p14:nvPr/>
            </p14:nvContentPartPr>
            <p14:xfrm>
              <a:off x="9145543" y="2756393"/>
              <a:ext cx="132480" cy="339840"/>
            </p14:xfrm>
          </p:contentPart>
        </mc:Choice>
        <mc:Fallback>
          <p:pic>
            <p:nvPicPr>
              <p:cNvPr id="129" name="Entrada de lápiz 128">
                <a:extLst>
                  <a:ext uri="{FF2B5EF4-FFF2-40B4-BE49-F238E27FC236}">
                    <a16:creationId xmlns:a16="http://schemas.microsoft.com/office/drawing/2014/main" id="{6129253B-4629-8D9B-C0A6-DCA536538EB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134743" y="2745593"/>
                <a:ext cx="15372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30" name="Entrada de lápiz 129">
                <a:extLst>
                  <a:ext uri="{FF2B5EF4-FFF2-40B4-BE49-F238E27FC236}">
                    <a16:creationId xmlns:a16="http://schemas.microsoft.com/office/drawing/2014/main" id="{9F1E0BDB-1FD9-5F15-5198-C20AA3A5199C}"/>
                  </a:ext>
                </a:extLst>
              </p14:cNvPr>
              <p14:cNvContentPartPr/>
              <p14:nvPr/>
            </p14:nvContentPartPr>
            <p14:xfrm>
              <a:off x="9259303" y="2964473"/>
              <a:ext cx="207000" cy="112680"/>
            </p14:xfrm>
          </p:contentPart>
        </mc:Choice>
        <mc:Fallback>
          <p:pic>
            <p:nvPicPr>
              <p:cNvPr id="130" name="Entrada de lápiz 129">
                <a:extLst>
                  <a:ext uri="{FF2B5EF4-FFF2-40B4-BE49-F238E27FC236}">
                    <a16:creationId xmlns:a16="http://schemas.microsoft.com/office/drawing/2014/main" id="{9F1E0BDB-1FD9-5F15-5198-C20AA3A5199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248503" y="2953673"/>
                <a:ext cx="22824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31" name="Entrada de lápiz 130">
                <a:extLst>
                  <a:ext uri="{FF2B5EF4-FFF2-40B4-BE49-F238E27FC236}">
                    <a16:creationId xmlns:a16="http://schemas.microsoft.com/office/drawing/2014/main" id="{334D59D1-333B-4022-1A72-2E5447E1A85A}"/>
                  </a:ext>
                </a:extLst>
              </p14:cNvPr>
              <p14:cNvContentPartPr/>
              <p14:nvPr/>
            </p14:nvContentPartPr>
            <p14:xfrm>
              <a:off x="9535423" y="2794913"/>
              <a:ext cx="12960" cy="292320"/>
            </p14:xfrm>
          </p:contentPart>
        </mc:Choice>
        <mc:Fallback>
          <p:pic>
            <p:nvPicPr>
              <p:cNvPr id="131" name="Entrada de lápiz 130">
                <a:extLst>
                  <a:ext uri="{FF2B5EF4-FFF2-40B4-BE49-F238E27FC236}">
                    <a16:creationId xmlns:a16="http://schemas.microsoft.com/office/drawing/2014/main" id="{334D59D1-333B-4022-1A72-2E5447E1A85A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9524623" y="2784126"/>
                <a:ext cx="34200" cy="3135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32" name="Entrada de lápiz 131">
                <a:extLst>
                  <a:ext uri="{FF2B5EF4-FFF2-40B4-BE49-F238E27FC236}">
                    <a16:creationId xmlns:a16="http://schemas.microsoft.com/office/drawing/2014/main" id="{E9E9714F-B3CD-2FEB-78BE-05B59D291C3A}"/>
                  </a:ext>
                </a:extLst>
              </p14:cNvPr>
              <p14:cNvContentPartPr/>
              <p14:nvPr/>
            </p14:nvContentPartPr>
            <p14:xfrm>
              <a:off x="9510223" y="2932433"/>
              <a:ext cx="132480" cy="113400"/>
            </p14:xfrm>
          </p:contentPart>
        </mc:Choice>
        <mc:Fallback>
          <p:pic>
            <p:nvPicPr>
              <p:cNvPr id="132" name="Entrada de lápiz 131">
                <a:extLst>
                  <a:ext uri="{FF2B5EF4-FFF2-40B4-BE49-F238E27FC236}">
                    <a16:creationId xmlns:a16="http://schemas.microsoft.com/office/drawing/2014/main" id="{E9E9714F-B3CD-2FEB-78BE-05B59D291C3A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9499423" y="2921633"/>
                <a:ext cx="15372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33" name="Entrada de lápiz 132">
                <a:extLst>
                  <a:ext uri="{FF2B5EF4-FFF2-40B4-BE49-F238E27FC236}">
                    <a16:creationId xmlns:a16="http://schemas.microsoft.com/office/drawing/2014/main" id="{92EA6C98-1EEF-7D04-061B-7B46A93A9768}"/>
                  </a:ext>
                </a:extLst>
              </p14:cNvPr>
              <p14:cNvContentPartPr/>
              <p14:nvPr/>
            </p14:nvContentPartPr>
            <p14:xfrm>
              <a:off x="9641983" y="2863313"/>
              <a:ext cx="12960" cy="6480"/>
            </p14:xfrm>
          </p:contentPart>
        </mc:Choice>
        <mc:Fallback>
          <p:pic>
            <p:nvPicPr>
              <p:cNvPr id="133" name="Entrada de lápiz 132">
                <a:extLst>
                  <a:ext uri="{FF2B5EF4-FFF2-40B4-BE49-F238E27FC236}">
                    <a16:creationId xmlns:a16="http://schemas.microsoft.com/office/drawing/2014/main" id="{92EA6C98-1EEF-7D04-061B-7B46A93A9768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631183" y="2852513"/>
                <a:ext cx="342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34" name="Entrada de lápiz 133">
                <a:extLst>
                  <a:ext uri="{FF2B5EF4-FFF2-40B4-BE49-F238E27FC236}">
                    <a16:creationId xmlns:a16="http://schemas.microsoft.com/office/drawing/2014/main" id="{B6AC9A5A-9342-B058-89F2-964A5FECD151}"/>
                  </a:ext>
                </a:extLst>
              </p14:cNvPr>
              <p14:cNvContentPartPr/>
              <p14:nvPr/>
            </p14:nvContentPartPr>
            <p14:xfrm>
              <a:off x="9679783" y="2738393"/>
              <a:ext cx="113400" cy="515160"/>
            </p14:xfrm>
          </p:contentPart>
        </mc:Choice>
        <mc:Fallback>
          <p:pic>
            <p:nvPicPr>
              <p:cNvPr id="134" name="Entrada de lápiz 133">
                <a:extLst>
                  <a:ext uri="{FF2B5EF4-FFF2-40B4-BE49-F238E27FC236}">
                    <a16:creationId xmlns:a16="http://schemas.microsoft.com/office/drawing/2014/main" id="{B6AC9A5A-9342-B058-89F2-964A5FECD151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668983" y="2727593"/>
                <a:ext cx="134640" cy="53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5FCA0339-DF6C-C524-161A-068CF4FC717B}"/>
                  </a:ext>
                </a:extLst>
              </p14:cNvPr>
              <p14:cNvContentPartPr/>
              <p14:nvPr/>
            </p14:nvContentPartPr>
            <p14:xfrm>
              <a:off x="9811903" y="2988953"/>
              <a:ext cx="19080" cy="63360"/>
            </p14:xfrm>
          </p:contentPart>
        </mc:Choice>
        <mc:Fallback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5FCA0339-DF6C-C524-161A-068CF4FC717B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801303" y="2978153"/>
                <a:ext cx="39927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136" name="Entrada de lápiz 135">
                <a:extLst>
                  <a:ext uri="{FF2B5EF4-FFF2-40B4-BE49-F238E27FC236}">
                    <a16:creationId xmlns:a16="http://schemas.microsoft.com/office/drawing/2014/main" id="{71634757-8E93-1ED2-FF5F-A67951E10559}"/>
                  </a:ext>
                </a:extLst>
              </p14:cNvPr>
              <p14:cNvContentPartPr/>
              <p14:nvPr/>
            </p14:nvContentPartPr>
            <p14:xfrm>
              <a:off x="9830623" y="2907233"/>
              <a:ext cx="19080" cy="12960"/>
            </p14:xfrm>
          </p:contentPart>
        </mc:Choice>
        <mc:Fallback>
          <p:pic>
            <p:nvPicPr>
              <p:cNvPr id="136" name="Entrada de lápiz 135">
                <a:extLst>
                  <a:ext uri="{FF2B5EF4-FFF2-40B4-BE49-F238E27FC236}">
                    <a16:creationId xmlns:a16="http://schemas.microsoft.com/office/drawing/2014/main" id="{71634757-8E93-1ED2-FF5F-A67951E10559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819823" y="2896433"/>
                <a:ext cx="4032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37" name="Entrada de lápiz 136">
                <a:extLst>
                  <a:ext uri="{FF2B5EF4-FFF2-40B4-BE49-F238E27FC236}">
                    <a16:creationId xmlns:a16="http://schemas.microsoft.com/office/drawing/2014/main" id="{D1FE611C-B8EF-5C5C-D472-52FD6DF0EFD1}"/>
                  </a:ext>
                </a:extLst>
              </p14:cNvPr>
              <p14:cNvContentPartPr/>
              <p14:nvPr/>
            </p14:nvContentPartPr>
            <p14:xfrm>
              <a:off x="9887503" y="2932433"/>
              <a:ext cx="182520" cy="126000"/>
            </p14:xfrm>
          </p:contentPart>
        </mc:Choice>
        <mc:Fallback>
          <p:pic>
            <p:nvPicPr>
              <p:cNvPr id="137" name="Entrada de lápiz 136">
                <a:extLst>
                  <a:ext uri="{FF2B5EF4-FFF2-40B4-BE49-F238E27FC236}">
                    <a16:creationId xmlns:a16="http://schemas.microsoft.com/office/drawing/2014/main" id="{D1FE611C-B8EF-5C5C-D472-52FD6DF0EFD1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876703" y="2921633"/>
                <a:ext cx="20376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A0A81BBF-BD17-0D93-9C19-0846D74089C3}"/>
                  </a:ext>
                </a:extLst>
              </p14:cNvPr>
              <p14:cNvContentPartPr/>
              <p14:nvPr/>
            </p14:nvContentPartPr>
            <p14:xfrm>
              <a:off x="10101703" y="2750273"/>
              <a:ext cx="112680" cy="282600"/>
            </p14:xfrm>
          </p:contentPart>
        </mc:Choice>
        <mc:Fallback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A0A81BBF-BD17-0D93-9C19-0846D74089C3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090903" y="2739473"/>
                <a:ext cx="13392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39" name="Entrada de lápiz 138">
                <a:extLst>
                  <a:ext uri="{FF2B5EF4-FFF2-40B4-BE49-F238E27FC236}">
                    <a16:creationId xmlns:a16="http://schemas.microsoft.com/office/drawing/2014/main" id="{0F3A730B-BB64-17B0-D63C-DB585310587F}"/>
                  </a:ext>
                </a:extLst>
              </p14:cNvPr>
              <p14:cNvContentPartPr/>
              <p14:nvPr/>
            </p14:nvContentPartPr>
            <p14:xfrm>
              <a:off x="10189183" y="2919833"/>
              <a:ext cx="88560" cy="75960"/>
            </p14:xfrm>
          </p:contentPart>
        </mc:Choice>
        <mc:Fallback>
          <p:pic>
            <p:nvPicPr>
              <p:cNvPr id="139" name="Entrada de lápiz 138">
                <a:extLst>
                  <a:ext uri="{FF2B5EF4-FFF2-40B4-BE49-F238E27FC236}">
                    <a16:creationId xmlns:a16="http://schemas.microsoft.com/office/drawing/2014/main" id="{0F3A730B-BB64-17B0-D63C-DB585310587F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0178383" y="2908982"/>
                <a:ext cx="109800" cy="973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3CD63E30-2113-4875-B52F-6D57D6EFFB03}"/>
                  </a:ext>
                </a:extLst>
              </p14:cNvPr>
              <p14:cNvContentPartPr/>
              <p14:nvPr/>
            </p14:nvContentPartPr>
            <p14:xfrm>
              <a:off x="10327423" y="2882393"/>
              <a:ext cx="132480" cy="172800"/>
            </p14:xfrm>
          </p:contentPart>
        </mc:Choice>
        <mc:Fallback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3CD63E30-2113-4875-B52F-6D57D6EFFB03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0316594" y="2871593"/>
                <a:ext cx="153778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160" name="Entrada de lápiz 159">
                <a:extLst>
                  <a:ext uri="{FF2B5EF4-FFF2-40B4-BE49-F238E27FC236}">
                    <a16:creationId xmlns:a16="http://schemas.microsoft.com/office/drawing/2014/main" id="{20A18B8C-619D-D1E6-AC70-7CC9E99CC62E}"/>
                  </a:ext>
                </a:extLst>
              </p14:cNvPr>
              <p14:cNvContentPartPr/>
              <p14:nvPr/>
            </p14:nvContentPartPr>
            <p14:xfrm>
              <a:off x="6026863" y="3598793"/>
              <a:ext cx="704880" cy="271080"/>
            </p14:xfrm>
          </p:contentPart>
        </mc:Choice>
        <mc:Fallback>
          <p:pic>
            <p:nvPicPr>
              <p:cNvPr id="160" name="Entrada de lápiz 159">
                <a:extLst>
                  <a:ext uri="{FF2B5EF4-FFF2-40B4-BE49-F238E27FC236}">
                    <a16:creationId xmlns:a16="http://schemas.microsoft.com/office/drawing/2014/main" id="{20A18B8C-619D-D1E6-AC70-7CC9E99CC62E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016057" y="3587979"/>
                <a:ext cx="726131" cy="2923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61" name="Entrada de lápiz 160">
                <a:extLst>
                  <a:ext uri="{FF2B5EF4-FFF2-40B4-BE49-F238E27FC236}">
                    <a16:creationId xmlns:a16="http://schemas.microsoft.com/office/drawing/2014/main" id="{005822DB-0E9B-B08B-5C6B-0EFC546512BF}"/>
                  </a:ext>
                </a:extLst>
              </p14:cNvPr>
              <p14:cNvContentPartPr/>
              <p14:nvPr/>
            </p14:nvContentPartPr>
            <p14:xfrm>
              <a:off x="5077543" y="3699593"/>
              <a:ext cx="761040" cy="189000"/>
            </p14:xfrm>
          </p:contentPart>
        </mc:Choice>
        <mc:Fallback>
          <p:pic>
            <p:nvPicPr>
              <p:cNvPr id="161" name="Entrada de lápiz 160">
                <a:extLst>
                  <a:ext uri="{FF2B5EF4-FFF2-40B4-BE49-F238E27FC236}">
                    <a16:creationId xmlns:a16="http://schemas.microsoft.com/office/drawing/2014/main" id="{005822DB-0E9B-B08B-5C6B-0EFC546512BF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5066743" y="3688793"/>
                <a:ext cx="78228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62" name="Entrada de lápiz 161">
                <a:extLst>
                  <a:ext uri="{FF2B5EF4-FFF2-40B4-BE49-F238E27FC236}">
                    <a16:creationId xmlns:a16="http://schemas.microsoft.com/office/drawing/2014/main" id="{469B83E7-4FBF-839C-0632-2BFCC9B5401E}"/>
                  </a:ext>
                </a:extLst>
              </p14:cNvPr>
              <p14:cNvContentPartPr/>
              <p14:nvPr/>
            </p14:nvContentPartPr>
            <p14:xfrm>
              <a:off x="4581103" y="3605273"/>
              <a:ext cx="308520" cy="276840"/>
            </p14:xfrm>
          </p:contentPart>
        </mc:Choice>
        <mc:Fallback>
          <p:pic>
            <p:nvPicPr>
              <p:cNvPr id="162" name="Entrada de lápiz 161">
                <a:extLst>
                  <a:ext uri="{FF2B5EF4-FFF2-40B4-BE49-F238E27FC236}">
                    <a16:creationId xmlns:a16="http://schemas.microsoft.com/office/drawing/2014/main" id="{469B83E7-4FBF-839C-0632-2BFCC9B5401E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4570303" y="3594487"/>
                <a:ext cx="329760" cy="2980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86" name="Entrada de lápiz 185">
                <a:extLst>
                  <a:ext uri="{FF2B5EF4-FFF2-40B4-BE49-F238E27FC236}">
                    <a16:creationId xmlns:a16="http://schemas.microsoft.com/office/drawing/2014/main" id="{0593616E-1DFC-EFBF-EFF9-770F1453F8D4}"/>
                  </a:ext>
                </a:extLst>
              </p14:cNvPr>
              <p14:cNvContentPartPr/>
              <p14:nvPr/>
            </p14:nvContentPartPr>
            <p14:xfrm>
              <a:off x="9893623" y="3441833"/>
              <a:ext cx="786240" cy="345960"/>
            </p14:xfrm>
          </p:contentPart>
        </mc:Choice>
        <mc:Fallback>
          <p:pic>
            <p:nvPicPr>
              <p:cNvPr id="186" name="Entrada de lápiz 185">
                <a:extLst>
                  <a:ext uri="{FF2B5EF4-FFF2-40B4-BE49-F238E27FC236}">
                    <a16:creationId xmlns:a16="http://schemas.microsoft.com/office/drawing/2014/main" id="{0593616E-1DFC-EFBF-EFF9-770F1453F8D4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882823" y="3431044"/>
                <a:ext cx="807480" cy="3671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87" name="Entrada de lápiz 186">
                <a:extLst>
                  <a:ext uri="{FF2B5EF4-FFF2-40B4-BE49-F238E27FC236}">
                    <a16:creationId xmlns:a16="http://schemas.microsoft.com/office/drawing/2014/main" id="{7D04AFFB-53B6-15BF-4FC0-208267DA0988}"/>
                  </a:ext>
                </a:extLst>
              </p14:cNvPr>
              <p14:cNvContentPartPr/>
              <p14:nvPr/>
            </p14:nvContentPartPr>
            <p14:xfrm>
              <a:off x="8667463" y="3375233"/>
              <a:ext cx="1031400" cy="450360"/>
            </p14:xfrm>
          </p:contentPart>
        </mc:Choice>
        <mc:Fallback>
          <p:pic>
            <p:nvPicPr>
              <p:cNvPr id="187" name="Entrada de lápiz 186">
                <a:extLst>
                  <a:ext uri="{FF2B5EF4-FFF2-40B4-BE49-F238E27FC236}">
                    <a16:creationId xmlns:a16="http://schemas.microsoft.com/office/drawing/2014/main" id="{7D04AFFB-53B6-15BF-4FC0-208267DA098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656663" y="3364433"/>
                <a:ext cx="1052640" cy="47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88" name="Entrada de lápiz 187">
                <a:extLst>
                  <a:ext uri="{FF2B5EF4-FFF2-40B4-BE49-F238E27FC236}">
                    <a16:creationId xmlns:a16="http://schemas.microsoft.com/office/drawing/2014/main" id="{2BA0394A-F185-19C8-B6D5-E0370CC5A966}"/>
                  </a:ext>
                </a:extLst>
              </p14:cNvPr>
              <p14:cNvContentPartPr/>
              <p14:nvPr/>
            </p14:nvContentPartPr>
            <p14:xfrm>
              <a:off x="7328623" y="3617873"/>
              <a:ext cx="1176120" cy="314640"/>
            </p14:xfrm>
          </p:contentPart>
        </mc:Choice>
        <mc:Fallback>
          <p:pic>
            <p:nvPicPr>
              <p:cNvPr id="188" name="Entrada de lápiz 187">
                <a:extLst>
                  <a:ext uri="{FF2B5EF4-FFF2-40B4-BE49-F238E27FC236}">
                    <a16:creationId xmlns:a16="http://schemas.microsoft.com/office/drawing/2014/main" id="{2BA0394A-F185-19C8-B6D5-E0370CC5A966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317823" y="3607085"/>
                <a:ext cx="1197360" cy="3358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189" name="Entrada de lápiz 188">
                <a:extLst>
                  <a:ext uri="{FF2B5EF4-FFF2-40B4-BE49-F238E27FC236}">
                    <a16:creationId xmlns:a16="http://schemas.microsoft.com/office/drawing/2014/main" id="{235DC288-7052-D2B2-2C17-E51739E588B9}"/>
                  </a:ext>
                </a:extLst>
              </p14:cNvPr>
              <p14:cNvContentPartPr/>
              <p14:nvPr/>
            </p14:nvContentPartPr>
            <p14:xfrm>
              <a:off x="6926143" y="3508073"/>
              <a:ext cx="206640" cy="342720"/>
            </p14:xfrm>
          </p:contentPart>
        </mc:Choice>
        <mc:Fallback>
          <p:pic>
            <p:nvPicPr>
              <p:cNvPr id="189" name="Entrada de lápiz 188">
                <a:extLst>
                  <a:ext uri="{FF2B5EF4-FFF2-40B4-BE49-F238E27FC236}">
                    <a16:creationId xmlns:a16="http://schemas.microsoft.com/office/drawing/2014/main" id="{235DC288-7052-D2B2-2C17-E51739E588B9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6915343" y="3497273"/>
                <a:ext cx="22788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202" name="Entrada de lápiz 201">
                <a:extLst>
                  <a:ext uri="{FF2B5EF4-FFF2-40B4-BE49-F238E27FC236}">
                    <a16:creationId xmlns:a16="http://schemas.microsoft.com/office/drawing/2014/main" id="{95342121-E0EE-514D-84CF-9067A9D2AE61}"/>
                  </a:ext>
                </a:extLst>
              </p14:cNvPr>
              <p14:cNvContentPartPr/>
              <p14:nvPr/>
            </p14:nvContentPartPr>
            <p14:xfrm>
              <a:off x="6592783" y="4002713"/>
              <a:ext cx="258120" cy="432720"/>
            </p14:xfrm>
          </p:contentPart>
        </mc:Choice>
        <mc:Fallback>
          <p:pic>
            <p:nvPicPr>
              <p:cNvPr id="202" name="Entrada de lápiz 201">
                <a:extLst>
                  <a:ext uri="{FF2B5EF4-FFF2-40B4-BE49-F238E27FC236}">
                    <a16:creationId xmlns:a16="http://schemas.microsoft.com/office/drawing/2014/main" id="{95342121-E0EE-514D-84CF-9067A9D2AE61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6581983" y="3991913"/>
                <a:ext cx="279360" cy="45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203" name="Entrada de lápiz 202">
                <a:extLst>
                  <a:ext uri="{FF2B5EF4-FFF2-40B4-BE49-F238E27FC236}">
                    <a16:creationId xmlns:a16="http://schemas.microsoft.com/office/drawing/2014/main" id="{C4D03D61-D78B-D79E-9F9E-358D6B6BDE53}"/>
                  </a:ext>
                </a:extLst>
              </p14:cNvPr>
              <p14:cNvContentPartPr/>
              <p14:nvPr/>
            </p14:nvContentPartPr>
            <p14:xfrm>
              <a:off x="4813663" y="4139513"/>
              <a:ext cx="1584720" cy="333360"/>
            </p14:xfrm>
          </p:contentPart>
        </mc:Choice>
        <mc:Fallback>
          <p:pic>
            <p:nvPicPr>
              <p:cNvPr id="203" name="Entrada de lápiz 202">
                <a:extLst>
                  <a:ext uri="{FF2B5EF4-FFF2-40B4-BE49-F238E27FC236}">
                    <a16:creationId xmlns:a16="http://schemas.microsoft.com/office/drawing/2014/main" id="{C4D03D61-D78B-D79E-9F9E-358D6B6BDE53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4802863" y="4128713"/>
                <a:ext cx="160596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250" name="Entrada de lápiz 249">
                <a:extLst>
                  <a:ext uri="{FF2B5EF4-FFF2-40B4-BE49-F238E27FC236}">
                    <a16:creationId xmlns:a16="http://schemas.microsoft.com/office/drawing/2014/main" id="{C8068A80-97EF-A72C-D2D7-D67424D74665}"/>
                  </a:ext>
                </a:extLst>
              </p14:cNvPr>
              <p14:cNvContentPartPr/>
              <p14:nvPr/>
            </p14:nvContentPartPr>
            <p14:xfrm>
              <a:off x="8661343" y="4732073"/>
              <a:ext cx="1496880" cy="501840"/>
            </p14:xfrm>
          </p:contentPart>
        </mc:Choice>
        <mc:Fallback>
          <p:pic>
            <p:nvPicPr>
              <p:cNvPr id="250" name="Entrada de lápiz 249">
                <a:extLst>
                  <a:ext uri="{FF2B5EF4-FFF2-40B4-BE49-F238E27FC236}">
                    <a16:creationId xmlns:a16="http://schemas.microsoft.com/office/drawing/2014/main" id="{C8068A80-97EF-A72C-D2D7-D67424D74665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8650540" y="4721281"/>
                <a:ext cx="1518125" cy="5230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251" name="Entrada de lápiz 250">
                <a:extLst>
                  <a:ext uri="{FF2B5EF4-FFF2-40B4-BE49-F238E27FC236}">
                    <a16:creationId xmlns:a16="http://schemas.microsoft.com/office/drawing/2014/main" id="{9704BC6D-0A2E-8798-81BF-3BB03663D026}"/>
                  </a:ext>
                </a:extLst>
              </p14:cNvPr>
              <p14:cNvContentPartPr/>
              <p14:nvPr/>
            </p14:nvContentPartPr>
            <p14:xfrm>
              <a:off x="7020463" y="4944473"/>
              <a:ext cx="1396080" cy="333360"/>
            </p14:xfrm>
          </p:contentPart>
        </mc:Choice>
        <mc:Fallback>
          <p:pic>
            <p:nvPicPr>
              <p:cNvPr id="251" name="Entrada de lápiz 250">
                <a:extLst>
                  <a:ext uri="{FF2B5EF4-FFF2-40B4-BE49-F238E27FC236}">
                    <a16:creationId xmlns:a16="http://schemas.microsoft.com/office/drawing/2014/main" id="{9704BC6D-0A2E-8798-81BF-3BB03663D026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7009663" y="4933685"/>
                <a:ext cx="1417320" cy="3545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252" name="Entrada de lápiz 251">
                <a:extLst>
                  <a:ext uri="{FF2B5EF4-FFF2-40B4-BE49-F238E27FC236}">
                    <a16:creationId xmlns:a16="http://schemas.microsoft.com/office/drawing/2014/main" id="{10B28089-EE1F-4401-C637-67DC8641C6D9}"/>
                  </a:ext>
                </a:extLst>
              </p14:cNvPr>
              <p14:cNvContentPartPr/>
              <p14:nvPr/>
            </p14:nvContentPartPr>
            <p14:xfrm>
              <a:off x="5920303" y="4982273"/>
              <a:ext cx="948960" cy="345240"/>
            </p14:xfrm>
          </p:contentPart>
        </mc:Choice>
        <mc:Fallback>
          <p:pic>
            <p:nvPicPr>
              <p:cNvPr id="252" name="Entrada de lápiz 251">
                <a:extLst>
                  <a:ext uri="{FF2B5EF4-FFF2-40B4-BE49-F238E27FC236}">
                    <a16:creationId xmlns:a16="http://schemas.microsoft.com/office/drawing/2014/main" id="{10B28089-EE1F-4401-C637-67DC8641C6D9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5909503" y="4971484"/>
                <a:ext cx="970200" cy="3664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253" name="Entrada de lápiz 252">
                <a:extLst>
                  <a:ext uri="{FF2B5EF4-FFF2-40B4-BE49-F238E27FC236}">
                    <a16:creationId xmlns:a16="http://schemas.microsoft.com/office/drawing/2014/main" id="{F5B21651-9C60-9F0F-41B6-7D14094754B2}"/>
                  </a:ext>
                </a:extLst>
              </p14:cNvPr>
              <p14:cNvContentPartPr/>
              <p14:nvPr/>
            </p14:nvContentPartPr>
            <p14:xfrm>
              <a:off x="4606303" y="4994513"/>
              <a:ext cx="1138320" cy="271080"/>
            </p14:xfrm>
          </p:contentPart>
        </mc:Choice>
        <mc:Fallback>
          <p:pic>
            <p:nvPicPr>
              <p:cNvPr id="253" name="Entrada de lápiz 252">
                <a:extLst>
                  <a:ext uri="{FF2B5EF4-FFF2-40B4-BE49-F238E27FC236}">
                    <a16:creationId xmlns:a16="http://schemas.microsoft.com/office/drawing/2014/main" id="{F5B21651-9C60-9F0F-41B6-7D14094754B2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4595503" y="4983699"/>
                <a:ext cx="1159560" cy="2923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263" name="Entrada de lápiz 262">
                <a:extLst>
                  <a:ext uri="{FF2B5EF4-FFF2-40B4-BE49-F238E27FC236}">
                    <a16:creationId xmlns:a16="http://schemas.microsoft.com/office/drawing/2014/main" id="{DA6BF469-F479-7498-8770-EA21A10DD899}"/>
                  </a:ext>
                </a:extLst>
              </p14:cNvPr>
              <p14:cNvContentPartPr/>
              <p14:nvPr/>
            </p14:nvContentPartPr>
            <p14:xfrm>
              <a:off x="10365223" y="4700033"/>
              <a:ext cx="1257840" cy="439560"/>
            </p14:xfrm>
          </p:contentPart>
        </mc:Choice>
        <mc:Fallback>
          <p:pic>
            <p:nvPicPr>
              <p:cNvPr id="263" name="Entrada de lápiz 262">
                <a:extLst>
                  <a:ext uri="{FF2B5EF4-FFF2-40B4-BE49-F238E27FC236}">
                    <a16:creationId xmlns:a16="http://schemas.microsoft.com/office/drawing/2014/main" id="{DA6BF469-F479-7498-8770-EA21A10DD899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0354423" y="4689242"/>
                <a:ext cx="1279080" cy="4607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297" name="Entrada de lápiz 296">
                <a:extLst>
                  <a:ext uri="{FF2B5EF4-FFF2-40B4-BE49-F238E27FC236}">
                    <a16:creationId xmlns:a16="http://schemas.microsoft.com/office/drawing/2014/main" id="{26716A57-A81D-D72F-F64C-8BDA33536F49}"/>
                  </a:ext>
                </a:extLst>
              </p14:cNvPr>
              <p14:cNvContentPartPr/>
              <p14:nvPr/>
            </p14:nvContentPartPr>
            <p14:xfrm>
              <a:off x="5058823" y="6409313"/>
              <a:ext cx="1150920" cy="351000"/>
            </p14:xfrm>
          </p:contentPart>
        </mc:Choice>
        <mc:Fallback>
          <p:pic>
            <p:nvPicPr>
              <p:cNvPr id="297" name="Entrada de lápiz 296">
                <a:extLst>
                  <a:ext uri="{FF2B5EF4-FFF2-40B4-BE49-F238E27FC236}">
                    <a16:creationId xmlns:a16="http://schemas.microsoft.com/office/drawing/2014/main" id="{26716A57-A81D-D72F-F64C-8BDA33536F49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048023" y="6398524"/>
                <a:ext cx="1172160" cy="3722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298" name="Entrada de lápiz 297">
                <a:extLst>
                  <a:ext uri="{FF2B5EF4-FFF2-40B4-BE49-F238E27FC236}">
                    <a16:creationId xmlns:a16="http://schemas.microsoft.com/office/drawing/2014/main" id="{09AA2788-72F6-2CA8-803A-79B86632C6D0}"/>
                  </a:ext>
                </a:extLst>
              </p14:cNvPr>
              <p14:cNvContentPartPr/>
              <p14:nvPr/>
            </p14:nvContentPartPr>
            <p14:xfrm>
              <a:off x="4631143" y="6321113"/>
              <a:ext cx="258120" cy="245520"/>
            </p14:xfrm>
          </p:contentPart>
        </mc:Choice>
        <mc:Fallback>
          <p:pic>
            <p:nvPicPr>
              <p:cNvPr id="298" name="Entrada de lápiz 297">
                <a:extLst>
                  <a:ext uri="{FF2B5EF4-FFF2-40B4-BE49-F238E27FC236}">
                    <a16:creationId xmlns:a16="http://schemas.microsoft.com/office/drawing/2014/main" id="{09AA2788-72F6-2CA8-803A-79B86632C6D0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4620343" y="6310313"/>
                <a:ext cx="2793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299" name="Entrada de lápiz 298">
                <a:extLst>
                  <a:ext uri="{FF2B5EF4-FFF2-40B4-BE49-F238E27FC236}">
                    <a16:creationId xmlns:a16="http://schemas.microsoft.com/office/drawing/2014/main" id="{60A6D595-F695-CBD0-7C5F-039FDFB7A3DC}"/>
                  </a:ext>
                </a:extLst>
              </p14:cNvPr>
              <p14:cNvContentPartPr/>
              <p14:nvPr/>
            </p14:nvContentPartPr>
            <p14:xfrm>
              <a:off x="5322703" y="5686433"/>
              <a:ext cx="717120" cy="189000"/>
            </p14:xfrm>
          </p:contentPart>
        </mc:Choice>
        <mc:Fallback>
          <p:pic>
            <p:nvPicPr>
              <p:cNvPr id="299" name="Entrada de lápiz 298">
                <a:extLst>
                  <a:ext uri="{FF2B5EF4-FFF2-40B4-BE49-F238E27FC236}">
                    <a16:creationId xmlns:a16="http://schemas.microsoft.com/office/drawing/2014/main" id="{60A6D595-F695-CBD0-7C5F-039FDFB7A3DC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5311903" y="5675633"/>
                <a:ext cx="73836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300" name="Entrada de lápiz 299">
                <a:extLst>
                  <a:ext uri="{FF2B5EF4-FFF2-40B4-BE49-F238E27FC236}">
                    <a16:creationId xmlns:a16="http://schemas.microsoft.com/office/drawing/2014/main" id="{49ACAF0E-858C-0DAC-9ADC-A5178DD9C80D}"/>
                  </a:ext>
                </a:extLst>
              </p14:cNvPr>
              <p14:cNvContentPartPr/>
              <p14:nvPr/>
            </p14:nvContentPartPr>
            <p14:xfrm>
              <a:off x="4643743" y="5636753"/>
              <a:ext cx="491040" cy="229320"/>
            </p14:xfrm>
          </p:contentPart>
        </mc:Choice>
        <mc:Fallback>
          <p:pic>
            <p:nvPicPr>
              <p:cNvPr id="300" name="Entrada de lápiz 299">
                <a:extLst>
                  <a:ext uri="{FF2B5EF4-FFF2-40B4-BE49-F238E27FC236}">
                    <a16:creationId xmlns:a16="http://schemas.microsoft.com/office/drawing/2014/main" id="{49ACAF0E-858C-0DAC-9ADC-A5178DD9C80D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632935" y="5625970"/>
                <a:ext cx="512296" cy="2505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301" name="Entrada de lápiz 300">
                <a:extLst>
                  <a:ext uri="{FF2B5EF4-FFF2-40B4-BE49-F238E27FC236}">
                    <a16:creationId xmlns:a16="http://schemas.microsoft.com/office/drawing/2014/main" id="{E97F1BF2-2027-A249-DC90-DBF90D607E34}"/>
                  </a:ext>
                </a:extLst>
              </p14:cNvPr>
              <p14:cNvContentPartPr/>
              <p14:nvPr/>
            </p14:nvContentPartPr>
            <p14:xfrm>
              <a:off x="6435823" y="6453233"/>
              <a:ext cx="107280" cy="119880"/>
            </p14:xfrm>
          </p:contentPart>
        </mc:Choice>
        <mc:Fallback>
          <p:pic>
            <p:nvPicPr>
              <p:cNvPr id="301" name="Entrada de lápiz 300">
                <a:extLst>
                  <a:ext uri="{FF2B5EF4-FFF2-40B4-BE49-F238E27FC236}">
                    <a16:creationId xmlns:a16="http://schemas.microsoft.com/office/drawing/2014/main" id="{E97F1BF2-2027-A249-DC90-DBF90D607E34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6425023" y="6442433"/>
                <a:ext cx="12852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302" name="Entrada de lápiz 301">
                <a:extLst>
                  <a:ext uri="{FF2B5EF4-FFF2-40B4-BE49-F238E27FC236}">
                    <a16:creationId xmlns:a16="http://schemas.microsoft.com/office/drawing/2014/main" id="{78236269-B142-8C8F-7998-9BA403669C78}"/>
                  </a:ext>
                </a:extLst>
              </p14:cNvPr>
              <p14:cNvContentPartPr/>
              <p14:nvPr/>
            </p14:nvContentPartPr>
            <p14:xfrm>
              <a:off x="6567583" y="6222833"/>
              <a:ext cx="63360" cy="350280"/>
            </p14:xfrm>
          </p:contentPart>
        </mc:Choice>
        <mc:Fallback>
          <p:pic>
            <p:nvPicPr>
              <p:cNvPr id="302" name="Entrada de lápiz 301">
                <a:extLst>
                  <a:ext uri="{FF2B5EF4-FFF2-40B4-BE49-F238E27FC236}">
                    <a16:creationId xmlns:a16="http://schemas.microsoft.com/office/drawing/2014/main" id="{78236269-B142-8C8F-7998-9BA403669C78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6556783" y="6212044"/>
                <a:ext cx="84600" cy="3714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303" name="Entrada de lápiz 302">
                <a:extLst>
                  <a:ext uri="{FF2B5EF4-FFF2-40B4-BE49-F238E27FC236}">
                    <a16:creationId xmlns:a16="http://schemas.microsoft.com/office/drawing/2014/main" id="{CB58DB45-491A-525C-B52C-89764B3C9C5A}"/>
                  </a:ext>
                </a:extLst>
              </p14:cNvPr>
              <p14:cNvContentPartPr/>
              <p14:nvPr/>
            </p14:nvContentPartPr>
            <p14:xfrm>
              <a:off x="6794023" y="6397433"/>
              <a:ext cx="107280" cy="168840"/>
            </p14:xfrm>
          </p:contentPart>
        </mc:Choice>
        <mc:Fallback>
          <p:pic>
            <p:nvPicPr>
              <p:cNvPr id="303" name="Entrada de lápiz 302">
                <a:extLst>
                  <a:ext uri="{FF2B5EF4-FFF2-40B4-BE49-F238E27FC236}">
                    <a16:creationId xmlns:a16="http://schemas.microsoft.com/office/drawing/2014/main" id="{CB58DB45-491A-525C-B52C-89764B3C9C5A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6783223" y="6386633"/>
                <a:ext cx="12852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304" name="Entrada de lápiz 303">
                <a:extLst>
                  <a:ext uri="{FF2B5EF4-FFF2-40B4-BE49-F238E27FC236}">
                    <a16:creationId xmlns:a16="http://schemas.microsoft.com/office/drawing/2014/main" id="{625C15F5-7C0F-81E3-B462-DE7DB1B961BE}"/>
                  </a:ext>
                </a:extLst>
              </p14:cNvPr>
              <p14:cNvContentPartPr/>
              <p14:nvPr/>
            </p14:nvContentPartPr>
            <p14:xfrm>
              <a:off x="6869623" y="6440633"/>
              <a:ext cx="100800" cy="119880"/>
            </p14:xfrm>
          </p:contentPart>
        </mc:Choice>
        <mc:Fallback>
          <p:pic>
            <p:nvPicPr>
              <p:cNvPr id="304" name="Entrada de lápiz 303">
                <a:extLst>
                  <a:ext uri="{FF2B5EF4-FFF2-40B4-BE49-F238E27FC236}">
                    <a16:creationId xmlns:a16="http://schemas.microsoft.com/office/drawing/2014/main" id="{625C15F5-7C0F-81E3-B462-DE7DB1B961BE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6858861" y="6429833"/>
                <a:ext cx="121964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305" name="Entrada de lápiz 304">
                <a:extLst>
                  <a:ext uri="{FF2B5EF4-FFF2-40B4-BE49-F238E27FC236}">
                    <a16:creationId xmlns:a16="http://schemas.microsoft.com/office/drawing/2014/main" id="{E0D117BA-18CD-FFCC-1537-58323C4E6838}"/>
                  </a:ext>
                </a:extLst>
              </p14:cNvPr>
              <p14:cNvContentPartPr/>
              <p14:nvPr/>
            </p14:nvContentPartPr>
            <p14:xfrm>
              <a:off x="6989143" y="6114473"/>
              <a:ext cx="82080" cy="414720"/>
            </p14:xfrm>
          </p:contentPart>
        </mc:Choice>
        <mc:Fallback>
          <p:pic>
            <p:nvPicPr>
              <p:cNvPr id="305" name="Entrada de lápiz 304">
                <a:extLst>
                  <a:ext uri="{FF2B5EF4-FFF2-40B4-BE49-F238E27FC236}">
                    <a16:creationId xmlns:a16="http://schemas.microsoft.com/office/drawing/2014/main" id="{E0D117BA-18CD-FFCC-1537-58323C4E6838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6978343" y="6103664"/>
                <a:ext cx="103320" cy="4359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306" name="Entrada de lápiz 305">
                <a:extLst>
                  <a:ext uri="{FF2B5EF4-FFF2-40B4-BE49-F238E27FC236}">
                    <a16:creationId xmlns:a16="http://schemas.microsoft.com/office/drawing/2014/main" id="{31A58EC3-BF6D-2361-47E8-459386AAB5CF}"/>
                  </a:ext>
                </a:extLst>
              </p14:cNvPr>
              <p14:cNvContentPartPr/>
              <p14:nvPr/>
            </p14:nvContentPartPr>
            <p14:xfrm>
              <a:off x="7322143" y="6421913"/>
              <a:ext cx="100800" cy="132480"/>
            </p14:xfrm>
          </p:contentPart>
        </mc:Choice>
        <mc:Fallback>
          <p:pic>
            <p:nvPicPr>
              <p:cNvPr id="306" name="Entrada de lápiz 305">
                <a:extLst>
                  <a:ext uri="{FF2B5EF4-FFF2-40B4-BE49-F238E27FC236}">
                    <a16:creationId xmlns:a16="http://schemas.microsoft.com/office/drawing/2014/main" id="{31A58EC3-BF6D-2361-47E8-459386AAB5CF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7311343" y="6411113"/>
                <a:ext cx="12204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307" name="Entrada de lápiz 306">
                <a:extLst>
                  <a:ext uri="{FF2B5EF4-FFF2-40B4-BE49-F238E27FC236}">
                    <a16:creationId xmlns:a16="http://schemas.microsoft.com/office/drawing/2014/main" id="{F30A2640-20B6-0215-6F4B-F7EB961B44F9}"/>
                  </a:ext>
                </a:extLst>
              </p14:cNvPr>
              <p14:cNvContentPartPr/>
              <p14:nvPr/>
            </p14:nvContentPartPr>
            <p14:xfrm>
              <a:off x="7461103" y="6161273"/>
              <a:ext cx="68760" cy="348840"/>
            </p14:xfrm>
          </p:contentPart>
        </mc:Choice>
        <mc:Fallback>
          <p:pic>
            <p:nvPicPr>
              <p:cNvPr id="307" name="Entrada de lápiz 306">
                <a:extLst>
                  <a:ext uri="{FF2B5EF4-FFF2-40B4-BE49-F238E27FC236}">
                    <a16:creationId xmlns:a16="http://schemas.microsoft.com/office/drawing/2014/main" id="{F30A2640-20B6-0215-6F4B-F7EB961B44F9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7450303" y="6150473"/>
                <a:ext cx="9000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308" name="Entrada de lápiz 307">
                <a:extLst>
                  <a:ext uri="{FF2B5EF4-FFF2-40B4-BE49-F238E27FC236}">
                    <a16:creationId xmlns:a16="http://schemas.microsoft.com/office/drawing/2014/main" id="{CD569B25-B91C-A7DE-D8EA-2FF8EA7D4A4F}"/>
                  </a:ext>
                </a:extLst>
              </p14:cNvPr>
              <p14:cNvContentPartPr/>
              <p14:nvPr/>
            </p14:nvContentPartPr>
            <p14:xfrm>
              <a:off x="7674223" y="6412193"/>
              <a:ext cx="88200" cy="128880"/>
            </p14:xfrm>
          </p:contentPart>
        </mc:Choice>
        <mc:Fallback>
          <p:pic>
            <p:nvPicPr>
              <p:cNvPr id="308" name="Entrada de lápiz 307">
                <a:extLst>
                  <a:ext uri="{FF2B5EF4-FFF2-40B4-BE49-F238E27FC236}">
                    <a16:creationId xmlns:a16="http://schemas.microsoft.com/office/drawing/2014/main" id="{CD569B25-B91C-A7DE-D8EA-2FF8EA7D4A4F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7663423" y="6401393"/>
                <a:ext cx="10944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309" name="Entrada de lápiz 308">
                <a:extLst>
                  <a:ext uri="{FF2B5EF4-FFF2-40B4-BE49-F238E27FC236}">
                    <a16:creationId xmlns:a16="http://schemas.microsoft.com/office/drawing/2014/main" id="{19E41E29-9879-8460-4793-D8D057B29881}"/>
                  </a:ext>
                </a:extLst>
              </p14:cNvPr>
              <p14:cNvContentPartPr/>
              <p14:nvPr/>
            </p14:nvContentPartPr>
            <p14:xfrm>
              <a:off x="7806343" y="6384113"/>
              <a:ext cx="69480" cy="119880"/>
            </p14:xfrm>
          </p:contentPart>
        </mc:Choice>
        <mc:Fallback>
          <p:pic>
            <p:nvPicPr>
              <p:cNvPr id="309" name="Entrada de lápiz 308">
                <a:extLst>
                  <a:ext uri="{FF2B5EF4-FFF2-40B4-BE49-F238E27FC236}">
                    <a16:creationId xmlns:a16="http://schemas.microsoft.com/office/drawing/2014/main" id="{19E41E29-9879-8460-4793-D8D057B29881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7795543" y="6373280"/>
                <a:ext cx="90720" cy="1411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310" name="Entrada de lápiz 309">
                <a:extLst>
                  <a:ext uri="{FF2B5EF4-FFF2-40B4-BE49-F238E27FC236}">
                    <a16:creationId xmlns:a16="http://schemas.microsoft.com/office/drawing/2014/main" id="{AC9625DB-B4C5-75B5-1DC0-A146662A96F8}"/>
                  </a:ext>
                </a:extLst>
              </p14:cNvPr>
              <p14:cNvContentPartPr/>
              <p14:nvPr/>
            </p14:nvContentPartPr>
            <p14:xfrm>
              <a:off x="7881583" y="6365393"/>
              <a:ext cx="88200" cy="145080"/>
            </p14:xfrm>
          </p:contentPart>
        </mc:Choice>
        <mc:Fallback>
          <p:pic>
            <p:nvPicPr>
              <p:cNvPr id="310" name="Entrada de lápiz 309">
                <a:extLst>
                  <a:ext uri="{FF2B5EF4-FFF2-40B4-BE49-F238E27FC236}">
                    <a16:creationId xmlns:a16="http://schemas.microsoft.com/office/drawing/2014/main" id="{AC9625DB-B4C5-75B5-1DC0-A146662A96F8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7870783" y="6354593"/>
                <a:ext cx="10944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311" name="Entrada de lápiz 310">
                <a:extLst>
                  <a:ext uri="{FF2B5EF4-FFF2-40B4-BE49-F238E27FC236}">
                    <a16:creationId xmlns:a16="http://schemas.microsoft.com/office/drawing/2014/main" id="{FA272808-5C6F-344F-7C51-DCFDB9630B16}"/>
                  </a:ext>
                </a:extLst>
              </p14:cNvPr>
              <p14:cNvContentPartPr/>
              <p14:nvPr/>
            </p14:nvContentPartPr>
            <p14:xfrm>
              <a:off x="8007583" y="6346313"/>
              <a:ext cx="75960" cy="144360"/>
            </p14:xfrm>
          </p:contentPart>
        </mc:Choice>
        <mc:Fallback>
          <p:pic>
            <p:nvPicPr>
              <p:cNvPr id="311" name="Entrada de lápiz 310">
                <a:extLst>
                  <a:ext uri="{FF2B5EF4-FFF2-40B4-BE49-F238E27FC236}">
                    <a16:creationId xmlns:a16="http://schemas.microsoft.com/office/drawing/2014/main" id="{FA272808-5C6F-344F-7C51-DCFDB9630B16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7996783" y="6335513"/>
                <a:ext cx="9720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312" name="Entrada de lápiz 311">
                <a:extLst>
                  <a:ext uri="{FF2B5EF4-FFF2-40B4-BE49-F238E27FC236}">
                    <a16:creationId xmlns:a16="http://schemas.microsoft.com/office/drawing/2014/main" id="{9D0D73EA-DF88-1672-3361-DD9E6A4ACBF0}"/>
                  </a:ext>
                </a:extLst>
              </p14:cNvPr>
              <p14:cNvContentPartPr/>
              <p14:nvPr/>
            </p14:nvContentPartPr>
            <p14:xfrm>
              <a:off x="8089303" y="6377993"/>
              <a:ext cx="88560" cy="100800"/>
            </p14:xfrm>
          </p:contentPart>
        </mc:Choice>
        <mc:Fallback>
          <p:pic>
            <p:nvPicPr>
              <p:cNvPr id="312" name="Entrada de lápiz 311">
                <a:extLst>
                  <a:ext uri="{FF2B5EF4-FFF2-40B4-BE49-F238E27FC236}">
                    <a16:creationId xmlns:a16="http://schemas.microsoft.com/office/drawing/2014/main" id="{9D0D73EA-DF88-1672-3361-DD9E6A4ACBF0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8078503" y="6367231"/>
                <a:ext cx="109800" cy="121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313" name="Entrada de lápiz 312">
                <a:extLst>
                  <a:ext uri="{FF2B5EF4-FFF2-40B4-BE49-F238E27FC236}">
                    <a16:creationId xmlns:a16="http://schemas.microsoft.com/office/drawing/2014/main" id="{4D85E5B7-4ED6-168F-A02F-2AB69A43E27A}"/>
                  </a:ext>
                </a:extLst>
              </p14:cNvPr>
              <p14:cNvContentPartPr/>
              <p14:nvPr/>
            </p14:nvContentPartPr>
            <p14:xfrm>
              <a:off x="8347063" y="6346313"/>
              <a:ext cx="69480" cy="107280"/>
            </p14:xfrm>
          </p:contentPart>
        </mc:Choice>
        <mc:Fallback>
          <p:pic>
            <p:nvPicPr>
              <p:cNvPr id="313" name="Entrada de lápiz 312">
                <a:extLst>
                  <a:ext uri="{FF2B5EF4-FFF2-40B4-BE49-F238E27FC236}">
                    <a16:creationId xmlns:a16="http://schemas.microsoft.com/office/drawing/2014/main" id="{4D85E5B7-4ED6-168F-A02F-2AB69A43E27A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8336263" y="6335513"/>
                <a:ext cx="907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314" name="Entrada de lápiz 313">
                <a:extLst>
                  <a:ext uri="{FF2B5EF4-FFF2-40B4-BE49-F238E27FC236}">
                    <a16:creationId xmlns:a16="http://schemas.microsoft.com/office/drawing/2014/main" id="{D444E98A-258D-F5DB-F2FF-A9739DFCA92D}"/>
                  </a:ext>
                </a:extLst>
              </p14:cNvPr>
              <p14:cNvContentPartPr/>
              <p14:nvPr/>
            </p14:nvContentPartPr>
            <p14:xfrm>
              <a:off x="8428783" y="6340193"/>
              <a:ext cx="75960" cy="163800"/>
            </p14:xfrm>
          </p:contentPart>
        </mc:Choice>
        <mc:Fallback>
          <p:pic>
            <p:nvPicPr>
              <p:cNvPr id="314" name="Entrada de lápiz 313">
                <a:extLst>
                  <a:ext uri="{FF2B5EF4-FFF2-40B4-BE49-F238E27FC236}">
                    <a16:creationId xmlns:a16="http://schemas.microsoft.com/office/drawing/2014/main" id="{D444E98A-258D-F5DB-F2FF-A9739DFCA92D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8417983" y="6329393"/>
                <a:ext cx="9720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315" name="Entrada de lápiz 314">
                <a:extLst>
                  <a:ext uri="{FF2B5EF4-FFF2-40B4-BE49-F238E27FC236}">
                    <a16:creationId xmlns:a16="http://schemas.microsoft.com/office/drawing/2014/main" id="{E953BB2C-27A6-1E3A-6B01-8CD5C4D2FB09}"/>
                  </a:ext>
                </a:extLst>
              </p14:cNvPr>
              <p14:cNvContentPartPr/>
              <p14:nvPr/>
            </p14:nvContentPartPr>
            <p14:xfrm>
              <a:off x="8548303" y="6352793"/>
              <a:ext cx="82080" cy="119880"/>
            </p14:xfrm>
          </p:contentPart>
        </mc:Choice>
        <mc:Fallback>
          <p:pic>
            <p:nvPicPr>
              <p:cNvPr id="315" name="Entrada de lápiz 314">
                <a:extLst>
                  <a:ext uri="{FF2B5EF4-FFF2-40B4-BE49-F238E27FC236}">
                    <a16:creationId xmlns:a16="http://schemas.microsoft.com/office/drawing/2014/main" id="{E953BB2C-27A6-1E3A-6B01-8CD5C4D2FB09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8537503" y="6341993"/>
                <a:ext cx="10332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316" name="Entrada de lápiz 315">
                <a:extLst>
                  <a:ext uri="{FF2B5EF4-FFF2-40B4-BE49-F238E27FC236}">
                    <a16:creationId xmlns:a16="http://schemas.microsoft.com/office/drawing/2014/main" id="{2ABEA92C-1A7C-FFCB-B68B-FEEE6B682D2F}"/>
                  </a:ext>
                </a:extLst>
              </p14:cNvPr>
              <p14:cNvContentPartPr/>
              <p14:nvPr/>
            </p14:nvContentPartPr>
            <p14:xfrm>
              <a:off x="8623543" y="6365393"/>
              <a:ext cx="94680" cy="107280"/>
            </p14:xfrm>
          </p:contentPart>
        </mc:Choice>
        <mc:Fallback>
          <p:pic>
            <p:nvPicPr>
              <p:cNvPr id="316" name="Entrada de lápiz 315">
                <a:extLst>
                  <a:ext uri="{FF2B5EF4-FFF2-40B4-BE49-F238E27FC236}">
                    <a16:creationId xmlns:a16="http://schemas.microsoft.com/office/drawing/2014/main" id="{2ABEA92C-1A7C-FFCB-B68B-FEEE6B682D2F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8612743" y="6354593"/>
                <a:ext cx="1159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317" name="Entrada de lápiz 316">
                <a:extLst>
                  <a:ext uri="{FF2B5EF4-FFF2-40B4-BE49-F238E27FC236}">
                    <a16:creationId xmlns:a16="http://schemas.microsoft.com/office/drawing/2014/main" id="{79B712B2-4C93-CD07-D4AE-CF9D7C7E0C20}"/>
                  </a:ext>
                </a:extLst>
              </p14:cNvPr>
              <p14:cNvContentPartPr/>
              <p14:nvPr/>
            </p14:nvContentPartPr>
            <p14:xfrm>
              <a:off x="8749543" y="6340193"/>
              <a:ext cx="100800" cy="126000"/>
            </p14:xfrm>
          </p:contentPart>
        </mc:Choice>
        <mc:Fallback>
          <p:pic>
            <p:nvPicPr>
              <p:cNvPr id="317" name="Entrada de lápiz 316">
                <a:extLst>
                  <a:ext uri="{FF2B5EF4-FFF2-40B4-BE49-F238E27FC236}">
                    <a16:creationId xmlns:a16="http://schemas.microsoft.com/office/drawing/2014/main" id="{79B712B2-4C93-CD07-D4AE-CF9D7C7E0C20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8738743" y="6329424"/>
                <a:ext cx="122040" cy="1471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318" name="Entrada de lápiz 317">
                <a:extLst>
                  <a:ext uri="{FF2B5EF4-FFF2-40B4-BE49-F238E27FC236}">
                    <a16:creationId xmlns:a16="http://schemas.microsoft.com/office/drawing/2014/main" id="{EE6909A2-4569-6F5F-58DC-05939B3D68AC}"/>
                  </a:ext>
                </a:extLst>
              </p14:cNvPr>
              <p14:cNvContentPartPr/>
              <p14:nvPr/>
            </p14:nvContentPartPr>
            <p14:xfrm>
              <a:off x="8862583" y="6390593"/>
              <a:ext cx="12960" cy="63360"/>
            </p14:xfrm>
          </p:contentPart>
        </mc:Choice>
        <mc:Fallback>
          <p:pic>
            <p:nvPicPr>
              <p:cNvPr id="318" name="Entrada de lápiz 317">
                <a:extLst>
                  <a:ext uri="{FF2B5EF4-FFF2-40B4-BE49-F238E27FC236}">
                    <a16:creationId xmlns:a16="http://schemas.microsoft.com/office/drawing/2014/main" id="{EE6909A2-4569-6F5F-58DC-05939B3D68AC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8851783" y="6379793"/>
                <a:ext cx="3420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319" name="Entrada de lápiz 318">
                <a:extLst>
                  <a:ext uri="{FF2B5EF4-FFF2-40B4-BE49-F238E27FC236}">
                    <a16:creationId xmlns:a16="http://schemas.microsoft.com/office/drawing/2014/main" id="{D5EC6A09-B658-F17D-F740-33D57A70F618}"/>
                  </a:ext>
                </a:extLst>
              </p14:cNvPr>
              <p14:cNvContentPartPr/>
              <p14:nvPr/>
            </p14:nvContentPartPr>
            <p14:xfrm>
              <a:off x="8862583" y="6321113"/>
              <a:ext cx="6480" cy="360"/>
            </p14:xfrm>
          </p:contentPart>
        </mc:Choice>
        <mc:Fallback>
          <p:pic>
            <p:nvPicPr>
              <p:cNvPr id="319" name="Entrada de lápiz 318">
                <a:extLst>
                  <a:ext uri="{FF2B5EF4-FFF2-40B4-BE49-F238E27FC236}">
                    <a16:creationId xmlns:a16="http://schemas.microsoft.com/office/drawing/2014/main" id="{D5EC6A09-B658-F17D-F740-33D57A70F618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8852351" y="6310313"/>
                <a:ext cx="26602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320" name="Entrada de lápiz 319">
                <a:extLst>
                  <a:ext uri="{FF2B5EF4-FFF2-40B4-BE49-F238E27FC236}">
                    <a16:creationId xmlns:a16="http://schemas.microsoft.com/office/drawing/2014/main" id="{9311FD29-E543-6E30-DB27-9F565AEDBF8B}"/>
                  </a:ext>
                </a:extLst>
              </p14:cNvPr>
              <p14:cNvContentPartPr/>
              <p14:nvPr/>
            </p14:nvContentPartPr>
            <p14:xfrm>
              <a:off x="8931703" y="6352793"/>
              <a:ext cx="100800" cy="88560"/>
            </p14:xfrm>
          </p:contentPart>
        </mc:Choice>
        <mc:Fallback>
          <p:pic>
            <p:nvPicPr>
              <p:cNvPr id="320" name="Entrada de lápiz 319">
                <a:extLst>
                  <a:ext uri="{FF2B5EF4-FFF2-40B4-BE49-F238E27FC236}">
                    <a16:creationId xmlns:a16="http://schemas.microsoft.com/office/drawing/2014/main" id="{9311FD29-E543-6E30-DB27-9F565AEDBF8B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8920941" y="6341993"/>
                <a:ext cx="121964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331" name="Entrada de lápiz 330">
                <a:extLst>
                  <a:ext uri="{FF2B5EF4-FFF2-40B4-BE49-F238E27FC236}">
                    <a16:creationId xmlns:a16="http://schemas.microsoft.com/office/drawing/2014/main" id="{ECF86DAC-532D-6EE5-9C68-43F41DBA2521}"/>
                  </a:ext>
                </a:extLst>
              </p14:cNvPr>
              <p14:cNvContentPartPr/>
              <p14:nvPr/>
            </p14:nvContentPartPr>
            <p14:xfrm>
              <a:off x="11406603" y="2058621"/>
              <a:ext cx="394200" cy="290880"/>
            </p14:xfrm>
          </p:contentPart>
        </mc:Choice>
        <mc:Fallback>
          <p:pic>
            <p:nvPicPr>
              <p:cNvPr id="331" name="Entrada de lápiz 330">
                <a:extLst>
                  <a:ext uri="{FF2B5EF4-FFF2-40B4-BE49-F238E27FC236}">
                    <a16:creationId xmlns:a16="http://schemas.microsoft.com/office/drawing/2014/main" id="{ECF86DAC-532D-6EE5-9C68-43F41DBA2521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11395793" y="2047808"/>
                <a:ext cx="415459" cy="3121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332" name="Entrada de lápiz 331">
                <a:extLst>
                  <a:ext uri="{FF2B5EF4-FFF2-40B4-BE49-F238E27FC236}">
                    <a16:creationId xmlns:a16="http://schemas.microsoft.com/office/drawing/2014/main" id="{B8546066-4AA1-EAFE-5297-386C10ABB923}"/>
                  </a:ext>
                </a:extLst>
              </p14:cNvPr>
              <p14:cNvContentPartPr/>
              <p14:nvPr/>
            </p14:nvContentPartPr>
            <p14:xfrm>
              <a:off x="11042283" y="2060781"/>
              <a:ext cx="166320" cy="294480"/>
            </p14:xfrm>
          </p:contentPart>
        </mc:Choice>
        <mc:Fallback>
          <p:pic>
            <p:nvPicPr>
              <p:cNvPr id="332" name="Entrada de lápiz 331">
                <a:extLst>
                  <a:ext uri="{FF2B5EF4-FFF2-40B4-BE49-F238E27FC236}">
                    <a16:creationId xmlns:a16="http://schemas.microsoft.com/office/drawing/2014/main" id="{B8546066-4AA1-EAFE-5297-386C10ABB923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11031483" y="2049968"/>
                <a:ext cx="187560" cy="3157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333" name="Entrada de lápiz 332">
                <a:extLst>
                  <a:ext uri="{FF2B5EF4-FFF2-40B4-BE49-F238E27FC236}">
                    <a16:creationId xmlns:a16="http://schemas.microsoft.com/office/drawing/2014/main" id="{D5886877-94FD-916F-6E17-FBEAAD4E7185}"/>
                  </a:ext>
                </a:extLst>
              </p14:cNvPr>
              <p14:cNvContentPartPr/>
              <p14:nvPr/>
            </p14:nvContentPartPr>
            <p14:xfrm>
              <a:off x="10664643" y="2053221"/>
              <a:ext cx="204840" cy="301320"/>
            </p14:xfrm>
          </p:contentPart>
        </mc:Choice>
        <mc:Fallback>
          <p:pic>
            <p:nvPicPr>
              <p:cNvPr id="333" name="Entrada de lápiz 332">
                <a:extLst>
                  <a:ext uri="{FF2B5EF4-FFF2-40B4-BE49-F238E27FC236}">
                    <a16:creationId xmlns:a16="http://schemas.microsoft.com/office/drawing/2014/main" id="{D5886877-94FD-916F-6E17-FBEAAD4E7185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10653862" y="2042421"/>
                <a:ext cx="226043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348" name="Entrada de lápiz 347">
                <a:extLst>
                  <a:ext uri="{FF2B5EF4-FFF2-40B4-BE49-F238E27FC236}">
                    <a16:creationId xmlns:a16="http://schemas.microsoft.com/office/drawing/2014/main" id="{556C96FB-3B20-FFBF-8150-4024FDD5FB72}"/>
                  </a:ext>
                </a:extLst>
              </p14:cNvPr>
              <p14:cNvContentPartPr/>
              <p14:nvPr/>
            </p14:nvContentPartPr>
            <p14:xfrm>
              <a:off x="7462083" y="2538861"/>
              <a:ext cx="956880" cy="243000"/>
            </p14:xfrm>
          </p:contentPart>
        </mc:Choice>
        <mc:Fallback>
          <p:pic>
            <p:nvPicPr>
              <p:cNvPr id="348" name="Entrada de lápiz 347">
                <a:extLst>
                  <a:ext uri="{FF2B5EF4-FFF2-40B4-BE49-F238E27FC236}">
                    <a16:creationId xmlns:a16="http://schemas.microsoft.com/office/drawing/2014/main" id="{556C96FB-3B20-FFBF-8150-4024FDD5FB72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7451283" y="2528077"/>
                <a:ext cx="978120" cy="2642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349" name="Entrada de lápiz 348">
                <a:extLst>
                  <a:ext uri="{FF2B5EF4-FFF2-40B4-BE49-F238E27FC236}">
                    <a16:creationId xmlns:a16="http://schemas.microsoft.com/office/drawing/2014/main" id="{1A8EA4F1-663A-A132-49FD-AE78A01792BD}"/>
                  </a:ext>
                </a:extLst>
              </p14:cNvPr>
              <p14:cNvContentPartPr/>
              <p14:nvPr/>
            </p14:nvContentPartPr>
            <p14:xfrm>
              <a:off x="3859445" y="2264858"/>
              <a:ext cx="1037160" cy="23040"/>
            </p14:xfrm>
          </p:contentPart>
        </mc:Choice>
        <mc:Fallback>
          <p:pic>
            <p:nvPicPr>
              <p:cNvPr id="349" name="Entrada de lápiz 348">
                <a:extLst>
                  <a:ext uri="{FF2B5EF4-FFF2-40B4-BE49-F238E27FC236}">
                    <a16:creationId xmlns:a16="http://schemas.microsoft.com/office/drawing/2014/main" id="{1A8EA4F1-663A-A132-49FD-AE78A01792BD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3848645" y="2254058"/>
                <a:ext cx="10584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358" name="Entrada de lápiz 357">
                <a:extLst>
                  <a:ext uri="{FF2B5EF4-FFF2-40B4-BE49-F238E27FC236}">
                    <a16:creationId xmlns:a16="http://schemas.microsoft.com/office/drawing/2014/main" id="{1C582077-9AD8-32B1-BB41-2FCFB379C58C}"/>
                  </a:ext>
                </a:extLst>
              </p14:cNvPr>
              <p14:cNvContentPartPr/>
              <p14:nvPr/>
            </p14:nvContentPartPr>
            <p14:xfrm>
              <a:off x="3937565" y="1845098"/>
              <a:ext cx="1054440" cy="185760"/>
            </p14:xfrm>
          </p:contentPart>
        </mc:Choice>
        <mc:Fallback>
          <p:pic>
            <p:nvPicPr>
              <p:cNvPr id="358" name="Entrada de lápiz 357">
                <a:extLst>
                  <a:ext uri="{FF2B5EF4-FFF2-40B4-BE49-F238E27FC236}">
                    <a16:creationId xmlns:a16="http://schemas.microsoft.com/office/drawing/2014/main" id="{1C582077-9AD8-32B1-BB41-2FCFB379C58C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3926769" y="1834298"/>
                <a:ext cx="1075673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365" name="Entrada de lápiz 364">
                <a:extLst>
                  <a:ext uri="{FF2B5EF4-FFF2-40B4-BE49-F238E27FC236}">
                    <a16:creationId xmlns:a16="http://schemas.microsoft.com/office/drawing/2014/main" id="{A7DFF66E-1CC5-A926-CBB7-C894A6CFDE00}"/>
                  </a:ext>
                </a:extLst>
              </p14:cNvPr>
              <p14:cNvContentPartPr/>
              <p14:nvPr/>
            </p14:nvContentPartPr>
            <p14:xfrm>
              <a:off x="5047080" y="2268068"/>
              <a:ext cx="872640" cy="10080"/>
            </p14:xfrm>
          </p:contentPart>
        </mc:Choice>
        <mc:Fallback>
          <p:pic>
            <p:nvPicPr>
              <p:cNvPr id="365" name="Entrada de lápiz 364">
                <a:extLst>
                  <a:ext uri="{FF2B5EF4-FFF2-40B4-BE49-F238E27FC236}">
                    <a16:creationId xmlns:a16="http://schemas.microsoft.com/office/drawing/2014/main" id="{A7DFF66E-1CC5-A926-CBB7-C894A6CFDE00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5036276" y="2257268"/>
                <a:ext cx="893889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372" name="Entrada de lápiz 371">
                <a:extLst>
                  <a:ext uri="{FF2B5EF4-FFF2-40B4-BE49-F238E27FC236}">
                    <a16:creationId xmlns:a16="http://schemas.microsoft.com/office/drawing/2014/main" id="{D617A07C-CB08-1B57-7203-E7214B56E6A8}"/>
                  </a:ext>
                </a:extLst>
              </p14:cNvPr>
              <p14:cNvContentPartPr/>
              <p14:nvPr/>
            </p14:nvContentPartPr>
            <p14:xfrm>
              <a:off x="5190360" y="1897268"/>
              <a:ext cx="582840" cy="189000"/>
            </p14:xfrm>
          </p:contentPart>
        </mc:Choice>
        <mc:Fallback>
          <p:pic>
            <p:nvPicPr>
              <p:cNvPr id="372" name="Entrada de lápiz 371">
                <a:extLst>
                  <a:ext uri="{FF2B5EF4-FFF2-40B4-BE49-F238E27FC236}">
                    <a16:creationId xmlns:a16="http://schemas.microsoft.com/office/drawing/2014/main" id="{D617A07C-CB08-1B57-7203-E7214B56E6A8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5179560" y="1886447"/>
                <a:ext cx="604080" cy="21028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9269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/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5" name="CuadroTexto 86">
            <a:extLst>
              <a:ext uri="{FF2B5EF4-FFF2-40B4-BE49-F238E27FC236}">
                <a16:creationId xmlns:a16="http://schemas.microsoft.com/office/drawing/2014/main" id="{C1D9F011-92F6-63EF-1C20-AEE1113AD300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CE959C3-C289-926A-9587-8C07AB96C49F}"/>
              </a:ext>
            </a:extLst>
          </p:cNvPr>
          <p:cNvSpPr txBox="1"/>
          <p:nvPr/>
        </p:nvSpPr>
        <p:spPr>
          <a:xfrm>
            <a:off x="256032" y="1069848"/>
            <a:ext cx="802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Creación del Rol </a:t>
            </a:r>
            <a:r>
              <a:rPr lang="es-ES" err="1"/>
              <a:t>rol_adm</a:t>
            </a:r>
            <a:r>
              <a:rPr lang="es-ES"/>
              <a:t> y asignado de privilegios: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E73170C-0FA9-4AE8-2C5D-A880F59E9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599461"/>
            <a:ext cx="11269648" cy="87930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8FEB1F9-7540-69BD-9A55-187C68A01E2B}"/>
              </a:ext>
            </a:extLst>
          </p:cNvPr>
          <p:cNvSpPr txBox="1"/>
          <p:nvPr/>
        </p:nvSpPr>
        <p:spPr>
          <a:xfrm>
            <a:off x="256032" y="3662408"/>
            <a:ext cx="802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Creación del Usuario user_1A y asignación de rol: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CE28F74-E9D3-AC22-47CE-07F784286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4044198"/>
            <a:ext cx="11269648" cy="8478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F5FC9FA7-DE0B-9C90-19A5-A39A44D369E7}"/>
                  </a:ext>
                </a:extLst>
              </p14:cNvPr>
              <p14:cNvContentPartPr/>
              <p14:nvPr/>
            </p14:nvContentPartPr>
            <p14:xfrm>
              <a:off x="419029" y="2618695"/>
              <a:ext cx="1270440" cy="30492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F5FC9FA7-DE0B-9C90-19A5-A39A44D369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8229" y="2607895"/>
                <a:ext cx="129168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0B5685CC-EE20-2FF2-D378-51B3BF7314F6}"/>
                  </a:ext>
                </a:extLst>
              </p14:cNvPr>
              <p14:cNvContentPartPr/>
              <p14:nvPr/>
            </p14:nvContentPartPr>
            <p14:xfrm>
              <a:off x="1952989" y="2766295"/>
              <a:ext cx="182520" cy="15696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0B5685CC-EE20-2FF2-D378-51B3BF7314F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42210" y="2755495"/>
                <a:ext cx="203718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5C82F7E0-D3C2-476A-FFE8-CFFB6D5BB3D9}"/>
                  </a:ext>
                </a:extLst>
              </p14:cNvPr>
              <p14:cNvContentPartPr/>
              <p14:nvPr/>
            </p14:nvContentPartPr>
            <p14:xfrm>
              <a:off x="2154949" y="2810215"/>
              <a:ext cx="131760" cy="9468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5C82F7E0-D3C2-476A-FFE8-CFFB6D5BB3D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44149" y="2799415"/>
                <a:ext cx="15300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4CE71719-0713-2363-AF2E-06B6AA792198}"/>
                  </a:ext>
                </a:extLst>
              </p14:cNvPr>
              <p14:cNvContentPartPr/>
              <p14:nvPr/>
            </p14:nvContentPartPr>
            <p14:xfrm>
              <a:off x="2267269" y="2803735"/>
              <a:ext cx="107280" cy="6948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4CE71719-0713-2363-AF2E-06B6AA79219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56469" y="2792935"/>
                <a:ext cx="1285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5FC1A48D-A49C-540F-65CC-536AD1B4320A}"/>
                  </a:ext>
                </a:extLst>
              </p14:cNvPr>
              <p14:cNvContentPartPr/>
              <p14:nvPr/>
            </p14:nvContentPartPr>
            <p14:xfrm>
              <a:off x="2581549" y="2810215"/>
              <a:ext cx="107280" cy="10080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5FC1A48D-A49C-540F-65CC-536AD1B4320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70749" y="2799453"/>
                <a:ext cx="128520" cy="121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3C6BDE08-C691-97A2-F0F2-C3E5A60E4524}"/>
                  </a:ext>
                </a:extLst>
              </p14:cNvPr>
              <p14:cNvContentPartPr/>
              <p14:nvPr/>
            </p14:nvContentPartPr>
            <p14:xfrm>
              <a:off x="2694949" y="2568295"/>
              <a:ext cx="88560" cy="41184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3C6BDE08-C691-97A2-F0F2-C3E5A60E452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84149" y="2557495"/>
                <a:ext cx="10980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71338ADC-0517-81FC-E5C4-CC8DC71E5C3B}"/>
                  </a:ext>
                </a:extLst>
              </p14:cNvPr>
              <p14:cNvContentPartPr/>
              <p14:nvPr/>
            </p14:nvContentPartPr>
            <p14:xfrm>
              <a:off x="3047029" y="2816335"/>
              <a:ext cx="50760" cy="10080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71338ADC-0517-81FC-E5C4-CC8DC71E5C3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36229" y="2805535"/>
                <a:ext cx="7200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F84DF98A-2D88-C93A-DE13-EB5A0FA32F71}"/>
                  </a:ext>
                </a:extLst>
              </p14:cNvPr>
              <p14:cNvContentPartPr/>
              <p14:nvPr/>
            </p14:nvContentPartPr>
            <p14:xfrm>
              <a:off x="3134869" y="2810215"/>
              <a:ext cx="75960" cy="9468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F84DF98A-2D88-C93A-DE13-EB5A0FA32F7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24018" y="2799415"/>
                <a:ext cx="97301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518BE0CC-FC1D-1169-CFEC-9AED2EEF04C0}"/>
                  </a:ext>
                </a:extLst>
              </p14:cNvPr>
              <p14:cNvContentPartPr/>
              <p14:nvPr/>
            </p14:nvContentPartPr>
            <p14:xfrm>
              <a:off x="3242509" y="2822815"/>
              <a:ext cx="81360" cy="8208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518BE0CC-FC1D-1169-CFEC-9AED2EEF04C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231709" y="2812015"/>
                <a:ext cx="1026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7F803A5D-298C-72BE-21B8-0BAB7DB8CA3C}"/>
                  </a:ext>
                </a:extLst>
              </p14:cNvPr>
              <p14:cNvContentPartPr/>
              <p14:nvPr/>
            </p14:nvContentPartPr>
            <p14:xfrm>
              <a:off x="3330709" y="2810215"/>
              <a:ext cx="100080" cy="8820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7F803A5D-298C-72BE-21B8-0BAB7DB8CA3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319948" y="2799459"/>
                <a:ext cx="121244" cy="1093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4AF40A4A-85FE-D1D4-3D18-107E6E538269}"/>
                  </a:ext>
                </a:extLst>
              </p14:cNvPr>
              <p14:cNvContentPartPr/>
              <p14:nvPr/>
            </p14:nvContentPartPr>
            <p14:xfrm>
              <a:off x="3455629" y="2778535"/>
              <a:ext cx="50760" cy="12600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4AF40A4A-85FE-D1D4-3D18-107E6E53826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44829" y="2767735"/>
                <a:ext cx="7200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28792883-DBBE-E9E1-B5C6-5070DD8AC963}"/>
                  </a:ext>
                </a:extLst>
              </p14:cNvPr>
              <p14:cNvContentPartPr/>
              <p14:nvPr/>
            </p14:nvContentPartPr>
            <p14:xfrm>
              <a:off x="3556069" y="2816335"/>
              <a:ext cx="38160" cy="8136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28792883-DBBE-E9E1-B5C6-5070DD8AC96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545269" y="2805535"/>
                <a:ext cx="5940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FDCE7115-3F89-2030-E875-E047FFE0BBE8}"/>
                  </a:ext>
                </a:extLst>
              </p14:cNvPr>
              <p14:cNvContentPartPr/>
              <p14:nvPr/>
            </p14:nvContentPartPr>
            <p14:xfrm>
              <a:off x="3549949" y="2728495"/>
              <a:ext cx="12960" cy="1296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FDCE7115-3F89-2030-E875-E047FFE0BBE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39149" y="2717695"/>
                <a:ext cx="342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4A4B4C6D-A6BE-BAD1-2F8D-59BF1916E656}"/>
                  </a:ext>
                </a:extLst>
              </p14:cNvPr>
              <p14:cNvContentPartPr/>
              <p14:nvPr/>
            </p14:nvContentPartPr>
            <p14:xfrm>
              <a:off x="3593869" y="2778535"/>
              <a:ext cx="94680" cy="10080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4A4B4C6D-A6BE-BAD1-2F8D-59BF1916E65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583069" y="2767735"/>
                <a:ext cx="1159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B4FD0944-D752-62C1-1B68-4FFC8231F6CB}"/>
                  </a:ext>
                </a:extLst>
              </p14:cNvPr>
              <p14:cNvContentPartPr/>
              <p14:nvPr/>
            </p14:nvContentPartPr>
            <p14:xfrm>
              <a:off x="3839029" y="2785735"/>
              <a:ext cx="239400" cy="11916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B4FD0944-D752-62C1-1B68-4FFC8231F6C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828213" y="2774935"/>
                <a:ext cx="260672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FF2A9789-3C66-6BA5-9F12-2BE3F0412489}"/>
                  </a:ext>
                </a:extLst>
              </p14:cNvPr>
              <p14:cNvContentPartPr/>
              <p14:nvPr/>
            </p14:nvContentPartPr>
            <p14:xfrm>
              <a:off x="4210189" y="2553895"/>
              <a:ext cx="201240" cy="37008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FF2A9789-3C66-6BA5-9F12-2BE3F041248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199408" y="2543095"/>
                <a:ext cx="222442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7BDF2614-77ED-D8D8-C362-43CBE86B7EEF}"/>
                  </a:ext>
                </a:extLst>
              </p14:cNvPr>
              <p14:cNvContentPartPr/>
              <p14:nvPr/>
            </p14:nvContentPartPr>
            <p14:xfrm>
              <a:off x="4537069" y="2722015"/>
              <a:ext cx="478080" cy="28260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7BDF2614-77ED-D8D8-C362-43CBE86B7EE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526277" y="2711215"/>
                <a:ext cx="499304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2005F108-4366-2855-C7F0-4B7B2B29197C}"/>
                  </a:ext>
                </a:extLst>
              </p14:cNvPr>
              <p14:cNvContentPartPr/>
              <p14:nvPr/>
            </p14:nvContentPartPr>
            <p14:xfrm>
              <a:off x="5178343" y="2768993"/>
              <a:ext cx="82080" cy="27684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2005F108-4366-2855-C7F0-4B7B2B29197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167543" y="2758193"/>
                <a:ext cx="10332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F41F5880-BC2D-1ED0-11E5-356B976835BF}"/>
                  </a:ext>
                </a:extLst>
              </p14:cNvPr>
              <p14:cNvContentPartPr/>
              <p14:nvPr/>
            </p14:nvContentPartPr>
            <p14:xfrm>
              <a:off x="5190943" y="2913713"/>
              <a:ext cx="75960" cy="38160"/>
            </p14:xfrm>
          </p:contentPart>
        </mc:Choice>
        <mc:Fallback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F41F5880-BC2D-1ED0-11E5-356B976835B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180143" y="2902913"/>
                <a:ext cx="9720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4E46632E-6CF3-5924-C4FA-33EA4BBDDC4C}"/>
                  </a:ext>
                </a:extLst>
              </p14:cNvPr>
              <p14:cNvContentPartPr/>
              <p14:nvPr/>
            </p14:nvContentPartPr>
            <p14:xfrm>
              <a:off x="5291383" y="2768993"/>
              <a:ext cx="75960" cy="94680"/>
            </p14:xfrm>
          </p:contentPart>
        </mc:Choice>
        <mc:Fallback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4E46632E-6CF3-5924-C4FA-33EA4BBDDC4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280532" y="2758193"/>
                <a:ext cx="97301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C7AD6684-448A-1330-D7A4-2B2154066E2C}"/>
                  </a:ext>
                </a:extLst>
              </p14:cNvPr>
              <p14:cNvContentPartPr/>
              <p14:nvPr/>
            </p14:nvContentPartPr>
            <p14:xfrm>
              <a:off x="5392183" y="2776193"/>
              <a:ext cx="82080" cy="68760"/>
            </p14:xfrm>
          </p:contentPart>
        </mc:Choice>
        <mc:Fallback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C7AD6684-448A-1330-D7A4-2B2154066E2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381383" y="2765393"/>
                <a:ext cx="10332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ABE0A3A8-1215-4E12-DEA4-6F59AF8A55FD}"/>
                  </a:ext>
                </a:extLst>
              </p14:cNvPr>
              <p14:cNvContentPartPr/>
              <p14:nvPr/>
            </p14:nvContentPartPr>
            <p14:xfrm>
              <a:off x="5580823" y="2794193"/>
              <a:ext cx="88200" cy="7596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ABE0A3A8-1215-4E12-DEA4-6F59AF8A55F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570067" y="2783342"/>
                <a:ext cx="109354" cy="973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0B741EA1-695C-2BF7-3BB7-45252F5D2E10}"/>
                  </a:ext>
                </a:extLst>
              </p14:cNvPr>
              <p14:cNvContentPartPr/>
              <p14:nvPr/>
            </p14:nvContentPartPr>
            <p14:xfrm>
              <a:off x="5643463" y="2788073"/>
              <a:ext cx="69480" cy="252000"/>
            </p14:xfrm>
          </p:contentPart>
        </mc:Choice>
        <mc:Fallback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0B741EA1-695C-2BF7-3BB7-45252F5D2E1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632663" y="2777273"/>
                <a:ext cx="907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3DE4A41E-606D-D99A-D3B0-859D9BC44218}"/>
                  </a:ext>
                </a:extLst>
              </p14:cNvPr>
              <p14:cNvContentPartPr/>
              <p14:nvPr/>
            </p14:nvContentPartPr>
            <p14:xfrm>
              <a:off x="5719063" y="2693753"/>
              <a:ext cx="25560" cy="648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3DE4A41E-606D-D99A-D3B0-859D9BC4421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708263" y="2683521"/>
                <a:ext cx="46800" cy="266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8AB639EE-ED2A-2DD3-5305-A41ED4BC537F}"/>
                  </a:ext>
                </a:extLst>
              </p14:cNvPr>
              <p14:cNvContentPartPr/>
              <p14:nvPr/>
            </p14:nvContentPartPr>
            <p14:xfrm>
              <a:off x="5775583" y="2762873"/>
              <a:ext cx="63360" cy="8820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8AB639EE-ED2A-2DD3-5305-A41ED4BC537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764783" y="2752117"/>
                <a:ext cx="84600" cy="1093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5DA20C3B-50CF-A774-AB3C-821FD514FEFA}"/>
                  </a:ext>
                </a:extLst>
              </p14:cNvPr>
              <p14:cNvContentPartPr/>
              <p14:nvPr/>
            </p14:nvContentPartPr>
            <p14:xfrm>
              <a:off x="5863423" y="2712473"/>
              <a:ext cx="132480" cy="137880"/>
            </p14:xfrm>
          </p:contentPart>
        </mc:Choice>
        <mc:Fallback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5DA20C3B-50CF-A774-AB3C-821FD514FEF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852623" y="2701701"/>
                <a:ext cx="153720" cy="1590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00F5F4B6-174D-2F6D-E3A4-031D4A5E40DE}"/>
                  </a:ext>
                </a:extLst>
              </p14:cNvPr>
              <p14:cNvContentPartPr/>
              <p14:nvPr/>
            </p14:nvContentPartPr>
            <p14:xfrm>
              <a:off x="6026863" y="2612033"/>
              <a:ext cx="25560" cy="232920"/>
            </p14:xfrm>
          </p:contentPart>
        </mc:Choice>
        <mc:Fallback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00F5F4B6-174D-2F6D-E3A4-031D4A5E40D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016063" y="2601233"/>
                <a:ext cx="4680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55003CFE-E2E6-F5BC-1562-E6E4AD103CC9}"/>
                  </a:ext>
                </a:extLst>
              </p14:cNvPr>
              <p14:cNvContentPartPr/>
              <p14:nvPr/>
            </p14:nvContentPartPr>
            <p14:xfrm>
              <a:off x="6026863" y="2718593"/>
              <a:ext cx="56880" cy="19080"/>
            </p14:xfrm>
          </p:contentPart>
        </mc:Choice>
        <mc:Fallback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55003CFE-E2E6-F5BC-1562-E6E4AD103CC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016063" y="2707793"/>
                <a:ext cx="781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99F187F5-AC75-0D08-73C2-965372D8D413}"/>
                  </a:ext>
                </a:extLst>
              </p14:cNvPr>
              <p14:cNvContentPartPr/>
              <p14:nvPr/>
            </p14:nvContentPartPr>
            <p14:xfrm>
              <a:off x="6077263" y="2756393"/>
              <a:ext cx="69480" cy="75960"/>
            </p14:xfrm>
          </p:contentPart>
        </mc:Choice>
        <mc:Fallback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99F187F5-AC75-0D08-73C2-965372D8D41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066463" y="2745542"/>
                <a:ext cx="90720" cy="973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7" name="Entrada de lápiz 76">
                <a:extLst>
                  <a:ext uri="{FF2B5EF4-FFF2-40B4-BE49-F238E27FC236}">
                    <a16:creationId xmlns:a16="http://schemas.microsoft.com/office/drawing/2014/main" id="{6C25A0A9-CEF0-6829-4E8E-997AE8A27C45}"/>
                  </a:ext>
                </a:extLst>
              </p14:cNvPr>
              <p14:cNvContentPartPr/>
              <p14:nvPr/>
            </p14:nvContentPartPr>
            <p14:xfrm>
              <a:off x="6674503" y="2561633"/>
              <a:ext cx="730080" cy="308520"/>
            </p14:xfrm>
          </p:contentPart>
        </mc:Choice>
        <mc:Fallback>
          <p:pic>
            <p:nvPicPr>
              <p:cNvPr id="77" name="Entrada de lápiz 76">
                <a:extLst>
                  <a:ext uri="{FF2B5EF4-FFF2-40B4-BE49-F238E27FC236}">
                    <a16:creationId xmlns:a16="http://schemas.microsoft.com/office/drawing/2014/main" id="{6C25A0A9-CEF0-6829-4E8E-997AE8A27C4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663698" y="2550833"/>
                <a:ext cx="75133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C9EB4E89-080F-4ADD-6DD3-EFFC4767562E}"/>
                  </a:ext>
                </a:extLst>
              </p14:cNvPr>
              <p14:cNvContentPartPr/>
              <p14:nvPr/>
            </p14:nvContentPartPr>
            <p14:xfrm>
              <a:off x="6297223" y="2555873"/>
              <a:ext cx="170280" cy="325440"/>
            </p14:xfrm>
          </p:contentPart>
        </mc:Choice>
        <mc:Fallback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C9EB4E89-080F-4ADD-6DD3-EFFC4767562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286400" y="2545061"/>
                <a:ext cx="191565" cy="346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90" name="Entrada de lápiz 89">
                <a:extLst>
                  <a:ext uri="{FF2B5EF4-FFF2-40B4-BE49-F238E27FC236}">
                    <a16:creationId xmlns:a16="http://schemas.microsoft.com/office/drawing/2014/main" id="{C7CC157A-388E-7F1D-95B4-851881DEC778}"/>
                  </a:ext>
                </a:extLst>
              </p14:cNvPr>
              <p14:cNvContentPartPr/>
              <p14:nvPr/>
            </p14:nvContentPartPr>
            <p14:xfrm>
              <a:off x="1959223" y="4982993"/>
              <a:ext cx="1019160" cy="339120"/>
            </p14:xfrm>
          </p:contentPart>
        </mc:Choice>
        <mc:Fallback>
          <p:pic>
            <p:nvPicPr>
              <p:cNvPr id="90" name="Entrada de lápiz 89">
                <a:extLst>
                  <a:ext uri="{FF2B5EF4-FFF2-40B4-BE49-F238E27FC236}">
                    <a16:creationId xmlns:a16="http://schemas.microsoft.com/office/drawing/2014/main" id="{C7CC157A-388E-7F1D-95B4-851881DEC77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948419" y="4972193"/>
                <a:ext cx="1040408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04" name="Entrada de lápiz 103">
                <a:extLst>
                  <a:ext uri="{FF2B5EF4-FFF2-40B4-BE49-F238E27FC236}">
                    <a16:creationId xmlns:a16="http://schemas.microsoft.com/office/drawing/2014/main" id="{EA2A7311-C9C4-1F9C-13C6-F4619CF8338B}"/>
                  </a:ext>
                </a:extLst>
              </p14:cNvPr>
              <p14:cNvContentPartPr/>
              <p14:nvPr/>
            </p14:nvContentPartPr>
            <p14:xfrm>
              <a:off x="374863" y="4988393"/>
              <a:ext cx="804960" cy="420840"/>
            </p14:xfrm>
          </p:contentPart>
        </mc:Choice>
        <mc:Fallback>
          <p:pic>
            <p:nvPicPr>
              <p:cNvPr id="104" name="Entrada de lápiz 103">
                <a:extLst>
                  <a:ext uri="{FF2B5EF4-FFF2-40B4-BE49-F238E27FC236}">
                    <a16:creationId xmlns:a16="http://schemas.microsoft.com/office/drawing/2014/main" id="{EA2A7311-C9C4-1F9C-13C6-F4619CF8338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64063" y="4977593"/>
                <a:ext cx="82620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0657CABA-B223-1F67-F605-7B5FAD77EF0F}"/>
                  </a:ext>
                </a:extLst>
              </p14:cNvPr>
              <p14:cNvContentPartPr/>
              <p14:nvPr/>
            </p14:nvContentPartPr>
            <p14:xfrm>
              <a:off x="5618263" y="5095313"/>
              <a:ext cx="138600" cy="15120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0657CABA-B223-1F67-F605-7B5FAD77EF0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607463" y="5084539"/>
                <a:ext cx="159840" cy="1723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19" name="Entrada de lápiz 118">
                <a:extLst>
                  <a:ext uri="{FF2B5EF4-FFF2-40B4-BE49-F238E27FC236}">
                    <a16:creationId xmlns:a16="http://schemas.microsoft.com/office/drawing/2014/main" id="{33B46903-0E77-A8CF-8114-88EE431FC046}"/>
                  </a:ext>
                </a:extLst>
              </p14:cNvPr>
              <p14:cNvContentPartPr/>
              <p14:nvPr/>
            </p14:nvContentPartPr>
            <p14:xfrm>
              <a:off x="6454543" y="4970393"/>
              <a:ext cx="1081800" cy="319680"/>
            </p14:xfrm>
          </p:contentPart>
        </mc:Choice>
        <mc:Fallback>
          <p:pic>
            <p:nvPicPr>
              <p:cNvPr id="119" name="Entrada de lápiz 118">
                <a:extLst>
                  <a:ext uri="{FF2B5EF4-FFF2-40B4-BE49-F238E27FC236}">
                    <a16:creationId xmlns:a16="http://schemas.microsoft.com/office/drawing/2014/main" id="{33B46903-0E77-A8CF-8114-88EE431FC04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443739" y="4959593"/>
                <a:ext cx="1103047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20" name="Entrada de lápiz 119">
                <a:extLst>
                  <a:ext uri="{FF2B5EF4-FFF2-40B4-BE49-F238E27FC236}">
                    <a16:creationId xmlns:a16="http://schemas.microsoft.com/office/drawing/2014/main" id="{DC39FFFD-A3C0-33B0-A88B-D5EFA841643B}"/>
                  </a:ext>
                </a:extLst>
              </p14:cNvPr>
              <p14:cNvContentPartPr/>
              <p14:nvPr/>
            </p14:nvContentPartPr>
            <p14:xfrm>
              <a:off x="6165463" y="5007113"/>
              <a:ext cx="88200" cy="113760"/>
            </p14:xfrm>
          </p:contentPart>
        </mc:Choice>
        <mc:Fallback>
          <p:pic>
            <p:nvPicPr>
              <p:cNvPr id="120" name="Entrada de lápiz 119">
                <a:extLst>
                  <a:ext uri="{FF2B5EF4-FFF2-40B4-BE49-F238E27FC236}">
                    <a16:creationId xmlns:a16="http://schemas.microsoft.com/office/drawing/2014/main" id="{DC39FFFD-A3C0-33B0-A88B-D5EFA841643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154707" y="4996279"/>
                <a:ext cx="109354" cy="1350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AF6C394C-81FC-AD8C-044B-5894447EAB02}"/>
                  </a:ext>
                </a:extLst>
              </p14:cNvPr>
              <p14:cNvContentPartPr/>
              <p14:nvPr/>
            </p14:nvContentPartPr>
            <p14:xfrm>
              <a:off x="2575543" y="4812353"/>
              <a:ext cx="113400" cy="226080"/>
            </p14:xfrm>
          </p:contentPart>
        </mc:Choice>
        <mc:Fallback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AF6C394C-81FC-AD8C-044B-5894447EAB0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564743" y="4801536"/>
                <a:ext cx="134640" cy="2473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13073221-5DA5-FEC2-E150-98FC3D287392}"/>
                  </a:ext>
                </a:extLst>
              </p14:cNvPr>
              <p14:cNvContentPartPr/>
              <p14:nvPr/>
            </p14:nvContentPartPr>
            <p14:xfrm>
              <a:off x="915583" y="4790033"/>
              <a:ext cx="63360" cy="204480"/>
            </p14:xfrm>
          </p:contentPart>
        </mc:Choice>
        <mc:Fallback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13073221-5DA5-FEC2-E150-98FC3D28739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04721" y="4779233"/>
                <a:ext cx="84721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1856A78C-54BE-5219-F48F-9256EBFD260F}"/>
                  </a:ext>
                </a:extLst>
              </p14:cNvPr>
              <p14:cNvContentPartPr/>
              <p14:nvPr/>
            </p14:nvContentPartPr>
            <p14:xfrm>
              <a:off x="6800503" y="4818833"/>
              <a:ext cx="75960" cy="201240"/>
            </p14:xfrm>
          </p:contentPart>
        </mc:Choice>
        <mc:Fallback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1856A78C-54BE-5219-F48F-9256EBFD260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789703" y="4808052"/>
                <a:ext cx="97200" cy="2224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36" name="Entrada de lápiz 135">
                <a:extLst>
                  <a:ext uri="{FF2B5EF4-FFF2-40B4-BE49-F238E27FC236}">
                    <a16:creationId xmlns:a16="http://schemas.microsoft.com/office/drawing/2014/main" id="{1CCA1BBA-AF5D-E1C0-614C-39FDE7C33AD0}"/>
                  </a:ext>
                </a:extLst>
              </p14:cNvPr>
              <p14:cNvContentPartPr/>
              <p14:nvPr/>
            </p14:nvContentPartPr>
            <p14:xfrm>
              <a:off x="5618263" y="4843673"/>
              <a:ext cx="69480" cy="170280"/>
            </p14:xfrm>
          </p:contentPart>
        </mc:Choice>
        <mc:Fallback>
          <p:pic>
            <p:nvPicPr>
              <p:cNvPr id="136" name="Entrada de lápiz 135">
                <a:extLst>
                  <a:ext uri="{FF2B5EF4-FFF2-40B4-BE49-F238E27FC236}">
                    <a16:creationId xmlns:a16="http://schemas.microsoft.com/office/drawing/2014/main" id="{1CCA1BBA-AF5D-E1C0-614C-39FDE7C33AD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607463" y="4832850"/>
                <a:ext cx="90720" cy="19156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7425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4B07B-014C-3057-FF1C-7DBE32D9B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>
            <a:extLst>
              <a:ext uri="{FF2B5EF4-FFF2-40B4-BE49-F238E27FC236}">
                <a16:creationId xmlns:a16="http://schemas.microsoft.com/office/drawing/2014/main" id="{7B76DDDC-495C-B7B1-F8CB-1558031A9444}"/>
              </a:ext>
            </a:extLst>
          </p:cNvPr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716D3915-C95A-68B2-9807-29E6C75D92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5" name="CuadroTexto 86">
            <a:extLst>
              <a:ext uri="{FF2B5EF4-FFF2-40B4-BE49-F238E27FC236}">
                <a16:creationId xmlns:a16="http://schemas.microsoft.com/office/drawing/2014/main" id="{3D99D22B-BB31-A894-EA65-AAB1D41B0975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C27F12C-6805-4ADF-47C2-940B066F2A3A}"/>
              </a:ext>
            </a:extLst>
          </p:cNvPr>
          <p:cNvSpPr txBox="1"/>
          <p:nvPr/>
        </p:nvSpPr>
        <p:spPr>
          <a:xfrm>
            <a:off x="256032" y="1069848"/>
            <a:ext cx="802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Creación del Rol </a:t>
            </a:r>
            <a:r>
              <a:rPr lang="es-ES" err="1"/>
              <a:t>rol_con_student</a:t>
            </a:r>
            <a:r>
              <a:rPr lang="es-ES"/>
              <a:t> y asignado de privilegios: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A15C2C1-DEAD-DDAB-A7D4-E8F2038D601E}"/>
              </a:ext>
            </a:extLst>
          </p:cNvPr>
          <p:cNvSpPr txBox="1"/>
          <p:nvPr/>
        </p:nvSpPr>
        <p:spPr>
          <a:xfrm>
            <a:off x="256032" y="3662408"/>
            <a:ext cx="802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Creación del Usuario user_2B y asignación de rol: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07A34F3-A9B0-6CA8-5CA0-E39F9C981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439180"/>
            <a:ext cx="11679936" cy="82615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AAC04FB-C0F6-012D-5C02-B5EBFD78F5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4031740"/>
            <a:ext cx="11193437" cy="9335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9C61B338-D39F-5E7B-2ECF-12628F81ACDB}"/>
                  </a:ext>
                </a:extLst>
              </p14:cNvPr>
              <p14:cNvContentPartPr/>
              <p14:nvPr/>
            </p14:nvContentPartPr>
            <p14:xfrm>
              <a:off x="316543" y="2115233"/>
              <a:ext cx="4459680" cy="69876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9C61B338-D39F-5E7B-2ECF-12628F81ACD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5744" y="2104433"/>
                <a:ext cx="4480918" cy="72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6AEE41F7-33F7-9509-4B3B-F20BB73F0B17}"/>
                  </a:ext>
                </a:extLst>
              </p14:cNvPr>
              <p14:cNvContentPartPr/>
              <p14:nvPr/>
            </p14:nvContentPartPr>
            <p14:xfrm>
              <a:off x="4887308" y="2386511"/>
              <a:ext cx="836640" cy="27000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6AEE41F7-33F7-9509-4B3B-F20BB73F0B1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76508" y="2375711"/>
                <a:ext cx="85788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77931D1D-9297-F777-FD07-B7D71F59C290}"/>
                  </a:ext>
                </a:extLst>
              </p14:cNvPr>
              <p14:cNvContentPartPr/>
              <p14:nvPr/>
            </p14:nvContentPartPr>
            <p14:xfrm>
              <a:off x="4239668" y="2410991"/>
              <a:ext cx="478080" cy="23292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77931D1D-9297-F777-FD07-B7D71F59C29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28876" y="2400191"/>
                <a:ext cx="499304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AAA6B10A-CBCF-CF40-C45C-4B572CE0D51A}"/>
                  </a:ext>
                </a:extLst>
              </p14:cNvPr>
              <p14:cNvContentPartPr/>
              <p14:nvPr/>
            </p14:nvContentPartPr>
            <p14:xfrm>
              <a:off x="2969588" y="2392991"/>
              <a:ext cx="1050120" cy="414360"/>
            </p14:xfrm>
          </p:contentPart>
        </mc:Choice>
        <mc:Fallback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AAA6B10A-CBCF-CF40-C45C-4B572CE0D51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58788" y="2382200"/>
                <a:ext cx="1071360" cy="4355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30BD69B1-DF8D-84AF-34DA-8CE55261DB9E}"/>
                  </a:ext>
                </a:extLst>
              </p14:cNvPr>
              <p14:cNvContentPartPr/>
              <p14:nvPr/>
            </p14:nvContentPartPr>
            <p14:xfrm>
              <a:off x="1599068" y="2410991"/>
              <a:ext cx="1185120" cy="252000"/>
            </p14:xfrm>
          </p:contentPart>
        </mc:Choice>
        <mc:Fallback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30BD69B1-DF8D-84AF-34DA-8CE55261DB9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88268" y="2400176"/>
                <a:ext cx="1206360" cy="2732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41E681C9-35DB-DEBA-81BE-C41E5AC508AE}"/>
                  </a:ext>
                </a:extLst>
              </p14:cNvPr>
              <p14:cNvContentPartPr/>
              <p14:nvPr/>
            </p14:nvContentPartPr>
            <p14:xfrm>
              <a:off x="5824028" y="2524391"/>
              <a:ext cx="82080" cy="106560"/>
            </p14:xfrm>
          </p:contentPart>
        </mc:Choice>
        <mc:Fallback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41E681C9-35DB-DEBA-81BE-C41E5AC508A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813228" y="2513591"/>
                <a:ext cx="10332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0" name="Entrada de lápiz 69">
                <a:extLst>
                  <a:ext uri="{FF2B5EF4-FFF2-40B4-BE49-F238E27FC236}">
                    <a16:creationId xmlns:a16="http://schemas.microsoft.com/office/drawing/2014/main" id="{770FE2DB-F29D-A751-4E82-0F52133D96D0}"/>
                  </a:ext>
                </a:extLst>
              </p14:cNvPr>
              <p14:cNvContentPartPr/>
              <p14:nvPr/>
            </p14:nvContentPartPr>
            <p14:xfrm>
              <a:off x="5905748" y="2376791"/>
              <a:ext cx="176400" cy="291600"/>
            </p14:xfrm>
          </p:contentPart>
        </mc:Choice>
        <mc:Fallback>
          <p:pic>
            <p:nvPicPr>
              <p:cNvPr id="70" name="Entrada de lápiz 69">
                <a:extLst>
                  <a:ext uri="{FF2B5EF4-FFF2-40B4-BE49-F238E27FC236}">
                    <a16:creationId xmlns:a16="http://schemas.microsoft.com/office/drawing/2014/main" id="{770FE2DB-F29D-A751-4E82-0F52133D96D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894948" y="2365991"/>
                <a:ext cx="19764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71" name="Entrada de lápiz 70">
                <a:extLst>
                  <a:ext uri="{FF2B5EF4-FFF2-40B4-BE49-F238E27FC236}">
                    <a16:creationId xmlns:a16="http://schemas.microsoft.com/office/drawing/2014/main" id="{F4313FAC-E637-AE5E-32D3-9BED5189AD53}"/>
                  </a:ext>
                </a:extLst>
              </p14:cNvPr>
              <p14:cNvContentPartPr/>
              <p14:nvPr/>
            </p14:nvContentPartPr>
            <p14:xfrm>
              <a:off x="5297863" y="1668833"/>
              <a:ext cx="2955240" cy="276840"/>
            </p14:xfrm>
          </p:contentPart>
        </mc:Choice>
        <mc:Fallback>
          <p:pic>
            <p:nvPicPr>
              <p:cNvPr id="71" name="Entrada de lápiz 70">
                <a:extLst>
                  <a:ext uri="{FF2B5EF4-FFF2-40B4-BE49-F238E27FC236}">
                    <a16:creationId xmlns:a16="http://schemas.microsoft.com/office/drawing/2014/main" id="{F4313FAC-E637-AE5E-32D3-9BED5189AD5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87063" y="1658047"/>
                <a:ext cx="2976480" cy="2980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85" name="Entrada de lápiz 84">
                <a:extLst>
                  <a:ext uri="{FF2B5EF4-FFF2-40B4-BE49-F238E27FC236}">
                    <a16:creationId xmlns:a16="http://schemas.microsoft.com/office/drawing/2014/main" id="{0DB77F0A-672F-DD02-E84D-9A5469E9CAB5}"/>
                  </a:ext>
                </a:extLst>
              </p14:cNvPr>
              <p14:cNvContentPartPr/>
              <p14:nvPr/>
            </p14:nvContentPartPr>
            <p14:xfrm>
              <a:off x="5423503" y="1429793"/>
              <a:ext cx="208080" cy="176400"/>
            </p14:xfrm>
          </p:contentPart>
        </mc:Choice>
        <mc:Fallback>
          <p:pic>
            <p:nvPicPr>
              <p:cNvPr id="85" name="Entrada de lápiz 84">
                <a:extLst>
                  <a:ext uri="{FF2B5EF4-FFF2-40B4-BE49-F238E27FC236}">
                    <a16:creationId xmlns:a16="http://schemas.microsoft.com/office/drawing/2014/main" id="{0DB77F0A-672F-DD02-E84D-9A5469E9CAB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12703" y="1418993"/>
                <a:ext cx="22932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89" name="Entrada de lápiz 88">
                <a:extLst>
                  <a:ext uri="{FF2B5EF4-FFF2-40B4-BE49-F238E27FC236}">
                    <a16:creationId xmlns:a16="http://schemas.microsoft.com/office/drawing/2014/main" id="{02850C78-C9A3-24EB-8AE6-E535983889BE}"/>
                  </a:ext>
                </a:extLst>
              </p14:cNvPr>
              <p14:cNvContentPartPr/>
              <p14:nvPr/>
            </p14:nvContentPartPr>
            <p14:xfrm>
              <a:off x="5882503" y="1262393"/>
              <a:ext cx="358560" cy="343080"/>
            </p14:xfrm>
          </p:contentPart>
        </mc:Choice>
        <mc:Fallback>
          <p:pic>
            <p:nvPicPr>
              <p:cNvPr id="89" name="Entrada de lápiz 88">
                <a:extLst>
                  <a:ext uri="{FF2B5EF4-FFF2-40B4-BE49-F238E27FC236}">
                    <a16:creationId xmlns:a16="http://schemas.microsoft.com/office/drawing/2014/main" id="{02850C78-C9A3-24EB-8AE6-E535983889B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871714" y="1251604"/>
                <a:ext cx="379779" cy="3642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741009E1-6996-D52E-F07E-F5BA633FE57B}"/>
                  </a:ext>
                </a:extLst>
              </p14:cNvPr>
              <p14:cNvContentPartPr/>
              <p14:nvPr/>
            </p14:nvContentPartPr>
            <p14:xfrm>
              <a:off x="7366063" y="1354553"/>
              <a:ext cx="552960" cy="264600"/>
            </p14:xfrm>
          </p:contentPart>
        </mc:Choice>
        <mc:Fallback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741009E1-6996-D52E-F07E-F5BA633FE57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55263" y="1343753"/>
                <a:ext cx="57420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C6003972-6E7A-06AF-C81C-6441DF452EDC}"/>
                  </a:ext>
                </a:extLst>
              </p14:cNvPr>
              <p14:cNvContentPartPr/>
              <p14:nvPr/>
            </p14:nvContentPartPr>
            <p14:xfrm>
              <a:off x="6454543" y="1322873"/>
              <a:ext cx="704520" cy="27720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C6003972-6E7A-06AF-C81C-6441DF452ED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443743" y="1312059"/>
                <a:ext cx="725760" cy="2984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04" name="Entrada de lápiz 103">
                <a:extLst>
                  <a:ext uri="{FF2B5EF4-FFF2-40B4-BE49-F238E27FC236}">
                    <a16:creationId xmlns:a16="http://schemas.microsoft.com/office/drawing/2014/main" id="{988761C9-06BF-0086-EC0E-6024CB9F27FC}"/>
                  </a:ext>
                </a:extLst>
              </p14:cNvPr>
              <p14:cNvContentPartPr/>
              <p14:nvPr/>
            </p14:nvContentPartPr>
            <p14:xfrm>
              <a:off x="8837383" y="2108753"/>
              <a:ext cx="2722680" cy="170280"/>
            </p14:xfrm>
          </p:contentPart>
        </mc:Choice>
        <mc:Fallback>
          <p:pic>
            <p:nvPicPr>
              <p:cNvPr id="104" name="Entrada de lápiz 103">
                <a:extLst>
                  <a:ext uri="{FF2B5EF4-FFF2-40B4-BE49-F238E27FC236}">
                    <a16:creationId xmlns:a16="http://schemas.microsoft.com/office/drawing/2014/main" id="{988761C9-06BF-0086-EC0E-6024CB9F27F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826583" y="2097930"/>
                <a:ext cx="2743920" cy="1915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5C60FB24-54D0-78F7-E026-F222857792B6}"/>
                  </a:ext>
                </a:extLst>
              </p14:cNvPr>
              <p14:cNvContentPartPr/>
              <p14:nvPr/>
            </p14:nvContentPartPr>
            <p14:xfrm>
              <a:off x="7994983" y="2391713"/>
              <a:ext cx="151200" cy="25452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5C60FB24-54D0-78F7-E026-F222857792B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984183" y="2380913"/>
                <a:ext cx="17244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06" name="Entrada de lápiz 105">
                <a:extLst>
                  <a:ext uri="{FF2B5EF4-FFF2-40B4-BE49-F238E27FC236}">
                    <a16:creationId xmlns:a16="http://schemas.microsoft.com/office/drawing/2014/main" id="{9CFDB60E-5A9B-FCFC-C346-9721817839CF}"/>
                  </a:ext>
                </a:extLst>
              </p14:cNvPr>
              <p14:cNvContentPartPr/>
              <p14:nvPr/>
            </p14:nvContentPartPr>
            <p14:xfrm>
              <a:off x="8171023" y="2511233"/>
              <a:ext cx="82080" cy="75960"/>
            </p14:xfrm>
          </p:contentPart>
        </mc:Choice>
        <mc:Fallback>
          <p:pic>
            <p:nvPicPr>
              <p:cNvPr id="106" name="Entrada de lápiz 105">
                <a:extLst>
                  <a:ext uri="{FF2B5EF4-FFF2-40B4-BE49-F238E27FC236}">
                    <a16:creationId xmlns:a16="http://schemas.microsoft.com/office/drawing/2014/main" id="{9CFDB60E-5A9B-FCFC-C346-9721817839C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160223" y="2500382"/>
                <a:ext cx="103320" cy="973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07" name="Entrada de lápiz 106">
                <a:extLst>
                  <a:ext uri="{FF2B5EF4-FFF2-40B4-BE49-F238E27FC236}">
                    <a16:creationId xmlns:a16="http://schemas.microsoft.com/office/drawing/2014/main" id="{BCA4F9C7-1818-72D5-3B71-0E3DDC6E15DF}"/>
                  </a:ext>
                </a:extLst>
              </p14:cNvPr>
              <p14:cNvContentPartPr/>
              <p14:nvPr/>
            </p14:nvContentPartPr>
            <p14:xfrm>
              <a:off x="8259583" y="2349233"/>
              <a:ext cx="75240" cy="256680"/>
            </p14:xfrm>
          </p:contentPart>
        </mc:Choice>
        <mc:Fallback>
          <p:pic>
            <p:nvPicPr>
              <p:cNvPr id="107" name="Entrada de lápiz 106">
                <a:extLst>
                  <a:ext uri="{FF2B5EF4-FFF2-40B4-BE49-F238E27FC236}">
                    <a16:creationId xmlns:a16="http://schemas.microsoft.com/office/drawing/2014/main" id="{BCA4F9C7-1818-72D5-3B71-0E3DDC6E15D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248731" y="2338448"/>
                <a:ext cx="96582" cy="2778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08" name="Entrada de lápiz 107">
                <a:extLst>
                  <a:ext uri="{FF2B5EF4-FFF2-40B4-BE49-F238E27FC236}">
                    <a16:creationId xmlns:a16="http://schemas.microsoft.com/office/drawing/2014/main" id="{9BC60833-ECB0-A40E-9D33-1EC8046B1C0D}"/>
                  </a:ext>
                </a:extLst>
              </p14:cNvPr>
              <p14:cNvContentPartPr/>
              <p14:nvPr/>
            </p14:nvContentPartPr>
            <p14:xfrm>
              <a:off x="8491423" y="2498633"/>
              <a:ext cx="94680" cy="75960"/>
            </p14:xfrm>
          </p:contentPart>
        </mc:Choice>
        <mc:Fallback>
          <p:pic>
            <p:nvPicPr>
              <p:cNvPr id="108" name="Entrada de lápiz 107">
                <a:extLst>
                  <a:ext uri="{FF2B5EF4-FFF2-40B4-BE49-F238E27FC236}">
                    <a16:creationId xmlns:a16="http://schemas.microsoft.com/office/drawing/2014/main" id="{9BC60833-ECB0-A40E-9D33-1EC8046B1C0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480623" y="2487782"/>
                <a:ext cx="115920" cy="973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09" name="Entrada de lápiz 108">
                <a:extLst>
                  <a:ext uri="{FF2B5EF4-FFF2-40B4-BE49-F238E27FC236}">
                    <a16:creationId xmlns:a16="http://schemas.microsoft.com/office/drawing/2014/main" id="{30D3FD3E-A337-36FA-0762-88B9F14FDE25}"/>
                  </a:ext>
                </a:extLst>
              </p14:cNvPr>
              <p14:cNvContentPartPr/>
              <p14:nvPr/>
            </p14:nvContentPartPr>
            <p14:xfrm>
              <a:off x="8636143" y="2316473"/>
              <a:ext cx="75960" cy="276840"/>
            </p14:xfrm>
          </p:contentPart>
        </mc:Choice>
        <mc:Fallback>
          <p:pic>
            <p:nvPicPr>
              <p:cNvPr id="109" name="Entrada de lápiz 108">
                <a:extLst>
                  <a:ext uri="{FF2B5EF4-FFF2-40B4-BE49-F238E27FC236}">
                    <a16:creationId xmlns:a16="http://schemas.microsoft.com/office/drawing/2014/main" id="{30D3FD3E-A337-36FA-0762-88B9F14FDE2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625292" y="2305687"/>
                <a:ext cx="97301" cy="2980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10" name="Entrada de lápiz 109">
                <a:extLst>
                  <a:ext uri="{FF2B5EF4-FFF2-40B4-BE49-F238E27FC236}">
                    <a16:creationId xmlns:a16="http://schemas.microsoft.com/office/drawing/2014/main" id="{2CFF14D5-D1CA-5BBC-16AE-716B2F51E4E5}"/>
                  </a:ext>
                </a:extLst>
              </p14:cNvPr>
              <p14:cNvContentPartPr/>
              <p14:nvPr/>
            </p14:nvContentPartPr>
            <p14:xfrm>
              <a:off x="8824783" y="2479913"/>
              <a:ext cx="75960" cy="289440"/>
            </p14:xfrm>
          </p:contentPart>
        </mc:Choice>
        <mc:Fallback>
          <p:pic>
            <p:nvPicPr>
              <p:cNvPr id="110" name="Entrada de lápiz 109">
                <a:extLst>
                  <a:ext uri="{FF2B5EF4-FFF2-40B4-BE49-F238E27FC236}">
                    <a16:creationId xmlns:a16="http://schemas.microsoft.com/office/drawing/2014/main" id="{2CFF14D5-D1CA-5BBC-16AE-716B2F51E4E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813932" y="2469126"/>
                <a:ext cx="97301" cy="3106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11" name="Entrada de lápiz 110">
                <a:extLst>
                  <a:ext uri="{FF2B5EF4-FFF2-40B4-BE49-F238E27FC236}">
                    <a16:creationId xmlns:a16="http://schemas.microsoft.com/office/drawing/2014/main" id="{E17DF134-4CD6-29E5-590F-CA742ACA5EBF}"/>
                  </a:ext>
                </a:extLst>
              </p14:cNvPr>
              <p14:cNvContentPartPr/>
              <p14:nvPr/>
            </p14:nvContentPartPr>
            <p14:xfrm>
              <a:off x="8774383" y="2662073"/>
              <a:ext cx="119880" cy="38160"/>
            </p14:xfrm>
          </p:contentPart>
        </mc:Choice>
        <mc:Fallback>
          <p:pic>
            <p:nvPicPr>
              <p:cNvPr id="111" name="Entrada de lápiz 110">
                <a:extLst>
                  <a:ext uri="{FF2B5EF4-FFF2-40B4-BE49-F238E27FC236}">
                    <a16:creationId xmlns:a16="http://schemas.microsoft.com/office/drawing/2014/main" id="{E17DF134-4CD6-29E5-590F-CA742ACA5EB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63583" y="2651273"/>
                <a:ext cx="1411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B3F4F9B9-066C-1C9F-EFE6-A704495EE19D}"/>
                  </a:ext>
                </a:extLst>
              </p14:cNvPr>
              <p14:cNvContentPartPr/>
              <p14:nvPr/>
            </p14:nvContentPartPr>
            <p14:xfrm>
              <a:off x="8919103" y="2523833"/>
              <a:ext cx="63360" cy="56880"/>
            </p14:xfrm>
          </p:contentPart>
        </mc:Choice>
        <mc:Fallback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B3F4F9B9-066C-1C9F-EFE6-A704495EE19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08241" y="2513033"/>
                <a:ext cx="84721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13" name="Entrada de lápiz 112">
                <a:extLst>
                  <a:ext uri="{FF2B5EF4-FFF2-40B4-BE49-F238E27FC236}">
                    <a16:creationId xmlns:a16="http://schemas.microsoft.com/office/drawing/2014/main" id="{ED9CDD00-7AA2-ED4E-0046-2208B46DA08D}"/>
                  </a:ext>
                </a:extLst>
              </p14:cNvPr>
              <p14:cNvContentPartPr/>
              <p14:nvPr/>
            </p14:nvContentPartPr>
            <p14:xfrm>
              <a:off x="8995423" y="2517713"/>
              <a:ext cx="81360" cy="69480"/>
            </p14:xfrm>
          </p:contentPart>
        </mc:Choice>
        <mc:Fallback>
          <p:pic>
            <p:nvPicPr>
              <p:cNvPr id="113" name="Entrada de lápiz 112">
                <a:extLst>
                  <a:ext uri="{FF2B5EF4-FFF2-40B4-BE49-F238E27FC236}">
                    <a16:creationId xmlns:a16="http://schemas.microsoft.com/office/drawing/2014/main" id="{ED9CDD00-7AA2-ED4E-0046-2208B46DA08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984623" y="2506913"/>
                <a:ext cx="1026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14" name="Entrada de lápiz 113">
                <a:extLst>
                  <a:ext uri="{FF2B5EF4-FFF2-40B4-BE49-F238E27FC236}">
                    <a16:creationId xmlns:a16="http://schemas.microsoft.com/office/drawing/2014/main" id="{760CACD6-4976-1FB6-0309-212164C7C3F2}"/>
                  </a:ext>
                </a:extLst>
              </p14:cNvPr>
              <p14:cNvContentPartPr/>
              <p14:nvPr/>
            </p14:nvContentPartPr>
            <p14:xfrm>
              <a:off x="9315103" y="2486033"/>
              <a:ext cx="112680" cy="100800"/>
            </p14:xfrm>
          </p:contentPart>
        </mc:Choice>
        <mc:Fallback>
          <p:pic>
            <p:nvPicPr>
              <p:cNvPr id="114" name="Entrada de lápiz 113">
                <a:extLst>
                  <a:ext uri="{FF2B5EF4-FFF2-40B4-BE49-F238E27FC236}">
                    <a16:creationId xmlns:a16="http://schemas.microsoft.com/office/drawing/2014/main" id="{760CACD6-4976-1FB6-0309-212164C7C3F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304303" y="2475233"/>
                <a:ext cx="1339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15" name="Entrada de lápiz 114">
                <a:extLst>
                  <a:ext uri="{FF2B5EF4-FFF2-40B4-BE49-F238E27FC236}">
                    <a16:creationId xmlns:a16="http://schemas.microsoft.com/office/drawing/2014/main" id="{339DED07-80A5-037D-9BC5-F8EF7E600C2E}"/>
                  </a:ext>
                </a:extLst>
              </p14:cNvPr>
              <p14:cNvContentPartPr/>
              <p14:nvPr/>
            </p14:nvContentPartPr>
            <p14:xfrm>
              <a:off x="9447223" y="2511233"/>
              <a:ext cx="107280" cy="75960"/>
            </p14:xfrm>
          </p:contentPart>
        </mc:Choice>
        <mc:Fallback>
          <p:pic>
            <p:nvPicPr>
              <p:cNvPr id="115" name="Entrada de lápiz 114">
                <a:extLst>
                  <a:ext uri="{FF2B5EF4-FFF2-40B4-BE49-F238E27FC236}">
                    <a16:creationId xmlns:a16="http://schemas.microsoft.com/office/drawing/2014/main" id="{339DED07-80A5-037D-9BC5-F8EF7E600C2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436387" y="2500382"/>
                <a:ext cx="128592" cy="973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16" name="Entrada de lápiz 115">
                <a:extLst>
                  <a:ext uri="{FF2B5EF4-FFF2-40B4-BE49-F238E27FC236}">
                    <a16:creationId xmlns:a16="http://schemas.microsoft.com/office/drawing/2014/main" id="{52F76331-B9CC-E966-3059-DF2467574CD6}"/>
                  </a:ext>
                </a:extLst>
              </p14:cNvPr>
              <p14:cNvContentPartPr/>
              <p14:nvPr/>
            </p14:nvContentPartPr>
            <p14:xfrm>
              <a:off x="9780583" y="2492513"/>
              <a:ext cx="107280" cy="75960"/>
            </p14:xfrm>
          </p:contentPart>
        </mc:Choice>
        <mc:Fallback>
          <p:pic>
            <p:nvPicPr>
              <p:cNvPr id="116" name="Entrada de lápiz 115">
                <a:extLst>
                  <a:ext uri="{FF2B5EF4-FFF2-40B4-BE49-F238E27FC236}">
                    <a16:creationId xmlns:a16="http://schemas.microsoft.com/office/drawing/2014/main" id="{52F76331-B9CC-E966-3059-DF2467574CD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769783" y="2481713"/>
                <a:ext cx="12852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17" name="Entrada de lápiz 116">
                <a:extLst>
                  <a:ext uri="{FF2B5EF4-FFF2-40B4-BE49-F238E27FC236}">
                    <a16:creationId xmlns:a16="http://schemas.microsoft.com/office/drawing/2014/main" id="{E3588571-CA77-2D0B-F859-1716C5C3F339}"/>
                  </a:ext>
                </a:extLst>
              </p14:cNvPr>
              <p14:cNvContentPartPr/>
              <p14:nvPr/>
            </p14:nvContentPartPr>
            <p14:xfrm>
              <a:off x="9881023" y="2486033"/>
              <a:ext cx="82080" cy="106560"/>
            </p14:xfrm>
          </p:contentPart>
        </mc:Choice>
        <mc:Fallback>
          <p:pic>
            <p:nvPicPr>
              <p:cNvPr id="117" name="Entrada de lápiz 116">
                <a:extLst>
                  <a:ext uri="{FF2B5EF4-FFF2-40B4-BE49-F238E27FC236}">
                    <a16:creationId xmlns:a16="http://schemas.microsoft.com/office/drawing/2014/main" id="{E3588571-CA77-2D0B-F859-1716C5C3F33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870223" y="2475233"/>
                <a:ext cx="10332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18" name="Entrada de lápiz 117">
                <a:extLst>
                  <a:ext uri="{FF2B5EF4-FFF2-40B4-BE49-F238E27FC236}">
                    <a16:creationId xmlns:a16="http://schemas.microsoft.com/office/drawing/2014/main" id="{7304A43C-B1F2-6555-1DFF-F3054893A316}"/>
                  </a:ext>
                </a:extLst>
              </p14:cNvPr>
              <p14:cNvContentPartPr/>
              <p14:nvPr/>
            </p14:nvContentPartPr>
            <p14:xfrm>
              <a:off x="10013143" y="2498633"/>
              <a:ext cx="31680" cy="63360"/>
            </p14:xfrm>
          </p:contentPart>
        </mc:Choice>
        <mc:Fallback>
          <p:pic>
            <p:nvPicPr>
              <p:cNvPr id="118" name="Entrada de lápiz 117">
                <a:extLst>
                  <a:ext uri="{FF2B5EF4-FFF2-40B4-BE49-F238E27FC236}">
                    <a16:creationId xmlns:a16="http://schemas.microsoft.com/office/drawing/2014/main" id="{7304A43C-B1F2-6555-1DFF-F3054893A31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002464" y="2487771"/>
                <a:ext cx="52681" cy="847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19" name="Entrada de lápiz 118">
                <a:extLst>
                  <a:ext uri="{FF2B5EF4-FFF2-40B4-BE49-F238E27FC236}">
                    <a16:creationId xmlns:a16="http://schemas.microsoft.com/office/drawing/2014/main" id="{ACF9C60C-A3AF-4221-69D0-496B25D4D6D0}"/>
                  </a:ext>
                </a:extLst>
              </p14:cNvPr>
              <p14:cNvContentPartPr/>
              <p14:nvPr/>
            </p14:nvContentPartPr>
            <p14:xfrm>
              <a:off x="10013143" y="2435993"/>
              <a:ext cx="19080" cy="360"/>
            </p14:xfrm>
          </p:contentPart>
        </mc:Choice>
        <mc:Fallback>
          <p:pic>
            <p:nvPicPr>
              <p:cNvPr id="119" name="Entrada de lápiz 118">
                <a:extLst>
                  <a:ext uri="{FF2B5EF4-FFF2-40B4-BE49-F238E27FC236}">
                    <a16:creationId xmlns:a16="http://schemas.microsoft.com/office/drawing/2014/main" id="{ACF9C60C-A3AF-4221-69D0-496B25D4D6D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002543" y="2425193"/>
                <a:ext cx="39927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20" name="Entrada de lápiz 119">
                <a:extLst>
                  <a:ext uri="{FF2B5EF4-FFF2-40B4-BE49-F238E27FC236}">
                    <a16:creationId xmlns:a16="http://schemas.microsoft.com/office/drawing/2014/main" id="{42F8BC6B-A251-4A70-D596-5AD9F80243FE}"/>
                  </a:ext>
                </a:extLst>
              </p14:cNvPr>
              <p14:cNvContentPartPr/>
              <p14:nvPr/>
            </p14:nvContentPartPr>
            <p14:xfrm>
              <a:off x="10013143" y="2505833"/>
              <a:ext cx="138600" cy="269280"/>
            </p14:xfrm>
          </p:contentPart>
        </mc:Choice>
        <mc:Fallback>
          <p:pic>
            <p:nvPicPr>
              <p:cNvPr id="120" name="Entrada de lápiz 119">
                <a:extLst>
                  <a:ext uri="{FF2B5EF4-FFF2-40B4-BE49-F238E27FC236}">
                    <a16:creationId xmlns:a16="http://schemas.microsoft.com/office/drawing/2014/main" id="{42F8BC6B-A251-4A70-D596-5AD9F80243F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002371" y="2495033"/>
                <a:ext cx="159785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21" name="Entrada de lápiz 120">
                <a:extLst>
                  <a:ext uri="{FF2B5EF4-FFF2-40B4-BE49-F238E27FC236}">
                    <a16:creationId xmlns:a16="http://schemas.microsoft.com/office/drawing/2014/main" id="{4D7C8952-B368-DC66-B57D-CE1F1F54C485}"/>
                  </a:ext>
                </a:extLst>
              </p14:cNvPr>
              <p14:cNvContentPartPr/>
              <p14:nvPr/>
            </p14:nvContentPartPr>
            <p14:xfrm>
              <a:off x="10164703" y="2479913"/>
              <a:ext cx="81360" cy="100080"/>
            </p14:xfrm>
          </p:contentPart>
        </mc:Choice>
        <mc:Fallback>
          <p:pic>
            <p:nvPicPr>
              <p:cNvPr id="121" name="Entrada de lápiz 120">
                <a:extLst>
                  <a:ext uri="{FF2B5EF4-FFF2-40B4-BE49-F238E27FC236}">
                    <a16:creationId xmlns:a16="http://schemas.microsoft.com/office/drawing/2014/main" id="{4D7C8952-B368-DC66-B57D-CE1F1F54C48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153903" y="2469152"/>
                <a:ext cx="102600" cy="1212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22" name="Entrada de lápiz 121">
                <a:extLst>
                  <a:ext uri="{FF2B5EF4-FFF2-40B4-BE49-F238E27FC236}">
                    <a16:creationId xmlns:a16="http://schemas.microsoft.com/office/drawing/2014/main" id="{7ED5AA2A-54B8-109D-7D69-36CB3EC6E6ED}"/>
                  </a:ext>
                </a:extLst>
              </p14:cNvPr>
              <p14:cNvContentPartPr/>
              <p14:nvPr/>
            </p14:nvContentPartPr>
            <p14:xfrm>
              <a:off x="10251823" y="2486033"/>
              <a:ext cx="82080" cy="88200"/>
            </p14:xfrm>
          </p:contentPart>
        </mc:Choice>
        <mc:Fallback>
          <p:pic>
            <p:nvPicPr>
              <p:cNvPr id="122" name="Entrada de lápiz 121">
                <a:extLst>
                  <a:ext uri="{FF2B5EF4-FFF2-40B4-BE49-F238E27FC236}">
                    <a16:creationId xmlns:a16="http://schemas.microsoft.com/office/drawing/2014/main" id="{7ED5AA2A-54B8-109D-7D69-36CB3EC6E6E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241023" y="2475233"/>
                <a:ext cx="1033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23" name="Entrada de lápiz 122">
                <a:extLst>
                  <a:ext uri="{FF2B5EF4-FFF2-40B4-BE49-F238E27FC236}">
                    <a16:creationId xmlns:a16="http://schemas.microsoft.com/office/drawing/2014/main" id="{3521D259-7BED-6298-5A90-D8F63EBA17C7}"/>
                  </a:ext>
                </a:extLst>
              </p14:cNvPr>
              <p14:cNvContentPartPr/>
              <p14:nvPr/>
            </p14:nvContentPartPr>
            <p14:xfrm>
              <a:off x="10352623" y="2498633"/>
              <a:ext cx="88200" cy="85680"/>
            </p14:xfrm>
          </p:contentPart>
        </mc:Choice>
        <mc:Fallback>
          <p:pic>
            <p:nvPicPr>
              <p:cNvPr id="123" name="Entrada de lápiz 122">
                <a:extLst>
                  <a:ext uri="{FF2B5EF4-FFF2-40B4-BE49-F238E27FC236}">
                    <a16:creationId xmlns:a16="http://schemas.microsoft.com/office/drawing/2014/main" id="{3521D259-7BED-6298-5A90-D8F63EBA17C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341867" y="2487787"/>
                <a:ext cx="109354" cy="1070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24" name="Entrada de lápiz 123">
                <a:extLst>
                  <a:ext uri="{FF2B5EF4-FFF2-40B4-BE49-F238E27FC236}">
                    <a16:creationId xmlns:a16="http://schemas.microsoft.com/office/drawing/2014/main" id="{F7BE44B5-4C25-AFE8-5FCE-BEC4344880BE}"/>
                  </a:ext>
                </a:extLst>
              </p14:cNvPr>
              <p14:cNvContentPartPr/>
              <p14:nvPr/>
            </p14:nvContentPartPr>
            <p14:xfrm>
              <a:off x="10616503" y="2335193"/>
              <a:ext cx="145080" cy="220320"/>
            </p14:xfrm>
          </p:contentPart>
        </mc:Choice>
        <mc:Fallback>
          <p:pic>
            <p:nvPicPr>
              <p:cNvPr id="124" name="Entrada de lápiz 123">
                <a:extLst>
                  <a:ext uri="{FF2B5EF4-FFF2-40B4-BE49-F238E27FC236}">
                    <a16:creationId xmlns:a16="http://schemas.microsoft.com/office/drawing/2014/main" id="{F7BE44B5-4C25-AFE8-5FCE-BEC4344880B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605703" y="2324393"/>
                <a:ext cx="16632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25" name="Entrada de lápiz 124">
                <a:extLst>
                  <a:ext uri="{FF2B5EF4-FFF2-40B4-BE49-F238E27FC236}">
                    <a16:creationId xmlns:a16="http://schemas.microsoft.com/office/drawing/2014/main" id="{BB19CAD8-84C0-082A-DF52-CC3004203972}"/>
                  </a:ext>
                </a:extLst>
              </p14:cNvPr>
              <p14:cNvContentPartPr/>
              <p14:nvPr/>
            </p14:nvContentPartPr>
            <p14:xfrm>
              <a:off x="10717303" y="2479913"/>
              <a:ext cx="82080" cy="62640"/>
            </p14:xfrm>
          </p:contentPart>
        </mc:Choice>
        <mc:Fallback>
          <p:pic>
            <p:nvPicPr>
              <p:cNvPr id="125" name="Entrada de lápiz 124">
                <a:extLst>
                  <a:ext uri="{FF2B5EF4-FFF2-40B4-BE49-F238E27FC236}">
                    <a16:creationId xmlns:a16="http://schemas.microsoft.com/office/drawing/2014/main" id="{BB19CAD8-84C0-082A-DF52-CC300420397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706503" y="2469113"/>
                <a:ext cx="10332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26" name="Entrada de lápiz 125">
                <a:extLst>
                  <a:ext uri="{FF2B5EF4-FFF2-40B4-BE49-F238E27FC236}">
                    <a16:creationId xmlns:a16="http://schemas.microsoft.com/office/drawing/2014/main" id="{9B389CD4-F2C0-4E83-F3BB-34A583265006}"/>
                  </a:ext>
                </a:extLst>
              </p14:cNvPr>
              <p14:cNvContentPartPr/>
              <p14:nvPr/>
            </p14:nvContentPartPr>
            <p14:xfrm>
              <a:off x="10808743" y="2486033"/>
              <a:ext cx="94680" cy="69480"/>
            </p14:xfrm>
          </p:contentPart>
        </mc:Choice>
        <mc:Fallback>
          <p:pic>
            <p:nvPicPr>
              <p:cNvPr id="126" name="Entrada de lápiz 125">
                <a:extLst>
                  <a:ext uri="{FF2B5EF4-FFF2-40B4-BE49-F238E27FC236}">
                    <a16:creationId xmlns:a16="http://schemas.microsoft.com/office/drawing/2014/main" id="{9B389CD4-F2C0-4E83-F3BB-34A58326500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797902" y="2475233"/>
                <a:ext cx="116001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0CE68823-B5FD-631D-C793-594A9330963F}"/>
                  </a:ext>
                </a:extLst>
              </p14:cNvPr>
              <p14:cNvContentPartPr/>
              <p14:nvPr/>
            </p14:nvContentPartPr>
            <p14:xfrm>
              <a:off x="11075503" y="2473433"/>
              <a:ext cx="163800" cy="298800"/>
            </p14:xfrm>
          </p:contentPart>
        </mc:Choice>
        <mc:Fallback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0CE68823-B5FD-631D-C793-594A9330963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064703" y="2462620"/>
                <a:ext cx="185040" cy="3200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9E8852A9-035D-2635-7C93-C15D6BC68526}"/>
                  </a:ext>
                </a:extLst>
              </p14:cNvPr>
              <p14:cNvContentPartPr/>
              <p14:nvPr/>
            </p14:nvContentPartPr>
            <p14:xfrm>
              <a:off x="11301943" y="2486033"/>
              <a:ext cx="19080" cy="75960"/>
            </p14:xfrm>
          </p:contentPart>
        </mc:Choice>
        <mc:Fallback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9E8852A9-035D-2635-7C93-C15D6BC6852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291343" y="2475182"/>
                <a:ext cx="39927" cy="973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29" name="Entrada de lápiz 128">
                <a:extLst>
                  <a:ext uri="{FF2B5EF4-FFF2-40B4-BE49-F238E27FC236}">
                    <a16:creationId xmlns:a16="http://schemas.microsoft.com/office/drawing/2014/main" id="{2CC66AD6-067F-6DC8-5F73-D7371331083B}"/>
                  </a:ext>
                </a:extLst>
              </p14:cNvPr>
              <p14:cNvContentPartPr/>
              <p14:nvPr/>
            </p14:nvContentPartPr>
            <p14:xfrm>
              <a:off x="11314543" y="2435993"/>
              <a:ext cx="6480" cy="6480"/>
            </p14:xfrm>
          </p:contentPart>
        </mc:Choice>
        <mc:Fallback>
          <p:pic>
            <p:nvPicPr>
              <p:cNvPr id="129" name="Entrada de lápiz 128">
                <a:extLst>
                  <a:ext uri="{FF2B5EF4-FFF2-40B4-BE49-F238E27FC236}">
                    <a16:creationId xmlns:a16="http://schemas.microsoft.com/office/drawing/2014/main" id="{2CC66AD6-067F-6DC8-5F73-D7371331083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304311" y="2425761"/>
                <a:ext cx="26602" cy="266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30" name="Entrada de lápiz 129">
                <a:extLst>
                  <a:ext uri="{FF2B5EF4-FFF2-40B4-BE49-F238E27FC236}">
                    <a16:creationId xmlns:a16="http://schemas.microsoft.com/office/drawing/2014/main" id="{0FC6D10F-33AC-B191-C022-41A42D14797D}"/>
                  </a:ext>
                </a:extLst>
              </p14:cNvPr>
              <p14:cNvContentPartPr/>
              <p14:nvPr/>
            </p14:nvContentPartPr>
            <p14:xfrm>
              <a:off x="11358463" y="2454713"/>
              <a:ext cx="69480" cy="97560"/>
            </p14:xfrm>
          </p:contentPart>
        </mc:Choice>
        <mc:Fallback>
          <p:pic>
            <p:nvPicPr>
              <p:cNvPr id="130" name="Entrada de lápiz 129">
                <a:extLst>
                  <a:ext uri="{FF2B5EF4-FFF2-40B4-BE49-F238E27FC236}">
                    <a16:creationId xmlns:a16="http://schemas.microsoft.com/office/drawing/2014/main" id="{0FC6D10F-33AC-B191-C022-41A42D14797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347663" y="2443913"/>
                <a:ext cx="9072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31" name="Entrada de lápiz 130">
                <a:extLst>
                  <a:ext uri="{FF2B5EF4-FFF2-40B4-BE49-F238E27FC236}">
                    <a16:creationId xmlns:a16="http://schemas.microsoft.com/office/drawing/2014/main" id="{382FEB73-3D5E-2821-1A82-42DEE49A78D1}"/>
                  </a:ext>
                </a:extLst>
              </p14:cNvPr>
              <p14:cNvContentPartPr/>
              <p14:nvPr/>
            </p14:nvContentPartPr>
            <p14:xfrm>
              <a:off x="11465383" y="2486033"/>
              <a:ext cx="19080" cy="56880"/>
            </p14:xfrm>
          </p:contentPart>
        </mc:Choice>
        <mc:Fallback>
          <p:pic>
            <p:nvPicPr>
              <p:cNvPr id="131" name="Entrada de lápiz 130">
                <a:extLst>
                  <a:ext uri="{FF2B5EF4-FFF2-40B4-BE49-F238E27FC236}">
                    <a16:creationId xmlns:a16="http://schemas.microsoft.com/office/drawing/2014/main" id="{382FEB73-3D5E-2821-1A82-42DEE49A78D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454583" y="2475233"/>
                <a:ext cx="4032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32" name="Entrada de lápiz 131">
                <a:extLst>
                  <a:ext uri="{FF2B5EF4-FFF2-40B4-BE49-F238E27FC236}">
                    <a16:creationId xmlns:a16="http://schemas.microsoft.com/office/drawing/2014/main" id="{0A9432D1-5A46-2035-0A7D-3DB27A3BEA26}"/>
                  </a:ext>
                </a:extLst>
              </p14:cNvPr>
              <p14:cNvContentPartPr/>
              <p14:nvPr/>
            </p14:nvContentPartPr>
            <p14:xfrm>
              <a:off x="11484103" y="2410793"/>
              <a:ext cx="12960" cy="12960"/>
            </p14:xfrm>
          </p:contentPart>
        </mc:Choice>
        <mc:Fallback>
          <p:pic>
            <p:nvPicPr>
              <p:cNvPr id="132" name="Entrada de lápiz 131">
                <a:extLst>
                  <a:ext uri="{FF2B5EF4-FFF2-40B4-BE49-F238E27FC236}">
                    <a16:creationId xmlns:a16="http://schemas.microsoft.com/office/drawing/2014/main" id="{0A9432D1-5A46-2035-0A7D-3DB27A3BEA2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1473303" y="2399993"/>
                <a:ext cx="342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33" name="Entrada de lápiz 132">
                <a:extLst>
                  <a:ext uri="{FF2B5EF4-FFF2-40B4-BE49-F238E27FC236}">
                    <a16:creationId xmlns:a16="http://schemas.microsoft.com/office/drawing/2014/main" id="{E2300183-9389-3EC2-B6DB-327D7A6225FE}"/>
                  </a:ext>
                </a:extLst>
              </p14:cNvPr>
              <p14:cNvContentPartPr/>
              <p14:nvPr/>
            </p14:nvContentPartPr>
            <p14:xfrm>
              <a:off x="11528383" y="2303873"/>
              <a:ext cx="94680" cy="258120"/>
            </p14:xfrm>
          </p:contentPart>
        </mc:Choice>
        <mc:Fallback>
          <p:pic>
            <p:nvPicPr>
              <p:cNvPr id="133" name="Entrada de lápiz 132">
                <a:extLst>
                  <a:ext uri="{FF2B5EF4-FFF2-40B4-BE49-F238E27FC236}">
                    <a16:creationId xmlns:a16="http://schemas.microsoft.com/office/drawing/2014/main" id="{E2300183-9389-3EC2-B6DB-327D7A6225F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517583" y="2293073"/>
                <a:ext cx="11592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34" name="Entrada de lápiz 133">
                <a:extLst>
                  <a:ext uri="{FF2B5EF4-FFF2-40B4-BE49-F238E27FC236}">
                    <a16:creationId xmlns:a16="http://schemas.microsoft.com/office/drawing/2014/main" id="{02ED9757-61D3-DA18-880D-4F6812687F33}"/>
                  </a:ext>
                </a:extLst>
              </p14:cNvPr>
              <p14:cNvContentPartPr/>
              <p14:nvPr/>
            </p14:nvContentPartPr>
            <p14:xfrm>
              <a:off x="11591023" y="2473433"/>
              <a:ext cx="107280" cy="69480"/>
            </p14:xfrm>
          </p:contentPart>
        </mc:Choice>
        <mc:Fallback>
          <p:pic>
            <p:nvPicPr>
              <p:cNvPr id="134" name="Entrada de lápiz 133">
                <a:extLst>
                  <a:ext uri="{FF2B5EF4-FFF2-40B4-BE49-F238E27FC236}">
                    <a16:creationId xmlns:a16="http://schemas.microsoft.com/office/drawing/2014/main" id="{02ED9757-61D3-DA18-880D-4F6812687F3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580223" y="2462633"/>
                <a:ext cx="1285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4B8BA446-8991-AEB9-1D2C-A08559C41319}"/>
                  </a:ext>
                </a:extLst>
              </p14:cNvPr>
              <p14:cNvContentPartPr/>
              <p14:nvPr/>
            </p14:nvContentPartPr>
            <p14:xfrm>
              <a:off x="11654023" y="2454713"/>
              <a:ext cx="126000" cy="258120"/>
            </p14:xfrm>
          </p:contentPart>
        </mc:Choice>
        <mc:Fallback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4B8BA446-8991-AEB9-1D2C-A08559C4131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643254" y="2443913"/>
                <a:ext cx="147179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36" name="Entrada de lápiz 135">
                <a:extLst>
                  <a:ext uri="{FF2B5EF4-FFF2-40B4-BE49-F238E27FC236}">
                    <a16:creationId xmlns:a16="http://schemas.microsoft.com/office/drawing/2014/main" id="{88E8690B-F85F-092D-8279-4552E920CA07}"/>
                  </a:ext>
                </a:extLst>
              </p14:cNvPr>
              <p14:cNvContentPartPr/>
              <p14:nvPr/>
            </p14:nvContentPartPr>
            <p14:xfrm>
              <a:off x="11842663" y="2467313"/>
              <a:ext cx="12960" cy="75960"/>
            </p14:xfrm>
          </p:contentPart>
        </mc:Choice>
        <mc:Fallback>
          <p:pic>
            <p:nvPicPr>
              <p:cNvPr id="136" name="Entrada de lápiz 135">
                <a:extLst>
                  <a:ext uri="{FF2B5EF4-FFF2-40B4-BE49-F238E27FC236}">
                    <a16:creationId xmlns:a16="http://schemas.microsoft.com/office/drawing/2014/main" id="{88E8690B-F85F-092D-8279-4552E920CA0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831863" y="2456513"/>
                <a:ext cx="3420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37" name="Entrada de lápiz 136">
                <a:extLst>
                  <a:ext uri="{FF2B5EF4-FFF2-40B4-BE49-F238E27FC236}">
                    <a16:creationId xmlns:a16="http://schemas.microsoft.com/office/drawing/2014/main" id="{BA2DC825-118C-91B4-3D6F-552DE73BBBF9}"/>
                  </a:ext>
                </a:extLst>
              </p14:cNvPr>
              <p14:cNvContentPartPr/>
              <p14:nvPr/>
            </p14:nvContentPartPr>
            <p14:xfrm>
              <a:off x="11848783" y="2416913"/>
              <a:ext cx="360" cy="360"/>
            </p14:xfrm>
          </p:contentPart>
        </mc:Choice>
        <mc:Fallback>
          <p:pic>
            <p:nvPicPr>
              <p:cNvPr id="137" name="Entrada de lápiz 136">
                <a:extLst>
                  <a:ext uri="{FF2B5EF4-FFF2-40B4-BE49-F238E27FC236}">
                    <a16:creationId xmlns:a16="http://schemas.microsoft.com/office/drawing/2014/main" id="{BA2DC825-118C-91B4-3D6F-552DE73BBBF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1837983" y="2406113"/>
                <a:ext cx="216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C2B22D5C-9A75-9671-BACC-45DD9A6DE106}"/>
                  </a:ext>
                </a:extLst>
              </p14:cNvPr>
              <p14:cNvContentPartPr/>
              <p14:nvPr/>
            </p14:nvContentPartPr>
            <p14:xfrm>
              <a:off x="11867863" y="2448233"/>
              <a:ext cx="232920" cy="107280"/>
            </p14:xfrm>
          </p:contentPart>
        </mc:Choice>
        <mc:Fallback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C2B22D5C-9A75-9671-BACC-45DD9A6DE10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1857063" y="2437433"/>
                <a:ext cx="254160" cy="12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0552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C8190-2374-39C7-9872-E91CA3113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>
            <a:extLst>
              <a:ext uri="{FF2B5EF4-FFF2-40B4-BE49-F238E27FC236}">
                <a16:creationId xmlns:a16="http://schemas.microsoft.com/office/drawing/2014/main" id="{430822A6-0FA4-6D9A-1CDE-B9A5C319E71A}"/>
              </a:ext>
            </a:extLst>
          </p:cNvPr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D06223E4-D172-149E-85CA-6A582D223C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5" name="CuadroTexto 86">
            <a:extLst>
              <a:ext uri="{FF2B5EF4-FFF2-40B4-BE49-F238E27FC236}">
                <a16:creationId xmlns:a16="http://schemas.microsoft.com/office/drawing/2014/main" id="{F13A46D9-C5E3-D887-CFAB-0FD96CC2E093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74A0F10-6465-2A45-27BB-2986E8E551AC}"/>
              </a:ext>
            </a:extLst>
          </p:cNvPr>
          <p:cNvSpPr txBox="1"/>
          <p:nvPr/>
        </p:nvSpPr>
        <p:spPr>
          <a:xfrm>
            <a:off x="457200" y="941832"/>
            <a:ext cx="3938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/>
              <a:t>Comprobación de permisos de user_1A: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FC52D69-0829-54C1-3D4C-CF6932742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7" y="1486462"/>
            <a:ext cx="6931152" cy="335472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E2DB2D6-4577-79FE-E9AC-8984FE89E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143" y="1197863"/>
            <a:ext cx="4621264" cy="384048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24F0B2C-7845-62F6-DE58-281C14D935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48" y="5385667"/>
            <a:ext cx="11173968" cy="5672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B7F0844C-5DC6-6649-C67E-04EA46DD688E}"/>
                  </a:ext>
                </a:extLst>
              </p14:cNvPr>
              <p14:cNvContentPartPr/>
              <p14:nvPr/>
            </p14:nvContentPartPr>
            <p14:xfrm>
              <a:off x="6171583" y="1059713"/>
              <a:ext cx="641520" cy="23868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B7F0844C-5DC6-6649-C67E-04EA46DD688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60783" y="1048913"/>
                <a:ext cx="6627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50A0FDFA-145A-CD9F-E7C1-39D5971B3A7D}"/>
                  </a:ext>
                </a:extLst>
              </p14:cNvPr>
              <p14:cNvContentPartPr/>
              <p14:nvPr/>
            </p14:nvContentPartPr>
            <p14:xfrm>
              <a:off x="5549143" y="1222433"/>
              <a:ext cx="446760" cy="113760"/>
            </p14:xfrm>
          </p:contentPart>
        </mc:Choice>
        <mc:Fallback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50A0FDFA-145A-CD9F-E7C1-39D5971B3A7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38343" y="1211633"/>
                <a:ext cx="46800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39D6CFC6-1E59-0F7A-3A51-6BB6A1CEEA09}"/>
                  </a:ext>
                </a:extLst>
              </p14:cNvPr>
              <p14:cNvContentPartPr/>
              <p14:nvPr/>
            </p14:nvContentPartPr>
            <p14:xfrm>
              <a:off x="4568503" y="1096793"/>
              <a:ext cx="786240" cy="257760"/>
            </p14:xfrm>
          </p:contentPart>
        </mc:Choice>
        <mc:Fallback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39D6CFC6-1E59-0F7A-3A51-6BB6A1CEEA0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57703" y="1086008"/>
                <a:ext cx="807480" cy="2789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9CD1750E-EC42-11A5-2515-2E73549F59C5}"/>
                  </a:ext>
                </a:extLst>
              </p14:cNvPr>
              <p14:cNvContentPartPr/>
              <p14:nvPr/>
            </p14:nvContentPartPr>
            <p14:xfrm>
              <a:off x="2298703" y="4102073"/>
              <a:ext cx="149040" cy="219600"/>
            </p14:xfrm>
          </p:contentPart>
        </mc:Choice>
        <mc:Fallback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9CD1750E-EC42-11A5-2515-2E73549F59C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87903" y="4091273"/>
                <a:ext cx="17028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CCB5FED9-215B-BC49-B7DF-9EC42D0D0137}"/>
                  </a:ext>
                </a:extLst>
              </p14:cNvPr>
              <p14:cNvContentPartPr/>
              <p14:nvPr/>
            </p14:nvContentPartPr>
            <p14:xfrm>
              <a:off x="2468623" y="4221233"/>
              <a:ext cx="82080" cy="94680"/>
            </p14:xfrm>
          </p:contentPart>
        </mc:Choice>
        <mc:Fallback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CCB5FED9-215B-BC49-B7DF-9EC42D0D013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457823" y="4210433"/>
                <a:ext cx="10332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42EE5088-CF11-B056-7BB8-0334B4AEC1C0}"/>
                  </a:ext>
                </a:extLst>
              </p14:cNvPr>
              <p14:cNvContentPartPr/>
              <p14:nvPr/>
            </p14:nvContentPartPr>
            <p14:xfrm>
              <a:off x="2588143" y="4215113"/>
              <a:ext cx="69480" cy="8784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42EE5088-CF11-B056-7BB8-0334B4AEC1C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77343" y="4204313"/>
                <a:ext cx="9072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56F517FD-4E9B-83A0-FEA6-9129F5A11B97}"/>
                  </a:ext>
                </a:extLst>
              </p14:cNvPr>
              <p14:cNvContentPartPr/>
              <p14:nvPr/>
            </p14:nvContentPartPr>
            <p14:xfrm>
              <a:off x="2688583" y="4208633"/>
              <a:ext cx="195120" cy="7524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56F517FD-4E9B-83A0-FEA6-9129F5A11B9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677803" y="4197833"/>
                <a:ext cx="216321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4467A351-1E41-F82B-5839-DB4B012DF377}"/>
                  </a:ext>
                </a:extLst>
              </p14:cNvPr>
              <p14:cNvContentPartPr/>
              <p14:nvPr/>
            </p14:nvContentPartPr>
            <p14:xfrm>
              <a:off x="2908543" y="4189913"/>
              <a:ext cx="78480" cy="6948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4467A351-1E41-F82B-5839-DB4B012DF37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897743" y="4179113"/>
                <a:ext cx="997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E313E831-6898-4923-8A06-2317ECDA9528}"/>
                  </a:ext>
                </a:extLst>
              </p14:cNvPr>
              <p14:cNvContentPartPr/>
              <p14:nvPr/>
            </p14:nvContentPartPr>
            <p14:xfrm>
              <a:off x="3009343" y="4183793"/>
              <a:ext cx="105840" cy="8820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E313E831-6898-4923-8A06-2317ECDA952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998543" y="4173037"/>
                <a:ext cx="127080" cy="1093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464128A9-B435-28C0-390C-DA9D72C56F2E}"/>
                  </a:ext>
                </a:extLst>
              </p14:cNvPr>
              <p14:cNvContentPartPr/>
              <p14:nvPr/>
            </p14:nvContentPartPr>
            <p14:xfrm>
              <a:off x="3354943" y="4020713"/>
              <a:ext cx="82080" cy="29520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464128A9-B435-28C0-390C-DA9D72C56F2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344143" y="4009913"/>
                <a:ext cx="10332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561D3506-405C-4CDF-7763-8012A0CCA83E}"/>
                  </a:ext>
                </a:extLst>
              </p14:cNvPr>
              <p14:cNvContentPartPr/>
              <p14:nvPr/>
            </p14:nvContentPartPr>
            <p14:xfrm>
              <a:off x="3455743" y="4196393"/>
              <a:ext cx="119880" cy="8208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561D3506-405C-4CDF-7763-8012A0CCA83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444943" y="4185593"/>
                <a:ext cx="14112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3E098311-341B-CEA5-FA1F-8AE1B21F58BB}"/>
                  </a:ext>
                </a:extLst>
              </p14:cNvPr>
              <p14:cNvContentPartPr/>
              <p14:nvPr/>
            </p14:nvContentPartPr>
            <p14:xfrm>
              <a:off x="3757423" y="4048793"/>
              <a:ext cx="6480" cy="22320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3E098311-341B-CEA5-FA1F-8AE1B21F58B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747191" y="4037993"/>
                <a:ext cx="26602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62D60FC1-424F-BAD9-E79E-A4AB46B8B270}"/>
                  </a:ext>
                </a:extLst>
              </p14:cNvPr>
              <p14:cNvContentPartPr/>
              <p14:nvPr/>
            </p14:nvContentPartPr>
            <p14:xfrm>
              <a:off x="3744823" y="4158593"/>
              <a:ext cx="94680" cy="12960"/>
            </p14:xfrm>
          </p:contentPart>
        </mc:Choice>
        <mc:Fallback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62D60FC1-424F-BAD9-E79E-A4AB46B8B27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734023" y="4147793"/>
                <a:ext cx="11592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FCC2B2CF-DD53-47EB-BC6C-1FA35F1823B3}"/>
                  </a:ext>
                </a:extLst>
              </p14:cNvPr>
              <p14:cNvContentPartPr/>
              <p14:nvPr/>
            </p14:nvContentPartPr>
            <p14:xfrm>
              <a:off x="3826543" y="4177313"/>
              <a:ext cx="94680" cy="10080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FCC2B2CF-DD53-47EB-BC6C-1FA35F1823B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815702" y="4166513"/>
                <a:ext cx="116001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4DFDA8FF-A5AD-0793-A9C4-D148D0945C5E}"/>
                  </a:ext>
                </a:extLst>
              </p14:cNvPr>
              <p14:cNvContentPartPr/>
              <p14:nvPr/>
            </p14:nvContentPartPr>
            <p14:xfrm>
              <a:off x="3946063" y="4076873"/>
              <a:ext cx="119880" cy="18900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4DFDA8FF-A5AD-0793-A9C4-D148D0945C5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935263" y="4066073"/>
                <a:ext cx="14112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E30E66B1-B066-82AE-E504-302D22F718CA}"/>
                  </a:ext>
                </a:extLst>
              </p14:cNvPr>
              <p14:cNvContentPartPr/>
              <p14:nvPr/>
            </p14:nvContentPartPr>
            <p14:xfrm>
              <a:off x="4110223" y="4008473"/>
              <a:ext cx="81360" cy="270000"/>
            </p14:xfrm>
          </p:contentPart>
        </mc:Choice>
        <mc:Fallback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E30E66B1-B066-82AE-E504-302D22F718C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099423" y="3997673"/>
                <a:ext cx="10260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69840559-02E1-A438-6567-E0E965495376}"/>
                  </a:ext>
                </a:extLst>
              </p14:cNvPr>
              <p14:cNvContentPartPr/>
              <p14:nvPr/>
            </p14:nvContentPartPr>
            <p14:xfrm>
              <a:off x="4179343" y="4145993"/>
              <a:ext cx="131760" cy="113400"/>
            </p14:xfrm>
          </p:contentPart>
        </mc:Choice>
        <mc:Fallback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69840559-02E1-A438-6567-E0E96549537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168543" y="4135227"/>
                <a:ext cx="153000" cy="1345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36EEE831-D651-5C0E-0EB9-78089A8FF73D}"/>
                  </a:ext>
                </a:extLst>
              </p14:cNvPr>
              <p14:cNvContentPartPr/>
              <p14:nvPr/>
            </p14:nvContentPartPr>
            <p14:xfrm>
              <a:off x="4587223" y="4164713"/>
              <a:ext cx="88560" cy="11340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36EEE831-D651-5C0E-0EB9-78089A8FF73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576379" y="4153913"/>
                <a:ext cx="109887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B6D4064F-CB8B-FA43-E961-F7E035D6A5E3}"/>
                  </a:ext>
                </a:extLst>
              </p14:cNvPr>
              <p14:cNvContentPartPr/>
              <p14:nvPr/>
            </p14:nvContentPartPr>
            <p14:xfrm>
              <a:off x="4725463" y="4172633"/>
              <a:ext cx="107280" cy="11268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B6D4064F-CB8B-FA43-E961-F7E035D6A5E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714663" y="4161833"/>
                <a:ext cx="1285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415B2D8D-A02E-917A-ADC5-2865C067BD6C}"/>
                  </a:ext>
                </a:extLst>
              </p14:cNvPr>
              <p14:cNvContentPartPr/>
              <p14:nvPr/>
            </p14:nvContentPartPr>
            <p14:xfrm>
              <a:off x="4882783" y="4189913"/>
              <a:ext cx="12960" cy="5076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415B2D8D-A02E-917A-ADC5-2865C067BD6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871983" y="4179036"/>
                <a:ext cx="34200" cy="721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0381D79C-B739-8B2E-8231-E64D88003CE1}"/>
                  </a:ext>
                </a:extLst>
              </p14:cNvPr>
              <p14:cNvContentPartPr/>
              <p14:nvPr/>
            </p14:nvContentPartPr>
            <p14:xfrm>
              <a:off x="4901503" y="4120793"/>
              <a:ext cx="19080" cy="36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0381D79C-B739-8B2E-8231-E64D88003CE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890703" y="4109993"/>
                <a:ext cx="403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A6C2132D-ECC6-6B6C-0B09-36041F95D969}"/>
                  </a:ext>
                </a:extLst>
              </p14:cNvPr>
              <p14:cNvContentPartPr/>
              <p14:nvPr/>
            </p14:nvContentPartPr>
            <p14:xfrm>
              <a:off x="5008423" y="4042673"/>
              <a:ext cx="786240" cy="348840"/>
            </p14:xfrm>
          </p:contentPart>
        </mc:Choice>
        <mc:Fallback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A6C2132D-ECC6-6B6C-0B09-36041F95D96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997623" y="4031873"/>
                <a:ext cx="80748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89" name="Entrada de lápiz 88">
                <a:extLst>
                  <a:ext uri="{FF2B5EF4-FFF2-40B4-BE49-F238E27FC236}">
                    <a16:creationId xmlns:a16="http://schemas.microsoft.com/office/drawing/2014/main" id="{44CE84D8-E504-FD0E-ED23-7038D4D19D28}"/>
                  </a:ext>
                </a:extLst>
              </p14:cNvPr>
              <p14:cNvContentPartPr/>
              <p14:nvPr/>
            </p14:nvContentPartPr>
            <p14:xfrm>
              <a:off x="2707303" y="4945193"/>
              <a:ext cx="170280" cy="320400"/>
            </p14:xfrm>
          </p:contentPart>
        </mc:Choice>
        <mc:Fallback>
          <p:pic>
            <p:nvPicPr>
              <p:cNvPr id="89" name="Entrada de lápiz 88">
                <a:extLst>
                  <a:ext uri="{FF2B5EF4-FFF2-40B4-BE49-F238E27FC236}">
                    <a16:creationId xmlns:a16="http://schemas.microsoft.com/office/drawing/2014/main" id="{44CE84D8-E504-FD0E-ED23-7038D4D19D2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696480" y="4934393"/>
                <a:ext cx="191565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90" name="Entrada de lápiz 89">
                <a:extLst>
                  <a:ext uri="{FF2B5EF4-FFF2-40B4-BE49-F238E27FC236}">
                    <a16:creationId xmlns:a16="http://schemas.microsoft.com/office/drawing/2014/main" id="{EDC201BA-8B8B-E01B-68AE-8DA4A117A19B}"/>
                  </a:ext>
                </a:extLst>
              </p14:cNvPr>
              <p14:cNvContentPartPr/>
              <p14:nvPr/>
            </p14:nvContentPartPr>
            <p14:xfrm>
              <a:off x="1871383" y="4982273"/>
              <a:ext cx="685440" cy="276840"/>
            </p14:xfrm>
          </p:contentPart>
        </mc:Choice>
        <mc:Fallback>
          <p:pic>
            <p:nvPicPr>
              <p:cNvPr id="90" name="Entrada de lápiz 89">
                <a:extLst>
                  <a:ext uri="{FF2B5EF4-FFF2-40B4-BE49-F238E27FC236}">
                    <a16:creationId xmlns:a16="http://schemas.microsoft.com/office/drawing/2014/main" id="{EDC201BA-8B8B-E01B-68AE-8DA4A117A19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860589" y="4971473"/>
                <a:ext cx="706669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91" name="Entrada de lápiz 90">
                <a:extLst>
                  <a:ext uri="{FF2B5EF4-FFF2-40B4-BE49-F238E27FC236}">
                    <a16:creationId xmlns:a16="http://schemas.microsoft.com/office/drawing/2014/main" id="{BFC9DACA-F061-770D-7E66-DB2C474CAB36}"/>
                  </a:ext>
                </a:extLst>
              </p14:cNvPr>
              <p14:cNvContentPartPr/>
              <p14:nvPr/>
            </p14:nvContentPartPr>
            <p14:xfrm>
              <a:off x="1148143" y="4982273"/>
              <a:ext cx="503280" cy="336240"/>
            </p14:xfrm>
          </p:contentPart>
        </mc:Choice>
        <mc:Fallback>
          <p:pic>
            <p:nvPicPr>
              <p:cNvPr id="91" name="Entrada de lápiz 90">
                <a:extLst>
                  <a:ext uri="{FF2B5EF4-FFF2-40B4-BE49-F238E27FC236}">
                    <a16:creationId xmlns:a16="http://schemas.microsoft.com/office/drawing/2014/main" id="{BFC9DACA-F061-770D-7E66-DB2C474CAB3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137343" y="4971473"/>
                <a:ext cx="52452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107" name="Entrada de lápiz 106">
                <a:extLst>
                  <a:ext uri="{FF2B5EF4-FFF2-40B4-BE49-F238E27FC236}">
                    <a16:creationId xmlns:a16="http://schemas.microsoft.com/office/drawing/2014/main" id="{A1089844-5A99-685D-EA13-40C1B1E6FAD0}"/>
                  </a:ext>
                </a:extLst>
              </p14:cNvPr>
              <p14:cNvContentPartPr/>
              <p14:nvPr/>
            </p14:nvContentPartPr>
            <p14:xfrm>
              <a:off x="4731943" y="4900553"/>
              <a:ext cx="232920" cy="289440"/>
            </p14:xfrm>
          </p:contentPart>
        </mc:Choice>
        <mc:Fallback>
          <p:pic>
            <p:nvPicPr>
              <p:cNvPr id="107" name="Entrada de lápiz 106">
                <a:extLst>
                  <a:ext uri="{FF2B5EF4-FFF2-40B4-BE49-F238E27FC236}">
                    <a16:creationId xmlns:a16="http://schemas.microsoft.com/office/drawing/2014/main" id="{A1089844-5A99-685D-EA13-40C1B1E6FAD0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721160" y="4889753"/>
                <a:ext cx="254127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08" name="Entrada de lápiz 107">
                <a:extLst>
                  <a:ext uri="{FF2B5EF4-FFF2-40B4-BE49-F238E27FC236}">
                    <a16:creationId xmlns:a16="http://schemas.microsoft.com/office/drawing/2014/main" id="{9582BCD0-D572-38A4-E325-4CC7B0F8524D}"/>
                  </a:ext>
                </a:extLst>
              </p14:cNvPr>
              <p14:cNvContentPartPr/>
              <p14:nvPr/>
            </p14:nvContentPartPr>
            <p14:xfrm>
              <a:off x="3688303" y="4919273"/>
              <a:ext cx="848880" cy="321120"/>
            </p14:xfrm>
          </p:contentPart>
        </mc:Choice>
        <mc:Fallback>
          <p:pic>
            <p:nvPicPr>
              <p:cNvPr id="108" name="Entrada de lápiz 107">
                <a:extLst>
                  <a:ext uri="{FF2B5EF4-FFF2-40B4-BE49-F238E27FC236}">
                    <a16:creationId xmlns:a16="http://schemas.microsoft.com/office/drawing/2014/main" id="{9582BCD0-D572-38A4-E325-4CC7B0F8524D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677508" y="4908473"/>
                <a:ext cx="870111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09" name="Entrada de lápiz 108">
                <a:extLst>
                  <a:ext uri="{FF2B5EF4-FFF2-40B4-BE49-F238E27FC236}">
                    <a16:creationId xmlns:a16="http://schemas.microsoft.com/office/drawing/2014/main" id="{810F1ABA-7BA6-0BFD-C16C-D76F746AB363}"/>
                  </a:ext>
                </a:extLst>
              </p14:cNvPr>
              <p14:cNvContentPartPr/>
              <p14:nvPr/>
            </p14:nvContentPartPr>
            <p14:xfrm>
              <a:off x="3273223" y="4882193"/>
              <a:ext cx="189000" cy="358200"/>
            </p14:xfrm>
          </p:contentPart>
        </mc:Choice>
        <mc:Fallback>
          <p:pic>
            <p:nvPicPr>
              <p:cNvPr id="109" name="Entrada de lápiz 108">
                <a:extLst>
                  <a:ext uri="{FF2B5EF4-FFF2-40B4-BE49-F238E27FC236}">
                    <a16:creationId xmlns:a16="http://schemas.microsoft.com/office/drawing/2014/main" id="{810F1ABA-7BA6-0BFD-C16C-D76F746AB363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262423" y="4871382"/>
                <a:ext cx="210240" cy="3794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10" name="Entrada de lápiz 109">
                <a:extLst>
                  <a:ext uri="{FF2B5EF4-FFF2-40B4-BE49-F238E27FC236}">
                    <a16:creationId xmlns:a16="http://schemas.microsoft.com/office/drawing/2014/main" id="{C5C52B6A-5BBA-F488-2D72-596A9C6AB2A7}"/>
                  </a:ext>
                </a:extLst>
              </p14:cNvPr>
              <p14:cNvContentPartPr/>
              <p14:nvPr/>
            </p14:nvContentPartPr>
            <p14:xfrm>
              <a:off x="2921143" y="4969673"/>
              <a:ext cx="189000" cy="264240"/>
            </p14:xfrm>
          </p:contentPart>
        </mc:Choice>
        <mc:Fallback>
          <p:pic>
            <p:nvPicPr>
              <p:cNvPr id="110" name="Entrada de lápiz 109">
                <a:extLst>
                  <a:ext uri="{FF2B5EF4-FFF2-40B4-BE49-F238E27FC236}">
                    <a16:creationId xmlns:a16="http://schemas.microsoft.com/office/drawing/2014/main" id="{C5C52B6A-5BBA-F488-2D72-596A9C6AB2A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910343" y="4958888"/>
                <a:ext cx="210240" cy="2854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33" name="Entrada de lápiz 132">
                <a:extLst>
                  <a:ext uri="{FF2B5EF4-FFF2-40B4-BE49-F238E27FC236}">
                    <a16:creationId xmlns:a16="http://schemas.microsoft.com/office/drawing/2014/main" id="{3FC13103-59AA-04CF-DF10-B68AEF1C2EF2}"/>
                  </a:ext>
                </a:extLst>
              </p14:cNvPr>
              <p14:cNvContentPartPr/>
              <p14:nvPr/>
            </p14:nvContentPartPr>
            <p14:xfrm>
              <a:off x="5568223" y="4871753"/>
              <a:ext cx="502200" cy="378360"/>
            </p14:xfrm>
          </p:contentPart>
        </mc:Choice>
        <mc:Fallback>
          <p:pic>
            <p:nvPicPr>
              <p:cNvPr id="133" name="Entrada de lápiz 132">
                <a:extLst>
                  <a:ext uri="{FF2B5EF4-FFF2-40B4-BE49-F238E27FC236}">
                    <a16:creationId xmlns:a16="http://schemas.microsoft.com/office/drawing/2014/main" id="{3FC13103-59AA-04CF-DF10-B68AEF1C2EF2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557431" y="4860953"/>
                <a:ext cx="523425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34" name="Entrada de lápiz 133">
                <a:extLst>
                  <a:ext uri="{FF2B5EF4-FFF2-40B4-BE49-F238E27FC236}">
                    <a16:creationId xmlns:a16="http://schemas.microsoft.com/office/drawing/2014/main" id="{73951972-6756-4B92-C7D5-7AAA6124EC17}"/>
                  </a:ext>
                </a:extLst>
              </p14:cNvPr>
              <p14:cNvContentPartPr/>
              <p14:nvPr/>
            </p14:nvContentPartPr>
            <p14:xfrm>
              <a:off x="5178343" y="4887953"/>
              <a:ext cx="176040" cy="371160"/>
            </p14:xfrm>
          </p:contentPart>
        </mc:Choice>
        <mc:Fallback>
          <p:pic>
            <p:nvPicPr>
              <p:cNvPr id="134" name="Entrada de lápiz 133">
                <a:extLst>
                  <a:ext uri="{FF2B5EF4-FFF2-40B4-BE49-F238E27FC236}">
                    <a16:creationId xmlns:a16="http://schemas.microsoft.com/office/drawing/2014/main" id="{73951972-6756-4B92-C7D5-7AAA6124EC1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5167565" y="4877153"/>
                <a:ext cx="197237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05F46AA7-F799-EF75-5123-823EAEC58633}"/>
                  </a:ext>
                </a:extLst>
              </p14:cNvPr>
              <p14:cNvContentPartPr/>
              <p14:nvPr/>
            </p14:nvContentPartPr>
            <p14:xfrm>
              <a:off x="6360223" y="5139233"/>
              <a:ext cx="31680" cy="119880"/>
            </p14:xfrm>
          </p:contentPart>
        </mc:Choice>
        <mc:Fallback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05F46AA7-F799-EF75-5123-823EAEC58633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349423" y="5128400"/>
                <a:ext cx="52920" cy="1411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36" name="Entrada de lápiz 135">
                <a:extLst>
                  <a:ext uri="{FF2B5EF4-FFF2-40B4-BE49-F238E27FC236}">
                    <a16:creationId xmlns:a16="http://schemas.microsoft.com/office/drawing/2014/main" id="{22BFF849-1B2F-899C-E261-F5427F0E96C1}"/>
                  </a:ext>
                </a:extLst>
              </p14:cNvPr>
              <p14:cNvContentPartPr/>
              <p14:nvPr/>
            </p14:nvContentPartPr>
            <p14:xfrm>
              <a:off x="6347623" y="5044913"/>
              <a:ext cx="6480" cy="12960"/>
            </p14:xfrm>
          </p:contentPart>
        </mc:Choice>
        <mc:Fallback>
          <p:pic>
            <p:nvPicPr>
              <p:cNvPr id="136" name="Entrada de lápiz 135">
                <a:extLst>
                  <a:ext uri="{FF2B5EF4-FFF2-40B4-BE49-F238E27FC236}">
                    <a16:creationId xmlns:a16="http://schemas.microsoft.com/office/drawing/2014/main" id="{22BFF849-1B2F-899C-E261-F5427F0E96C1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336823" y="5034113"/>
                <a:ext cx="2772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137" name="Entrada de lápiz 136">
                <a:extLst>
                  <a:ext uri="{FF2B5EF4-FFF2-40B4-BE49-F238E27FC236}">
                    <a16:creationId xmlns:a16="http://schemas.microsoft.com/office/drawing/2014/main" id="{5CF7039D-49B1-5D9A-7C69-660F10A1CD02}"/>
                  </a:ext>
                </a:extLst>
              </p14:cNvPr>
              <p14:cNvContentPartPr/>
              <p14:nvPr/>
            </p14:nvContentPartPr>
            <p14:xfrm>
              <a:off x="6423223" y="5121233"/>
              <a:ext cx="75960" cy="143640"/>
            </p14:xfrm>
          </p:contentPart>
        </mc:Choice>
        <mc:Fallback>
          <p:pic>
            <p:nvPicPr>
              <p:cNvPr id="137" name="Entrada de lápiz 136">
                <a:extLst>
                  <a:ext uri="{FF2B5EF4-FFF2-40B4-BE49-F238E27FC236}">
                    <a16:creationId xmlns:a16="http://schemas.microsoft.com/office/drawing/2014/main" id="{5CF7039D-49B1-5D9A-7C69-660F10A1CD0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412423" y="5110433"/>
                <a:ext cx="9720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BBCDA84A-8FE0-2B11-322E-D8F29F7CCFA8}"/>
                  </a:ext>
                </a:extLst>
              </p14:cNvPr>
              <p14:cNvContentPartPr/>
              <p14:nvPr/>
            </p14:nvContentPartPr>
            <p14:xfrm>
              <a:off x="6517543" y="5126633"/>
              <a:ext cx="82080" cy="113400"/>
            </p14:xfrm>
          </p:contentPart>
        </mc:Choice>
        <mc:Fallback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BBCDA84A-8FE0-2B11-322E-D8F29F7CCFA8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506743" y="5115833"/>
                <a:ext cx="10332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39" name="Entrada de lápiz 138">
                <a:extLst>
                  <a:ext uri="{FF2B5EF4-FFF2-40B4-BE49-F238E27FC236}">
                    <a16:creationId xmlns:a16="http://schemas.microsoft.com/office/drawing/2014/main" id="{4E46DB29-0389-4A51-FF2A-C5370C0826AA}"/>
                  </a:ext>
                </a:extLst>
              </p14:cNvPr>
              <p14:cNvContentPartPr/>
              <p14:nvPr/>
            </p14:nvContentPartPr>
            <p14:xfrm>
              <a:off x="6649303" y="4963193"/>
              <a:ext cx="12960" cy="270720"/>
            </p14:xfrm>
          </p:contentPart>
        </mc:Choice>
        <mc:Fallback>
          <p:pic>
            <p:nvPicPr>
              <p:cNvPr id="139" name="Entrada de lápiz 138">
                <a:extLst>
                  <a:ext uri="{FF2B5EF4-FFF2-40B4-BE49-F238E27FC236}">
                    <a16:creationId xmlns:a16="http://schemas.microsoft.com/office/drawing/2014/main" id="{4E46DB29-0389-4A51-FF2A-C5370C0826AA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638503" y="4952393"/>
                <a:ext cx="3420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140" name="Entrada de lápiz 139">
                <a:extLst>
                  <a:ext uri="{FF2B5EF4-FFF2-40B4-BE49-F238E27FC236}">
                    <a16:creationId xmlns:a16="http://schemas.microsoft.com/office/drawing/2014/main" id="{E38E6270-674B-2665-0639-4CF6622DA033}"/>
                  </a:ext>
                </a:extLst>
              </p14:cNvPr>
              <p14:cNvContentPartPr/>
              <p14:nvPr/>
            </p14:nvContentPartPr>
            <p14:xfrm>
              <a:off x="6649303" y="5120513"/>
              <a:ext cx="50760" cy="19080"/>
            </p14:xfrm>
          </p:contentPart>
        </mc:Choice>
        <mc:Fallback>
          <p:pic>
            <p:nvPicPr>
              <p:cNvPr id="140" name="Entrada de lápiz 139">
                <a:extLst>
                  <a:ext uri="{FF2B5EF4-FFF2-40B4-BE49-F238E27FC236}">
                    <a16:creationId xmlns:a16="http://schemas.microsoft.com/office/drawing/2014/main" id="{E38E6270-674B-2665-0639-4CF6622DA033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638503" y="5109913"/>
                <a:ext cx="72000" cy="39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41" name="Entrada de lápiz 140">
                <a:extLst>
                  <a:ext uri="{FF2B5EF4-FFF2-40B4-BE49-F238E27FC236}">
                    <a16:creationId xmlns:a16="http://schemas.microsoft.com/office/drawing/2014/main" id="{D7A729C3-8743-E415-AD86-C10349B04C01}"/>
                  </a:ext>
                </a:extLst>
              </p14:cNvPr>
              <p14:cNvContentPartPr/>
              <p14:nvPr/>
            </p14:nvContentPartPr>
            <p14:xfrm>
              <a:off x="6724903" y="5095313"/>
              <a:ext cx="82080" cy="122760"/>
            </p14:xfrm>
          </p:contentPart>
        </mc:Choice>
        <mc:Fallback>
          <p:pic>
            <p:nvPicPr>
              <p:cNvPr id="141" name="Entrada de lápiz 140">
                <a:extLst>
                  <a:ext uri="{FF2B5EF4-FFF2-40B4-BE49-F238E27FC236}">
                    <a16:creationId xmlns:a16="http://schemas.microsoft.com/office/drawing/2014/main" id="{D7A729C3-8743-E415-AD86-C10349B04C0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714103" y="5084513"/>
                <a:ext cx="1033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42" name="Entrada de lápiz 141">
                <a:extLst>
                  <a:ext uri="{FF2B5EF4-FFF2-40B4-BE49-F238E27FC236}">
                    <a16:creationId xmlns:a16="http://schemas.microsoft.com/office/drawing/2014/main" id="{6A345028-E5CF-F07B-AF60-FF68A142F340}"/>
                  </a:ext>
                </a:extLst>
              </p14:cNvPr>
              <p14:cNvContentPartPr/>
              <p14:nvPr/>
            </p14:nvContentPartPr>
            <p14:xfrm>
              <a:off x="6819223" y="5126633"/>
              <a:ext cx="88560" cy="69480"/>
            </p14:xfrm>
          </p:contentPart>
        </mc:Choice>
        <mc:Fallback>
          <p:pic>
            <p:nvPicPr>
              <p:cNvPr id="142" name="Entrada de lápiz 141">
                <a:extLst>
                  <a:ext uri="{FF2B5EF4-FFF2-40B4-BE49-F238E27FC236}">
                    <a16:creationId xmlns:a16="http://schemas.microsoft.com/office/drawing/2014/main" id="{6A345028-E5CF-F07B-AF60-FF68A142F340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808423" y="5115833"/>
                <a:ext cx="1098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33EF204C-1746-85A3-E238-6A0BC7683BA6}"/>
                  </a:ext>
                </a:extLst>
              </p14:cNvPr>
              <p14:cNvContentPartPr/>
              <p14:nvPr/>
            </p14:nvContentPartPr>
            <p14:xfrm>
              <a:off x="6938743" y="5102153"/>
              <a:ext cx="69480" cy="112680"/>
            </p14:xfrm>
          </p:contentPart>
        </mc:Choice>
        <mc:Fallback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33EF204C-1746-85A3-E238-6A0BC7683BA6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927943" y="5091353"/>
                <a:ext cx="907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D6716324-463C-9188-641B-97EEBA246A95}"/>
                  </a:ext>
                </a:extLst>
              </p14:cNvPr>
              <p14:cNvContentPartPr/>
              <p14:nvPr/>
            </p14:nvContentPartPr>
            <p14:xfrm>
              <a:off x="7013983" y="4935473"/>
              <a:ext cx="31680" cy="304920"/>
            </p14:xfrm>
          </p:contentPart>
        </mc:Choice>
        <mc:Fallback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D6716324-463C-9188-641B-97EEBA246A95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003183" y="4924673"/>
                <a:ext cx="5292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6799E21D-8836-A8CE-7A20-0FF1C1127418}"/>
                  </a:ext>
                </a:extLst>
              </p14:cNvPr>
              <p14:cNvContentPartPr/>
              <p14:nvPr/>
            </p14:nvContentPartPr>
            <p14:xfrm>
              <a:off x="7033063" y="5107913"/>
              <a:ext cx="56880" cy="6480"/>
            </p14:xfrm>
          </p:contentPart>
        </mc:Choice>
        <mc:Fallback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6799E21D-8836-A8CE-7A20-0FF1C1127418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7022263" y="5097681"/>
                <a:ext cx="78120" cy="266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83DF77FC-BC39-C25D-61C5-1CA1B1960774}"/>
                  </a:ext>
                </a:extLst>
              </p14:cNvPr>
              <p14:cNvContentPartPr/>
              <p14:nvPr/>
            </p14:nvContentPartPr>
            <p14:xfrm>
              <a:off x="7095703" y="5114033"/>
              <a:ext cx="75960" cy="88560"/>
            </p14:xfrm>
          </p:contentPart>
        </mc:Choice>
        <mc:Fallback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83DF77FC-BC39-C25D-61C5-1CA1B1960774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084852" y="5103189"/>
                <a:ext cx="97301" cy="1098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47" name="Entrada de lápiz 146">
                <a:extLst>
                  <a:ext uri="{FF2B5EF4-FFF2-40B4-BE49-F238E27FC236}">
                    <a16:creationId xmlns:a16="http://schemas.microsoft.com/office/drawing/2014/main" id="{972A2AC9-EB39-8E98-50D3-0DC82B09718E}"/>
                  </a:ext>
                </a:extLst>
              </p14:cNvPr>
              <p14:cNvContentPartPr/>
              <p14:nvPr/>
            </p14:nvContentPartPr>
            <p14:xfrm>
              <a:off x="7221703" y="5101433"/>
              <a:ext cx="75960" cy="106560"/>
            </p14:xfrm>
          </p:contentPart>
        </mc:Choice>
        <mc:Fallback>
          <p:pic>
            <p:nvPicPr>
              <p:cNvPr id="147" name="Entrada de lápiz 146">
                <a:extLst>
                  <a:ext uri="{FF2B5EF4-FFF2-40B4-BE49-F238E27FC236}">
                    <a16:creationId xmlns:a16="http://schemas.microsoft.com/office/drawing/2014/main" id="{972A2AC9-EB39-8E98-50D3-0DC82B09718E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210903" y="5090633"/>
                <a:ext cx="9720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148" name="Entrada de lápiz 147">
                <a:extLst>
                  <a:ext uri="{FF2B5EF4-FFF2-40B4-BE49-F238E27FC236}">
                    <a16:creationId xmlns:a16="http://schemas.microsoft.com/office/drawing/2014/main" id="{0BBD04F3-00A0-0548-241A-45C53D3F086F}"/>
                  </a:ext>
                </a:extLst>
              </p14:cNvPr>
              <p14:cNvContentPartPr/>
              <p14:nvPr/>
            </p14:nvContentPartPr>
            <p14:xfrm>
              <a:off x="7460383" y="5126633"/>
              <a:ext cx="82080" cy="100800"/>
            </p14:xfrm>
          </p:contentPart>
        </mc:Choice>
        <mc:Fallback>
          <p:pic>
            <p:nvPicPr>
              <p:cNvPr id="148" name="Entrada de lápiz 147">
                <a:extLst>
                  <a:ext uri="{FF2B5EF4-FFF2-40B4-BE49-F238E27FC236}">
                    <a16:creationId xmlns:a16="http://schemas.microsoft.com/office/drawing/2014/main" id="{0BBD04F3-00A0-0548-241A-45C53D3F086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449583" y="5115833"/>
                <a:ext cx="1033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5215F85A-5543-E4B9-596A-0F3C8341880A}"/>
                  </a:ext>
                </a:extLst>
              </p14:cNvPr>
              <p14:cNvContentPartPr/>
              <p14:nvPr/>
            </p14:nvContentPartPr>
            <p14:xfrm>
              <a:off x="7529503" y="5133113"/>
              <a:ext cx="75960" cy="94680"/>
            </p14:xfrm>
          </p:contentPart>
        </mc:Choice>
        <mc:Fallback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5215F85A-5543-E4B9-596A-0F3C8341880A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518703" y="5122313"/>
                <a:ext cx="9720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50" name="Entrada de lápiz 149">
                <a:extLst>
                  <a:ext uri="{FF2B5EF4-FFF2-40B4-BE49-F238E27FC236}">
                    <a16:creationId xmlns:a16="http://schemas.microsoft.com/office/drawing/2014/main" id="{482EF429-8BF0-FE65-A196-0CDC642B3614}"/>
                  </a:ext>
                </a:extLst>
              </p14:cNvPr>
              <p14:cNvContentPartPr/>
              <p14:nvPr/>
            </p14:nvContentPartPr>
            <p14:xfrm>
              <a:off x="7617703" y="5137793"/>
              <a:ext cx="148320" cy="88920"/>
            </p14:xfrm>
          </p:contentPart>
        </mc:Choice>
        <mc:Fallback>
          <p:pic>
            <p:nvPicPr>
              <p:cNvPr id="150" name="Entrada de lápiz 149">
                <a:extLst>
                  <a:ext uri="{FF2B5EF4-FFF2-40B4-BE49-F238E27FC236}">
                    <a16:creationId xmlns:a16="http://schemas.microsoft.com/office/drawing/2014/main" id="{482EF429-8BF0-FE65-A196-0CDC642B3614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606929" y="5126993"/>
                <a:ext cx="169509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51" name="Entrada de lápiz 150">
                <a:extLst>
                  <a:ext uri="{FF2B5EF4-FFF2-40B4-BE49-F238E27FC236}">
                    <a16:creationId xmlns:a16="http://schemas.microsoft.com/office/drawing/2014/main" id="{B870F7C1-AE83-5854-365E-045941160668}"/>
                  </a:ext>
                </a:extLst>
              </p14:cNvPr>
              <p14:cNvContentPartPr/>
              <p14:nvPr/>
            </p14:nvContentPartPr>
            <p14:xfrm>
              <a:off x="7768543" y="5153273"/>
              <a:ext cx="82080" cy="68040"/>
            </p14:xfrm>
          </p:contentPart>
        </mc:Choice>
        <mc:Fallback>
          <p:pic>
            <p:nvPicPr>
              <p:cNvPr id="151" name="Entrada de lápiz 150">
                <a:extLst>
                  <a:ext uri="{FF2B5EF4-FFF2-40B4-BE49-F238E27FC236}">
                    <a16:creationId xmlns:a16="http://schemas.microsoft.com/office/drawing/2014/main" id="{B870F7C1-AE83-5854-365E-045941160668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757743" y="5142530"/>
                <a:ext cx="103320" cy="89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152" name="Entrada de lápiz 151">
                <a:extLst>
                  <a:ext uri="{FF2B5EF4-FFF2-40B4-BE49-F238E27FC236}">
                    <a16:creationId xmlns:a16="http://schemas.microsoft.com/office/drawing/2014/main" id="{D1690ADF-B1A7-A8F5-84CF-12A201297AD8}"/>
                  </a:ext>
                </a:extLst>
              </p14:cNvPr>
              <p14:cNvContentPartPr/>
              <p14:nvPr/>
            </p14:nvContentPartPr>
            <p14:xfrm>
              <a:off x="7994983" y="5145713"/>
              <a:ext cx="87120" cy="126000"/>
            </p14:xfrm>
          </p:contentPart>
        </mc:Choice>
        <mc:Fallback>
          <p:pic>
            <p:nvPicPr>
              <p:cNvPr id="152" name="Entrada de lápiz 151">
                <a:extLst>
                  <a:ext uri="{FF2B5EF4-FFF2-40B4-BE49-F238E27FC236}">
                    <a16:creationId xmlns:a16="http://schemas.microsoft.com/office/drawing/2014/main" id="{D1690ADF-B1A7-A8F5-84CF-12A201297AD8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984183" y="5134913"/>
                <a:ext cx="10836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153" name="Entrada de lápiz 152">
                <a:extLst>
                  <a:ext uri="{FF2B5EF4-FFF2-40B4-BE49-F238E27FC236}">
                    <a16:creationId xmlns:a16="http://schemas.microsoft.com/office/drawing/2014/main" id="{A72ED9E5-D841-0037-0398-A7CBE22B2601}"/>
                  </a:ext>
                </a:extLst>
              </p14:cNvPr>
              <p14:cNvContentPartPr/>
              <p14:nvPr/>
            </p14:nvContentPartPr>
            <p14:xfrm>
              <a:off x="8114503" y="5165153"/>
              <a:ext cx="82080" cy="99720"/>
            </p14:xfrm>
          </p:contentPart>
        </mc:Choice>
        <mc:Fallback>
          <p:pic>
            <p:nvPicPr>
              <p:cNvPr id="153" name="Entrada de lápiz 152">
                <a:extLst>
                  <a:ext uri="{FF2B5EF4-FFF2-40B4-BE49-F238E27FC236}">
                    <a16:creationId xmlns:a16="http://schemas.microsoft.com/office/drawing/2014/main" id="{A72ED9E5-D841-0037-0398-A7CBE22B2601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8103703" y="5154353"/>
                <a:ext cx="10332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54" name="Entrada de lápiz 153">
                <a:extLst>
                  <a:ext uri="{FF2B5EF4-FFF2-40B4-BE49-F238E27FC236}">
                    <a16:creationId xmlns:a16="http://schemas.microsoft.com/office/drawing/2014/main" id="{8E4BEA7E-C2F4-42A5-942A-6DB2670C0575}"/>
                  </a:ext>
                </a:extLst>
              </p14:cNvPr>
              <p14:cNvContentPartPr/>
              <p14:nvPr/>
            </p14:nvContentPartPr>
            <p14:xfrm>
              <a:off x="8327983" y="5071553"/>
              <a:ext cx="88560" cy="183960"/>
            </p14:xfrm>
          </p:contentPart>
        </mc:Choice>
        <mc:Fallback>
          <p:pic>
            <p:nvPicPr>
              <p:cNvPr id="154" name="Entrada de lápiz 153">
                <a:extLst>
                  <a:ext uri="{FF2B5EF4-FFF2-40B4-BE49-F238E27FC236}">
                    <a16:creationId xmlns:a16="http://schemas.microsoft.com/office/drawing/2014/main" id="{8E4BEA7E-C2F4-42A5-942A-6DB2670C0575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317139" y="5060774"/>
                <a:ext cx="109887" cy="2051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55" name="Entrada de lápiz 154">
                <a:extLst>
                  <a:ext uri="{FF2B5EF4-FFF2-40B4-BE49-F238E27FC236}">
                    <a16:creationId xmlns:a16="http://schemas.microsoft.com/office/drawing/2014/main" id="{CFFA287A-7A2E-832E-51C8-928E259A7A40}"/>
                  </a:ext>
                </a:extLst>
              </p14:cNvPr>
              <p14:cNvContentPartPr/>
              <p14:nvPr/>
            </p14:nvContentPartPr>
            <p14:xfrm>
              <a:off x="8411143" y="5145713"/>
              <a:ext cx="93240" cy="113400"/>
            </p14:xfrm>
          </p:contentPart>
        </mc:Choice>
        <mc:Fallback>
          <p:pic>
            <p:nvPicPr>
              <p:cNvPr id="155" name="Entrada de lápiz 154">
                <a:extLst>
                  <a:ext uri="{FF2B5EF4-FFF2-40B4-BE49-F238E27FC236}">
                    <a16:creationId xmlns:a16="http://schemas.microsoft.com/office/drawing/2014/main" id="{CFFA287A-7A2E-832E-51C8-928E259A7A40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400343" y="5134913"/>
                <a:ext cx="11448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56" name="Entrada de lápiz 155">
                <a:extLst>
                  <a:ext uri="{FF2B5EF4-FFF2-40B4-BE49-F238E27FC236}">
                    <a16:creationId xmlns:a16="http://schemas.microsoft.com/office/drawing/2014/main" id="{A064BF3D-6942-0491-5FBE-16E23533266D}"/>
                  </a:ext>
                </a:extLst>
              </p14:cNvPr>
              <p14:cNvContentPartPr/>
              <p14:nvPr/>
            </p14:nvContentPartPr>
            <p14:xfrm>
              <a:off x="8610943" y="5070113"/>
              <a:ext cx="100800" cy="189000"/>
            </p14:xfrm>
          </p:contentPart>
        </mc:Choice>
        <mc:Fallback>
          <p:pic>
            <p:nvPicPr>
              <p:cNvPr id="156" name="Entrada de lápiz 155">
                <a:extLst>
                  <a:ext uri="{FF2B5EF4-FFF2-40B4-BE49-F238E27FC236}">
                    <a16:creationId xmlns:a16="http://schemas.microsoft.com/office/drawing/2014/main" id="{A064BF3D-6942-0491-5FBE-16E23533266D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600143" y="5059292"/>
                <a:ext cx="122040" cy="2102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57" name="Entrada de lápiz 156">
                <a:extLst>
                  <a:ext uri="{FF2B5EF4-FFF2-40B4-BE49-F238E27FC236}">
                    <a16:creationId xmlns:a16="http://schemas.microsoft.com/office/drawing/2014/main" id="{23DEE4AB-2CAA-8AF3-2A19-BC86292FF341}"/>
                  </a:ext>
                </a:extLst>
              </p14:cNvPr>
              <p14:cNvContentPartPr/>
              <p14:nvPr/>
            </p14:nvContentPartPr>
            <p14:xfrm>
              <a:off x="8717863" y="5183153"/>
              <a:ext cx="75960" cy="75960"/>
            </p14:xfrm>
          </p:contentPart>
        </mc:Choice>
        <mc:Fallback>
          <p:pic>
            <p:nvPicPr>
              <p:cNvPr id="157" name="Entrada de lápiz 156">
                <a:extLst>
                  <a:ext uri="{FF2B5EF4-FFF2-40B4-BE49-F238E27FC236}">
                    <a16:creationId xmlns:a16="http://schemas.microsoft.com/office/drawing/2014/main" id="{23DEE4AB-2CAA-8AF3-2A19-BC86292FF341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707012" y="5172302"/>
                <a:ext cx="97301" cy="973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58" name="Entrada de lápiz 157">
                <a:extLst>
                  <a:ext uri="{FF2B5EF4-FFF2-40B4-BE49-F238E27FC236}">
                    <a16:creationId xmlns:a16="http://schemas.microsoft.com/office/drawing/2014/main" id="{BD2EFAD1-2A09-5993-0FA9-48E88CCD1FCD}"/>
                  </a:ext>
                </a:extLst>
              </p14:cNvPr>
              <p14:cNvContentPartPr/>
              <p14:nvPr/>
            </p14:nvContentPartPr>
            <p14:xfrm>
              <a:off x="8793463" y="5001713"/>
              <a:ext cx="113400" cy="339120"/>
            </p14:xfrm>
          </p:contentPart>
        </mc:Choice>
        <mc:Fallback>
          <p:pic>
            <p:nvPicPr>
              <p:cNvPr id="158" name="Entrada de lápiz 157">
                <a:extLst>
                  <a:ext uri="{FF2B5EF4-FFF2-40B4-BE49-F238E27FC236}">
                    <a16:creationId xmlns:a16="http://schemas.microsoft.com/office/drawing/2014/main" id="{BD2EFAD1-2A09-5993-0FA9-48E88CCD1FCD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782697" y="4990924"/>
                <a:ext cx="134573" cy="3603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159" name="Entrada de lápiz 158">
                <a:extLst>
                  <a:ext uri="{FF2B5EF4-FFF2-40B4-BE49-F238E27FC236}">
                    <a16:creationId xmlns:a16="http://schemas.microsoft.com/office/drawing/2014/main" id="{6C211805-4E16-E5AA-692A-0A272CCC4B86}"/>
                  </a:ext>
                </a:extLst>
              </p14:cNvPr>
              <p14:cNvContentPartPr/>
              <p14:nvPr/>
            </p14:nvContentPartPr>
            <p14:xfrm>
              <a:off x="8919103" y="5189633"/>
              <a:ext cx="12960" cy="63360"/>
            </p14:xfrm>
          </p:contentPart>
        </mc:Choice>
        <mc:Fallback>
          <p:pic>
            <p:nvPicPr>
              <p:cNvPr id="159" name="Entrada de lápiz 158">
                <a:extLst>
                  <a:ext uri="{FF2B5EF4-FFF2-40B4-BE49-F238E27FC236}">
                    <a16:creationId xmlns:a16="http://schemas.microsoft.com/office/drawing/2014/main" id="{6C211805-4E16-E5AA-692A-0A272CCC4B86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8907994" y="5178833"/>
                <a:ext cx="34807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160" name="Entrada de lápiz 159">
                <a:extLst>
                  <a:ext uri="{FF2B5EF4-FFF2-40B4-BE49-F238E27FC236}">
                    <a16:creationId xmlns:a16="http://schemas.microsoft.com/office/drawing/2014/main" id="{8762DDB9-95F3-9B73-64DD-2CED1B3F31CC}"/>
                  </a:ext>
                </a:extLst>
              </p14:cNvPr>
              <p14:cNvContentPartPr/>
              <p14:nvPr/>
            </p14:nvContentPartPr>
            <p14:xfrm>
              <a:off x="8912983" y="5133113"/>
              <a:ext cx="31680" cy="6480"/>
            </p14:xfrm>
          </p:contentPart>
        </mc:Choice>
        <mc:Fallback>
          <p:pic>
            <p:nvPicPr>
              <p:cNvPr id="160" name="Entrada de lápiz 159">
                <a:extLst>
                  <a:ext uri="{FF2B5EF4-FFF2-40B4-BE49-F238E27FC236}">
                    <a16:creationId xmlns:a16="http://schemas.microsoft.com/office/drawing/2014/main" id="{8762DDB9-95F3-9B73-64DD-2CED1B3F31CC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902183" y="5122881"/>
                <a:ext cx="52920" cy="266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161" name="Entrada de lápiz 160">
                <a:extLst>
                  <a:ext uri="{FF2B5EF4-FFF2-40B4-BE49-F238E27FC236}">
                    <a16:creationId xmlns:a16="http://schemas.microsoft.com/office/drawing/2014/main" id="{35D90BBC-1A94-9EEC-1ED1-14F05B668868}"/>
                  </a:ext>
                </a:extLst>
              </p14:cNvPr>
              <p14:cNvContentPartPr/>
              <p14:nvPr/>
            </p14:nvContentPartPr>
            <p14:xfrm>
              <a:off x="8969503" y="5164433"/>
              <a:ext cx="75960" cy="88560"/>
            </p14:xfrm>
          </p:contentPart>
        </mc:Choice>
        <mc:Fallback>
          <p:pic>
            <p:nvPicPr>
              <p:cNvPr id="161" name="Entrada de lápiz 160">
                <a:extLst>
                  <a:ext uri="{FF2B5EF4-FFF2-40B4-BE49-F238E27FC236}">
                    <a16:creationId xmlns:a16="http://schemas.microsoft.com/office/drawing/2014/main" id="{35D90BBC-1A94-9EEC-1ED1-14F05B668868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8958703" y="5153589"/>
                <a:ext cx="97200" cy="1098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162" name="Entrada de lápiz 161">
                <a:extLst>
                  <a:ext uri="{FF2B5EF4-FFF2-40B4-BE49-F238E27FC236}">
                    <a16:creationId xmlns:a16="http://schemas.microsoft.com/office/drawing/2014/main" id="{1343D69B-11BE-91DE-C4DD-AC4DB62E6DB9}"/>
                  </a:ext>
                </a:extLst>
              </p14:cNvPr>
              <p14:cNvContentPartPr/>
              <p14:nvPr/>
            </p14:nvContentPartPr>
            <p14:xfrm>
              <a:off x="9076423" y="5183153"/>
              <a:ext cx="25560" cy="88560"/>
            </p14:xfrm>
          </p:contentPart>
        </mc:Choice>
        <mc:Fallback>
          <p:pic>
            <p:nvPicPr>
              <p:cNvPr id="162" name="Entrada de lápiz 161">
                <a:extLst>
                  <a:ext uri="{FF2B5EF4-FFF2-40B4-BE49-F238E27FC236}">
                    <a16:creationId xmlns:a16="http://schemas.microsoft.com/office/drawing/2014/main" id="{1343D69B-11BE-91DE-C4DD-AC4DB62E6DB9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9065623" y="5172309"/>
                <a:ext cx="46800" cy="1098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163" name="Entrada de lápiz 162">
                <a:extLst>
                  <a:ext uri="{FF2B5EF4-FFF2-40B4-BE49-F238E27FC236}">
                    <a16:creationId xmlns:a16="http://schemas.microsoft.com/office/drawing/2014/main" id="{88C075DC-49B8-A134-6AE4-F51BA1C43F69}"/>
                  </a:ext>
                </a:extLst>
              </p14:cNvPr>
              <p14:cNvContentPartPr/>
              <p14:nvPr/>
            </p14:nvContentPartPr>
            <p14:xfrm>
              <a:off x="9101623" y="5139233"/>
              <a:ext cx="12960" cy="6480"/>
            </p14:xfrm>
          </p:contentPart>
        </mc:Choice>
        <mc:Fallback>
          <p:pic>
            <p:nvPicPr>
              <p:cNvPr id="163" name="Entrada de lápiz 162">
                <a:extLst>
                  <a:ext uri="{FF2B5EF4-FFF2-40B4-BE49-F238E27FC236}">
                    <a16:creationId xmlns:a16="http://schemas.microsoft.com/office/drawing/2014/main" id="{88C075DC-49B8-A134-6AE4-F51BA1C43F69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9090823" y="5128433"/>
                <a:ext cx="342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164" name="Entrada de lápiz 163">
                <a:extLst>
                  <a:ext uri="{FF2B5EF4-FFF2-40B4-BE49-F238E27FC236}">
                    <a16:creationId xmlns:a16="http://schemas.microsoft.com/office/drawing/2014/main" id="{37835762-8764-61AA-ABBF-E630EC80A4C2}"/>
                  </a:ext>
                </a:extLst>
              </p14:cNvPr>
              <p14:cNvContentPartPr/>
              <p14:nvPr/>
            </p14:nvContentPartPr>
            <p14:xfrm>
              <a:off x="9120343" y="5013593"/>
              <a:ext cx="94680" cy="232920"/>
            </p14:xfrm>
          </p:contentPart>
        </mc:Choice>
        <mc:Fallback>
          <p:pic>
            <p:nvPicPr>
              <p:cNvPr id="164" name="Entrada de lápiz 163">
                <a:extLst>
                  <a:ext uri="{FF2B5EF4-FFF2-40B4-BE49-F238E27FC236}">
                    <a16:creationId xmlns:a16="http://schemas.microsoft.com/office/drawing/2014/main" id="{37835762-8764-61AA-ABBF-E630EC80A4C2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9109543" y="5002810"/>
                <a:ext cx="115920" cy="2541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165" name="Entrada de lápiz 164">
                <a:extLst>
                  <a:ext uri="{FF2B5EF4-FFF2-40B4-BE49-F238E27FC236}">
                    <a16:creationId xmlns:a16="http://schemas.microsoft.com/office/drawing/2014/main" id="{CC2E3CEC-47C0-37B0-2A90-E098B2081AB8}"/>
                  </a:ext>
                </a:extLst>
              </p14:cNvPr>
              <p14:cNvContentPartPr/>
              <p14:nvPr/>
            </p14:nvContentPartPr>
            <p14:xfrm>
              <a:off x="9197023" y="5177033"/>
              <a:ext cx="74520" cy="56880"/>
            </p14:xfrm>
          </p:contentPart>
        </mc:Choice>
        <mc:Fallback>
          <p:pic>
            <p:nvPicPr>
              <p:cNvPr id="165" name="Entrada de lápiz 164">
                <a:extLst>
                  <a:ext uri="{FF2B5EF4-FFF2-40B4-BE49-F238E27FC236}">
                    <a16:creationId xmlns:a16="http://schemas.microsoft.com/office/drawing/2014/main" id="{CC2E3CEC-47C0-37B0-2A90-E098B2081AB8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9186223" y="5166301"/>
                <a:ext cx="95760" cy="779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166" name="Entrada de lápiz 165">
                <a:extLst>
                  <a:ext uri="{FF2B5EF4-FFF2-40B4-BE49-F238E27FC236}">
                    <a16:creationId xmlns:a16="http://schemas.microsoft.com/office/drawing/2014/main" id="{6EA9602C-FDDD-C2EB-493D-AD9192093501}"/>
                  </a:ext>
                </a:extLst>
              </p14:cNvPr>
              <p14:cNvContentPartPr/>
              <p14:nvPr/>
            </p14:nvContentPartPr>
            <p14:xfrm>
              <a:off x="802543" y="5967953"/>
              <a:ext cx="145080" cy="321840"/>
            </p14:xfrm>
          </p:contentPart>
        </mc:Choice>
        <mc:Fallback>
          <p:pic>
            <p:nvPicPr>
              <p:cNvPr id="166" name="Entrada de lápiz 165">
                <a:extLst>
                  <a:ext uri="{FF2B5EF4-FFF2-40B4-BE49-F238E27FC236}">
                    <a16:creationId xmlns:a16="http://schemas.microsoft.com/office/drawing/2014/main" id="{6EA9602C-FDDD-C2EB-493D-AD9192093501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791743" y="5957153"/>
                <a:ext cx="16632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67" name="Entrada de lápiz 166">
                <a:extLst>
                  <a:ext uri="{FF2B5EF4-FFF2-40B4-BE49-F238E27FC236}">
                    <a16:creationId xmlns:a16="http://schemas.microsoft.com/office/drawing/2014/main" id="{4D48EEE0-1C40-E0AF-526B-15D34EEEA191}"/>
                  </a:ext>
                </a:extLst>
              </p14:cNvPr>
              <p14:cNvContentPartPr/>
              <p14:nvPr/>
            </p14:nvContentPartPr>
            <p14:xfrm>
              <a:off x="1003783" y="6145073"/>
              <a:ext cx="69480" cy="82080"/>
            </p14:xfrm>
          </p:contentPart>
        </mc:Choice>
        <mc:Fallback>
          <p:pic>
            <p:nvPicPr>
              <p:cNvPr id="167" name="Entrada de lápiz 166">
                <a:extLst>
                  <a:ext uri="{FF2B5EF4-FFF2-40B4-BE49-F238E27FC236}">
                    <a16:creationId xmlns:a16="http://schemas.microsoft.com/office/drawing/2014/main" id="{4D48EEE0-1C40-E0AF-526B-15D34EEEA191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992983" y="6134273"/>
                <a:ext cx="9072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68" name="Entrada de lápiz 167">
                <a:extLst>
                  <a:ext uri="{FF2B5EF4-FFF2-40B4-BE49-F238E27FC236}">
                    <a16:creationId xmlns:a16="http://schemas.microsoft.com/office/drawing/2014/main" id="{7F06995B-8786-DFF2-2E4C-7A768D66F71A}"/>
                  </a:ext>
                </a:extLst>
              </p14:cNvPr>
              <p14:cNvContentPartPr/>
              <p14:nvPr/>
            </p14:nvContentPartPr>
            <p14:xfrm>
              <a:off x="1229863" y="5976233"/>
              <a:ext cx="19080" cy="285480"/>
            </p14:xfrm>
          </p:contentPart>
        </mc:Choice>
        <mc:Fallback>
          <p:pic>
            <p:nvPicPr>
              <p:cNvPr id="168" name="Entrada de lápiz 167">
                <a:extLst>
                  <a:ext uri="{FF2B5EF4-FFF2-40B4-BE49-F238E27FC236}">
                    <a16:creationId xmlns:a16="http://schemas.microsoft.com/office/drawing/2014/main" id="{7F06995B-8786-DFF2-2E4C-7A768D66F71A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219063" y="5965433"/>
                <a:ext cx="4032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4505F6EA-A65F-70A1-FD6E-61657EFA658F}"/>
                  </a:ext>
                </a:extLst>
              </p14:cNvPr>
              <p14:cNvContentPartPr/>
              <p14:nvPr/>
            </p14:nvContentPartPr>
            <p14:xfrm>
              <a:off x="1242463" y="6107633"/>
              <a:ext cx="94680" cy="126000"/>
            </p14:xfrm>
          </p:contentPart>
        </mc:Choice>
        <mc:Fallback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4505F6EA-A65F-70A1-FD6E-61657EFA658F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231663" y="6096833"/>
                <a:ext cx="11592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70" name="Entrada de lápiz 169">
                <a:extLst>
                  <a:ext uri="{FF2B5EF4-FFF2-40B4-BE49-F238E27FC236}">
                    <a16:creationId xmlns:a16="http://schemas.microsoft.com/office/drawing/2014/main" id="{74024D25-D210-8F0E-CF88-18A3105388AE}"/>
                  </a:ext>
                </a:extLst>
              </p14:cNvPr>
              <p14:cNvContentPartPr/>
              <p14:nvPr/>
            </p14:nvContentPartPr>
            <p14:xfrm>
              <a:off x="1324183" y="6032033"/>
              <a:ext cx="25560" cy="19080"/>
            </p14:xfrm>
          </p:contentPart>
        </mc:Choice>
        <mc:Fallback>
          <p:pic>
            <p:nvPicPr>
              <p:cNvPr id="170" name="Entrada de lápiz 169">
                <a:extLst>
                  <a:ext uri="{FF2B5EF4-FFF2-40B4-BE49-F238E27FC236}">
                    <a16:creationId xmlns:a16="http://schemas.microsoft.com/office/drawing/2014/main" id="{74024D25-D210-8F0E-CF88-18A3105388AE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313383" y="6021233"/>
                <a:ext cx="468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71" name="Entrada de lápiz 170">
                <a:extLst>
                  <a:ext uri="{FF2B5EF4-FFF2-40B4-BE49-F238E27FC236}">
                    <a16:creationId xmlns:a16="http://schemas.microsoft.com/office/drawing/2014/main" id="{F53A28F4-B425-52FC-996E-CFA56F44D224}"/>
                  </a:ext>
                </a:extLst>
              </p14:cNvPr>
              <p14:cNvContentPartPr/>
              <p14:nvPr/>
            </p14:nvContentPartPr>
            <p14:xfrm>
              <a:off x="1361983" y="6113753"/>
              <a:ext cx="82080" cy="113400"/>
            </p14:xfrm>
          </p:contentPart>
        </mc:Choice>
        <mc:Fallback>
          <p:pic>
            <p:nvPicPr>
              <p:cNvPr id="171" name="Entrada de lápiz 170">
                <a:extLst>
                  <a:ext uri="{FF2B5EF4-FFF2-40B4-BE49-F238E27FC236}">
                    <a16:creationId xmlns:a16="http://schemas.microsoft.com/office/drawing/2014/main" id="{F53A28F4-B425-52FC-996E-CFA56F44D224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1351183" y="6102953"/>
                <a:ext cx="10332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72" name="Entrada de lápiz 171">
                <a:extLst>
                  <a:ext uri="{FF2B5EF4-FFF2-40B4-BE49-F238E27FC236}">
                    <a16:creationId xmlns:a16="http://schemas.microsoft.com/office/drawing/2014/main" id="{34473665-AF16-2E00-715D-7B502F474B76}"/>
                  </a:ext>
                </a:extLst>
              </p14:cNvPr>
              <p14:cNvContentPartPr/>
              <p14:nvPr/>
            </p14:nvContentPartPr>
            <p14:xfrm>
              <a:off x="1450183" y="6120953"/>
              <a:ext cx="69480" cy="111960"/>
            </p14:xfrm>
          </p:contentPart>
        </mc:Choice>
        <mc:Fallback>
          <p:pic>
            <p:nvPicPr>
              <p:cNvPr id="172" name="Entrada de lápiz 171">
                <a:extLst>
                  <a:ext uri="{FF2B5EF4-FFF2-40B4-BE49-F238E27FC236}">
                    <a16:creationId xmlns:a16="http://schemas.microsoft.com/office/drawing/2014/main" id="{34473665-AF16-2E00-715D-7B502F474B76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1439383" y="6110188"/>
                <a:ext cx="90720" cy="1331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73" name="Entrada de lápiz 172">
                <a:extLst>
                  <a:ext uri="{FF2B5EF4-FFF2-40B4-BE49-F238E27FC236}">
                    <a16:creationId xmlns:a16="http://schemas.microsoft.com/office/drawing/2014/main" id="{625916AF-D668-D81B-382C-63BD1D9B1289}"/>
                  </a:ext>
                </a:extLst>
              </p14:cNvPr>
              <p14:cNvContentPartPr/>
              <p14:nvPr/>
            </p14:nvContentPartPr>
            <p14:xfrm>
              <a:off x="1544143" y="6138953"/>
              <a:ext cx="82080" cy="63360"/>
            </p14:xfrm>
          </p:contentPart>
        </mc:Choice>
        <mc:Fallback>
          <p:pic>
            <p:nvPicPr>
              <p:cNvPr id="173" name="Entrada de lápiz 172">
                <a:extLst>
                  <a:ext uri="{FF2B5EF4-FFF2-40B4-BE49-F238E27FC236}">
                    <a16:creationId xmlns:a16="http://schemas.microsoft.com/office/drawing/2014/main" id="{625916AF-D668-D81B-382C-63BD1D9B1289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533343" y="6128153"/>
                <a:ext cx="1033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74" name="Entrada de lápiz 173">
                <a:extLst>
                  <a:ext uri="{FF2B5EF4-FFF2-40B4-BE49-F238E27FC236}">
                    <a16:creationId xmlns:a16="http://schemas.microsoft.com/office/drawing/2014/main" id="{0A5F3676-C93C-A239-B67F-BB234BDBCEF0}"/>
                  </a:ext>
                </a:extLst>
              </p14:cNvPr>
              <p14:cNvContentPartPr/>
              <p14:nvPr/>
            </p14:nvContentPartPr>
            <p14:xfrm>
              <a:off x="1858783" y="6096473"/>
              <a:ext cx="113400" cy="105840"/>
            </p14:xfrm>
          </p:contentPart>
        </mc:Choice>
        <mc:Fallback>
          <p:pic>
            <p:nvPicPr>
              <p:cNvPr id="174" name="Entrada de lápiz 173">
                <a:extLst>
                  <a:ext uri="{FF2B5EF4-FFF2-40B4-BE49-F238E27FC236}">
                    <a16:creationId xmlns:a16="http://schemas.microsoft.com/office/drawing/2014/main" id="{0A5F3676-C93C-A239-B67F-BB234BDBCEF0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848017" y="6085673"/>
                <a:ext cx="134573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75" name="Entrada de lápiz 174">
                <a:extLst>
                  <a:ext uri="{FF2B5EF4-FFF2-40B4-BE49-F238E27FC236}">
                    <a16:creationId xmlns:a16="http://schemas.microsoft.com/office/drawing/2014/main" id="{ED66F6E9-9239-CB4A-E4D3-5C886C36C4B0}"/>
                  </a:ext>
                </a:extLst>
              </p14:cNvPr>
              <p14:cNvContentPartPr/>
              <p14:nvPr/>
            </p14:nvContentPartPr>
            <p14:xfrm>
              <a:off x="2009623" y="6095033"/>
              <a:ext cx="107280" cy="124560"/>
            </p14:xfrm>
          </p:contentPart>
        </mc:Choice>
        <mc:Fallback>
          <p:pic>
            <p:nvPicPr>
              <p:cNvPr id="175" name="Entrada de lápiz 174">
                <a:extLst>
                  <a:ext uri="{FF2B5EF4-FFF2-40B4-BE49-F238E27FC236}">
                    <a16:creationId xmlns:a16="http://schemas.microsoft.com/office/drawing/2014/main" id="{ED66F6E9-9239-CB4A-E4D3-5C886C36C4B0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1998823" y="6084264"/>
                <a:ext cx="128520" cy="1457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76" name="Entrada de lápiz 175">
                <a:extLst>
                  <a:ext uri="{FF2B5EF4-FFF2-40B4-BE49-F238E27FC236}">
                    <a16:creationId xmlns:a16="http://schemas.microsoft.com/office/drawing/2014/main" id="{90D6DE0F-1068-780A-4BAD-9F881B035E67}"/>
                  </a:ext>
                </a:extLst>
              </p14:cNvPr>
              <p14:cNvContentPartPr/>
              <p14:nvPr/>
            </p14:nvContentPartPr>
            <p14:xfrm>
              <a:off x="2116543" y="6101153"/>
              <a:ext cx="82080" cy="100800"/>
            </p14:xfrm>
          </p:contentPart>
        </mc:Choice>
        <mc:Fallback>
          <p:pic>
            <p:nvPicPr>
              <p:cNvPr id="176" name="Entrada de lápiz 175">
                <a:extLst>
                  <a:ext uri="{FF2B5EF4-FFF2-40B4-BE49-F238E27FC236}">
                    <a16:creationId xmlns:a16="http://schemas.microsoft.com/office/drawing/2014/main" id="{90D6DE0F-1068-780A-4BAD-9F881B035E67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2105743" y="6090353"/>
                <a:ext cx="1033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77" name="Entrada de lápiz 176">
                <a:extLst>
                  <a:ext uri="{FF2B5EF4-FFF2-40B4-BE49-F238E27FC236}">
                    <a16:creationId xmlns:a16="http://schemas.microsoft.com/office/drawing/2014/main" id="{95BDCA71-FECC-2577-DBD7-0171FED0219A}"/>
                  </a:ext>
                </a:extLst>
              </p14:cNvPr>
              <p14:cNvContentPartPr/>
              <p14:nvPr/>
            </p14:nvContentPartPr>
            <p14:xfrm>
              <a:off x="2198263" y="6127073"/>
              <a:ext cx="63360" cy="75240"/>
            </p14:xfrm>
          </p:contentPart>
        </mc:Choice>
        <mc:Fallback>
          <p:pic>
            <p:nvPicPr>
              <p:cNvPr id="177" name="Entrada de lápiz 176">
                <a:extLst>
                  <a:ext uri="{FF2B5EF4-FFF2-40B4-BE49-F238E27FC236}">
                    <a16:creationId xmlns:a16="http://schemas.microsoft.com/office/drawing/2014/main" id="{95BDCA71-FECC-2577-DBD7-0171FED0219A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2187463" y="6116221"/>
                <a:ext cx="84600" cy="965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78" name="Entrada de lápiz 177">
                <a:extLst>
                  <a:ext uri="{FF2B5EF4-FFF2-40B4-BE49-F238E27FC236}">
                    <a16:creationId xmlns:a16="http://schemas.microsoft.com/office/drawing/2014/main" id="{037B9E1C-6420-02D1-BFC9-974F53B8EEDC}"/>
                  </a:ext>
                </a:extLst>
              </p14:cNvPr>
              <p14:cNvContentPartPr/>
              <p14:nvPr/>
            </p14:nvContentPartPr>
            <p14:xfrm>
              <a:off x="2260903" y="6095033"/>
              <a:ext cx="107280" cy="113400"/>
            </p14:xfrm>
          </p:contentPart>
        </mc:Choice>
        <mc:Fallback>
          <p:pic>
            <p:nvPicPr>
              <p:cNvPr id="178" name="Entrada de lápiz 177">
                <a:extLst>
                  <a:ext uri="{FF2B5EF4-FFF2-40B4-BE49-F238E27FC236}">
                    <a16:creationId xmlns:a16="http://schemas.microsoft.com/office/drawing/2014/main" id="{037B9E1C-6420-02D1-BFC9-974F53B8EEDC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2250103" y="6084267"/>
                <a:ext cx="128520" cy="1345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79" name="Entrada de lápiz 178">
                <a:extLst>
                  <a:ext uri="{FF2B5EF4-FFF2-40B4-BE49-F238E27FC236}">
                    <a16:creationId xmlns:a16="http://schemas.microsoft.com/office/drawing/2014/main" id="{3D9E8126-B204-265C-2D93-23A04AFAEA6F}"/>
                  </a:ext>
                </a:extLst>
              </p14:cNvPr>
              <p14:cNvContentPartPr/>
              <p14:nvPr/>
            </p14:nvContentPartPr>
            <p14:xfrm>
              <a:off x="2375023" y="6115193"/>
              <a:ext cx="75240" cy="74520"/>
            </p14:xfrm>
          </p:contentPart>
        </mc:Choice>
        <mc:Fallback>
          <p:pic>
            <p:nvPicPr>
              <p:cNvPr id="179" name="Entrada de lápiz 178">
                <a:extLst>
                  <a:ext uri="{FF2B5EF4-FFF2-40B4-BE49-F238E27FC236}">
                    <a16:creationId xmlns:a16="http://schemas.microsoft.com/office/drawing/2014/main" id="{3D9E8126-B204-265C-2D93-23A04AFAEA6F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2364223" y="6104341"/>
                <a:ext cx="96480" cy="958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80" name="Entrada de lápiz 179">
                <a:extLst>
                  <a:ext uri="{FF2B5EF4-FFF2-40B4-BE49-F238E27FC236}">
                    <a16:creationId xmlns:a16="http://schemas.microsoft.com/office/drawing/2014/main" id="{E396C255-FE6F-219C-52D4-F268E9CA32F5}"/>
                  </a:ext>
                </a:extLst>
              </p14:cNvPr>
              <p14:cNvContentPartPr/>
              <p14:nvPr/>
            </p14:nvContentPartPr>
            <p14:xfrm>
              <a:off x="2625583" y="5931593"/>
              <a:ext cx="176400" cy="302040"/>
            </p14:xfrm>
          </p:contentPart>
        </mc:Choice>
        <mc:Fallback>
          <p:pic>
            <p:nvPicPr>
              <p:cNvPr id="180" name="Entrada de lápiz 179">
                <a:extLst>
                  <a:ext uri="{FF2B5EF4-FFF2-40B4-BE49-F238E27FC236}">
                    <a16:creationId xmlns:a16="http://schemas.microsoft.com/office/drawing/2014/main" id="{E396C255-FE6F-219C-52D4-F268E9CA32F5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2614783" y="5920793"/>
                <a:ext cx="19764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81" name="Entrada de lápiz 180">
                <a:extLst>
                  <a:ext uri="{FF2B5EF4-FFF2-40B4-BE49-F238E27FC236}">
                    <a16:creationId xmlns:a16="http://schemas.microsoft.com/office/drawing/2014/main" id="{796142C2-3C6C-6A17-B8E7-6FD24759739C}"/>
                  </a:ext>
                </a:extLst>
              </p14:cNvPr>
              <p14:cNvContentPartPr/>
              <p14:nvPr/>
            </p14:nvContentPartPr>
            <p14:xfrm>
              <a:off x="2965063" y="6069833"/>
              <a:ext cx="82080" cy="140040"/>
            </p14:xfrm>
          </p:contentPart>
        </mc:Choice>
        <mc:Fallback>
          <p:pic>
            <p:nvPicPr>
              <p:cNvPr id="181" name="Entrada de lápiz 180">
                <a:extLst>
                  <a:ext uri="{FF2B5EF4-FFF2-40B4-BE49-F238E27FC236}">
                    <a16:creationId xmlns:a16="http://schemas.microsoft.com/office/drawing/2014/main" id="{796142C2-3C6C-6A17-B8E7-6FD24759739C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2954263" y="6059033"/>
                <a:ext cx="1033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82" name="Entrada de lápiz 181">
                <a:extLst>
                  <a:ext uri="{FF2B5EF4-FFF2-40B4-BE49-F238E27FC236}">
                    <a16:creationId xmlns:a16="http://schemas.microsoft.com/office/drawing/2014/main" id="{C88AE224-1593-CB0C-29B3-AEEB4A9A67AD}"/>
                  </a:ext>
                </a:extLst>
              </p14:cNvPr>
              <p14:cNvContentPartPr/>
              <p14:nvPr/>
            </p14:nvContentPartPr>
            <p14:xfrm>
              <a:off x="3034543" y="6101153"/>
              <a:ext cx="93960" cy="100800"/>
            </p14:xfrm>
          </p:contentPart>
        </mc:Choice>
        <mc:Fallback>
          <p:pic>
            <p:nvPicPr>
              <p:cNvPr id="182" name="Entrada de lápiz 181">
                <a:extLst>
                  <a:ext uri="{FF2B5EF4-FFF2-40B4-BE49-F238E27FC236}">
                    <a16:creationId xmlns:a16="http://schemas.microsoft.com/office/drawing/2014/main" id="{C88AE224-1593-CB0C-29B3-AEEB4A9A67AD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3023743" y="6090353"/>
                <a:ext cx="11520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83" name="Entrada de lápiz 182">
                <a:extLst>
                  <a:ext uri="{FF2B5EF4-FFF2-40B4-BE49-F238E27FC236}">
                    <a16:creationId xmlns:a16="http://schemas.microsoft.com/office/drawing/2014/main" id="{495C3DB3-76E7-4F9F-1092-C4269A11DD0A}"/>
                  </a:ext>
                </a:extLst>
              </p14:cNvPr>
              <p14:cNvContentPartPr/>
              <p14:nvPr/>
            </p14:nvContentPartPr>
            <p14:xfrm>
              <a:off x="3065863" y="6101153"/>
              <a:ext cx="138600" cy="88200"/>
            </p14:xfrm>
          </p:contentPart>
        </mc:Choice>
        <mc:Fallback>
          <p:pic>
            <p:nvPicPr>
              <p:cNvPr id="183" name="Entrada de lápiz 182">
                <a:extLst>
                  <a:ext uri="{FF2B5EF4-FFF2-40B4-BE49-F238E27FC236}">
                    <a16:creationId xmlns:a16="http://schemas.microsoft.com/office/drawing/2014/main" id="{495C3DB3-76E7-4F9F-1092-C4269A11DD0A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3055091" y="6090353"/>
                <a:ext cx="159785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84" name="Entrada de lápiz 183">
                <a:extLst>
                  <a:ext uri="{FF2B5EF4-FFF2-40B4-BE49-F238E27FC236}">
                    <a16:creationId xmlns:a16="http://schemas.microsoft.com/office/drawing/2014/main" id="{B3A5D213-845F-B9D0-FAD3-9870A35A521E}"/>
                  </a:ext>
                </a:extLst>
              </p14:cNvPr>
              <p14:cNvContentPartPr/>
              <p14:nvPr/>
            </p14:nvContentPartPr>
            <p14:xfrm>
              <a:off x="3279703" y="5950313"/>
              <a:ext cx="12960" cy="239400"/>
            </p14:xfrm>
          </p:contentPart>
        </mc:Choice>
        <mc:Fallback>
          <p:pic>
            <p:nvPicPr>
              <p:cNvPr id="184" name="Entrada de lápiz 183">
                <a:extLst>
                  <a:ext uri="{FF2B5EF4-FFF2-40B4-BE49-F238E27FC236}">
                    <a16:creationId xmlns:a16="http://schemas.microsoft.com/office/drawing/2014/main" id="{B3A5D213-845F-B9D0-FAD3-9870A35A521E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3268903" y="5939497"/>
                <a:ext cx="34200" cy="2606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85" name="Entrada de lápiz 184">
                <a:extLst>
                  <a:ext uri="{FF2B5EF4-FFF2-40B4-BE49-F238E27FC236}">
                    <a16:creationId xmlns:a16="http://schemas.microsoft.com/office/drawing/2014/main" id="{5EDDB747-0D75-74BA-4ED1-A4D54BA731BC}"/>
                  </a:ext>
                </a:extLst>
              </p14:cNvPr>
              <p14:cNvContentPartPr/>
              <p14:nvPr/>
            </p14:nvContentPartPr>
            <p14:xfrm>
              <a:off x="3298423" y="6075953"/>
              <a:ext cx="63360" cy="360"/>
            </p14:xfrm>
          </p:contentPart>
        </mc:Choice>
        <mc:Fallback>
          <p:pic>
            <p:nvPicPr>
              <p:cNvPr id="185" name="Entrada de lápiz 184">
                <a:extLst>
                  <a:ext uri="{FF2B5EF4-FFF2-40B4-BE49-F238E27FC236}">
                    <a16:creationId xmlns:a16="http://schemas.microsoft.com/office/drawing/2014/main" id="{5EDDB747-0D75-74BA-4ED1-A4D54BA731BC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3287561" y="6065153"/>
                <a:ext cx="84721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86" name="Entrada de lápiz 185">
                <a:extLst>
                  <a:ext uri="{FF2B5EF4-FFF2-40B4-BE49-F238E27FC236}">
                    <a16:creationId xmlns:a16="http://schemas.microsoft.com/office/drawing/2014/main" id="{A805E472-00F7-2FDE-0D82-2681EAA22E80}"/>
                  </a:ext>
                </a:extLst>
              </p14:cNvPr>
              <p14:cNvContentPartPr/>
              <p14:nvPr/>
            </p14:nvContentPartPr>
            <p14:xfrm>
              <a:off x="3329743" y="6095033"/>
              <a:ext cx="100800" cy="63360"/>
            </p14:xfrm>
          </p:contentPart>
        </mc:Choice>
        <mc:Fallback>
          <p:pic>
            <p:nvPicPr>
              <p:cNvPr id="186" name="Entrada de lápiz 185">
                <a:extLst>
                  <a:ext uri="{FF2B5EF4-FFF2-40B4-BE49-F238E27FC236}">
                    <a16:creationId xmlns:a16="http://schemas.microsoft.com/office/drawing/2014/main" id="{A805E472-00F7-2FDE-0D82-2681EAA22E80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3318943" y="6084233"/>
                <a:ext cx="12204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87" name="Entrada de lápiz 186">
                <a:extLst>
                  <a:ext uri="{FF2B5EF4-FFF2-40B4-BE49-F238E27FC236}">
                    <a16:creationId xmlns:a16="http://schemas.microsoft.com/office/drawing/2014/main" id="{CCCB3205-118F-D176-122D-9A27C55C02EE}"/>
                  </a:ext>
                </a:extLst>
              </p14:cNvPr>
              <p14:cNvContentPartPr/>
              <p14:nvPr/>
            </p14:nvContentPartPr>
            <p14:xfrm>
              <a:off x="3512263" y="5988113"/>
              <a:ext cx="126000" cy="226080"/>
            </p14:xfrm>
          </p:contentPart>
        </mc:Choice>
        <mc:Fallback>
          <p:pic>
            <p:nvPicPr>
              <p:cNvPr id="187" name="Entrada de lápiz 186">
                <a:extLst>
                  <a:ext uri="{FF2B5EF4-FFF2-40B4-BE49-F238E27FC236}">
                    <a16:creationId xmlns:a16="http://schemas.microsoft.com/office/drawing/2014/main" id="{CCCB3205-118F-D176-122D-9A27C55C02EE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3501494" y="5977313"/>
                <a:ext cx="147179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88" name="Entrada de lápiz 187">
                <a:extLst>
                  <a:ext uri="{FF2B5EF4-FFF2-40B4-BE49-F238E27FC236}">
                    <a16:creationId xmlns:a16="http://schemas.microsoft.com/office/drawing/2014/main" id="{6077B3F2-C976-E86D-4720-5398BFBE1B9F}"/>
                  </a:ext>
                </a:extLst>
              </p14:cNvPr>
              <p14:cNvContentPartPr/>
              <p14:nvPr/>
            </p14:nvContentPartPr>
            <p14:xfrm>
              <a:off x="3637903" y="6120233"/>
              <a:ext cx="132480" cy="107280"/>
            </p14:xfrm>
          </p:contentPart>
        </mc:Choice>
        <mc:Fallback>
          <p:pic>
            <p:nvPicPr>
              <p:cNvPr id="188" name="Entrada de lápiz 187">
                <a:extLst>
                  <a:ext uri="{FF2B5EF4-FFF2-40B4-BE49-F238E27FC236}">
                    <a16:creationId xmlns:a16="http://schemas.microsoft.com/office/drawing/2014/main" id="{6077B3F2-C976-E86D-4720-5398BFBE1B9F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3627074" y="6109433"/>
                <a:ext cx="153778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202" name="Entrada de lápiz 201">
                <a:extLst>
                  <a:ext uri="{FF2B5EF4-FFF2-40B4-BE49-F238E27FC236}">
                    <a16:creationId xmlns:a16="http://schemas.microsoft.com/office/drawing/2014/main" id="{F2B0905D-FBBD-50E1-6A4A-5FA0F69344F0}"/>
                  </a:ext>
                </a:extLst>
              </p14:cNvPr>
              <p14:cNvContentPartPr/>
              <p14:nvPr/>
            </p14:nvContentPartPr>
            <p14:xfrm>
              <a:off x="4046503" y="5957153"/>
              <a:ext cx="635400" cy="276480"/>
            </p14:xfrm>
          </p:contentPart>
        </mc:Choice>
        <mc:Fallback>
          <p:pic>
            <p:nvPicPr>
              <p:cNvPr id="202" name="Entrada de lápiz 201">
                <a:extLst>
                  <a:ext uri="{FF2B5EF4-FFF2-40B4-BE49-F238E27FC236}">
                    <a16:creationId xmlns:a16="http://schemas.microsoft.com/office/drawing/2014/main" id="{F2B0905D-FBBD-50E1-6A4A-5FA0F69344F0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4035703" y="5946339"/>
                <a:ext cx="656640" cy="29774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1293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8B89F-2887-938B-A700-4BA0CF362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>
            <a:extLst>
              <a:ext uri="{FF2B5EF4-FFF2-40B4-BE49-F238E27FC236}">
                <a16:creationId xmlns:a16="http://schemas.microsoft.com/office/drawing/2014/main" id="{5EE673DC-2AB1-7601-1EB7-40B0B9C985EC}"/>
              </a:ext>
            </a:extLst>
          </p:cNvPr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CC3F04B3-FF13-D6BC-C724-FFF2D99C2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5" name="CuadroTexto 86">
            <a:extLst>
              <a:ext uri="{FF2B5EF4-FFF2-40B4-BE49-F238E27FC236}">
                <a16:creationId xmlns:a16="http://schemas.microsoft.com/office/drawing/2014/main" id="{AAB98CE8-CA71-4959-DA30-808ED2CE9163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0087C1C-EE5D-53AF-040A-E882F1E6CFFB}"/>
              </a:ext>
            </a:extLst>
          </p:cNvPr>
          <p:cNvSpPr txBox="1"/>
          <p:nvPr/>
        </p:nvSpPr>
        <p:spPr>
          <a:xfrm>
            <a:off x="457200" y="941832"/>
            <a:ext cx="3938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/>
              <a:t>Comprobación de permisos de user_2B: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3FFEC5F-11CE-7A26-6075-D9F464B76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382" y="845756"/>
            <a:ext cx="4748084" cy="239122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B181F5C-64B1-6E65-629E-A597CF478B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3523717"/>
            <a:ext cx="6949440" cy="29594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6762CAD4-A50B-4942-EE8F-958051009695}"/>
                  </a:ext>
                </a:extLst>
              </p14:cNvPr>
              <p14:cNvContentPartPr/>
              <p14:nvPr/>
            </p14:nvContentPartPr>
            <p14:xfrm>
              <a:off x="538303" y="4299713"/>
              <a:ext cx="31680" cy="25524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6762CAD4-A50B-4942-EE8F-95805100969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7503" y="4288928"/>
                <a:ext cx="52920" cy="2764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0580BC96-24DE-4B88-9D4F-6489CFCC679F}"/>
                  </a:ext>
                </a:extLst>
              </p14:cNvPr>
              <p14:cNvContentPartPr/>
              <p14:nvPr/>
            </p14:nvContentPartPr>
            <p14:xfrm>
              <a:off x="393943" y="4309433"/>
              <a:ext cx="365040" cy="255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0580BC96-24DE-4B88-9D4F-6489CFCC679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3143" y="4298633"/>
                <a:ext cx="38628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7C1E4C99-26D4-F6DB-2B75-1C79D1ECB939}"/>
                  </a:ext>
                </a:extLst>
              </p14:cNvPr>
              <p14:cNvContentPartPr/>
              <p14:nvPr/>
            </p14:nvContentPartPr>
            <p14:xfrm>
              <a:off x="651703" y="4447673"/>
              <a:ext cx="19080" cy="8820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7C1E4C99-26D4-F6DB-2B75-1C79D1ECB93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0903" y="4436873"/>
                <a:ext cx="403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CA3D0A62-2D11-4018-F79C-9F53C32ADA0D}"/>
                  </a:ext>
                </a:extLst>
              </p14:cNvPr>
              <p14:cNvContentPartPr/>
              <p14:nvPr/>
            </p14:nvContentPartPr>
            <p14:xfrm>
              <a:off x="645223" y="4384673"/>
              <a:ext cx="19080" cy="648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CA3D0A62-2D11-4018-F79C-9F53C32ADA0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4423" y="4373873"/>
                <a:ext cx="403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3B806F66-95F1-178C-641C-BDF072EA7C28}"/>
                  </a:ext>
                </a:extLst>
              </p14:cNvPr>
              <p14:cNvContentPartPr/>
              <p14:nvPr/>
            </p14:nvContentPartPr>
            <p14:xfrm>
              <a:off x="714343" y="4447673"/>
              <a:ext cx="69480" cy="9468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3B806F66-95F1-178C-641C-BDF072EA7C2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03543" y="4436873"/>
                <a:ext cx="9072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6AB50601-8C09-0139-716B-8DB63830D228}"/>
                  </a:ext>
                </a:extLst>
              </p14:cNvPr>
              <p14:cNvContentPartPr/>
              <p14:nvPr/>
            </p14:nvContentPartPr>
            <p14:xfrm>
              <a:off x="808663" y="4435793"/>
              <a:ext cx="94680" cy="11844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6AB50601-8C09-0139-716B-8DB63830D22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7863" y="4424993"/>
                <a:ext cx="11592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626EA76F-5E9C-A644-03AF-FDD7118879E7}"/>
                  </a:ext>
                </a:extLst>
              </p14:cNvPr>
              <p14:cNvContentPartPr/>
              <p14:nvPr/>
            </p14:nvContentPartPr>
            <p14:xfrm>
              <a:off x="915583" y="4428953"/>
              <a:ext cx="56880" cy="11340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626EA76F-5E9C-A644-03AF-FDD7118879E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4783" y="4418187"/>
                <a:ext cx="78120" cy="1345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1DE18623-73F5-257D-2860-D9B8DCB67F72}"/>
                  </a:ext>
                </a:extLst>
              </p14:cNvPr>
              <p14:cNvContentPartPr/>
              <p14:nvPr/>
            </p14:nvContentPartPr>
            <p14:xfrm>
              <a:off x="1116823" y="4454153"/>
              <a:ext cx="88200" cy="10080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1DE18623-73F5-257D-2860-D9B8DCB67F7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06067" y="4443391"/>
                <a:ext cx="109354" cy="121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F27817E2-111A-8962-8E52-ACF81241E717}"/>
                  </a:ext>
                </a:extLst>
              </p14:cNvPr>
              <p14:cNvContentPartPr/>
              <p14:nvPr/>
            </p14:nvContentPartPr>
            <p14:xfrm>
              <a:off x="1255063" y="4442273"/>
              <a:ext cx="63360" cy="12528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F27817E2-111A-8962-8E52-ACF81241E71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44201" y="4431473"/>
                <a:ext cx="84721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163007F9-81C7-3C32-FFCB-612DBC7228C0}"/>
                  </a:ext>
                </a:extLst>
              </p14:cNvPr>
              <p14:cNvContentPartPr/>
              <p14:nvPr/>
            </p14:nvContentPartPr>
            <p14:xfrm>
              <a:off x="1343983" y="4454873"/>
              <a:ext cx="100080" cy="10008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163007F9-81C7-3C32-FFCB-612DBC7228C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333222" y="4444112"/>
                <a:ext cx="121244" cy="1212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3469FCEB-07F9-DA86-5385-A48FF07EB8CB}"/>
                  </a:ext>
                </a:extLst>
              </p14:cNvPr>
              <p14:cNvContentPartPr/>
              <p14:nvPr/>
            </p14:nvContentPartPr>
            <p14:xfrm>
              <a:off x="1487623" y="4447673"/>
              <a:ext cx="75240" cy="10080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3469FCEB-07F9-DA86-5385-A48FF07EB8C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476771" y="4436873"/>
                <a:ext cx="96582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AC50633B-626E-7DFC-171B-53091FBD1AF5}"/>
                  </a:ext>
                </a:extLst>
              </p14:cNvPr>
              <p14:cNvContentPartPr/>
              <p14:nvPr/>
            </p14:nvContentPartPr>
            <p14:xfrm>
              <a:off x="1563223" y="4428953"/>
              <a:ext cx="105840" cy="10728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AC50633B-626E-7DFC-171B-53091FBD1AF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552423" y="4418153"/>
                <a:ext cx="12708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98296ECA-DCAF-D130-848C-ADC8F44EFFA5}"/>
                  </a:ext>
                </a:extLst>
              </p14:cNvPr>
              <p14:cNvContentPartPr/>
              <p14:nvPr/>
            </p14:nvContentPartPr>
            <p14:xfrm>
              <a:off x="1670143" y="4428953"/>
              <a:ext cx="100800" cy="8208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98296ECA-DCAF-D130-848C-ADC8F44EFFA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659381" y="4418153"/>
                <a:ext cx="121964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FF438961-371C-00CA-74DC-29ED38F7177A}"/>
                  </a:ext>
                </a:extLst>
              </p14:cNvPr>
              <p14:cNvContentPartPr/>
              <p14:nvPr/>
            </p14:nvContentPartPr>
            <p14:xfrm>
              <a:off x="1934023" y="4466753"/>
              <a:ext cx="82080" cy="11340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FF438961-371C-00CA-74DC-29ED38F7177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23223" y="4455953"/>
                <a:ext cx="10332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CAD9F2F7-18DD-FF8F-953B-96256482D9DF}"/>
                  </a:ext>
                </a:extLst>
              </p14:cNvPr>
              <p14:cNvContentPartPr/>
              <p14:nvPr/>
            </p14:nvContentPartPr>
            <p14:xfrm>
              <a:off x="2682463" y="4247873"/>
              <a:ext cx="1804680" cy="37620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CAD9F2F7-18DD-FF8F-953B-96256482D9D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671663" y="4237073"/>
                <a:ext cx="182592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73C34B90-F598-49B8-D49F-76DFE790A2B2}"/>
                  </a:ext>
                </a:extLst>
              </p14:cNvPr>
              <p14:cNvContentPartPr/>
              <p14:nvPr/>
            </p14:nvContentPartPr>
            <p14:xfrm>
              <a:off x="2236063" y="4296833"/>
              <a:ext cx="276120" cy="32112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73C34B90-F598-49B8-D49F-76DFE790A2B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225277" y="4286033"/>
                <a:ext cx="297332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6122600A-EBC0-749B-B9F4-991CFB1854FC}"/>
                  </a:ext>
                </a:extLst>
              </p14:cNvPr>
              <p14:cNvContentPartPr/>
              <p14:nvPr/>
            </p14:nvContentPartPr>
            <p14:xfrm>
              <a:off x="262543" y="4677713"/>
              <a:ext cx="502200" cy="28512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6122600A-EBC0-749B-B9F4-991CFB1854F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51751" y="4666927"/>
                <a:ext cx="523425" cy="3063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ACDF1FA3-54EC-C94E-4366-0C5921599F7D}"/>
                  </a:ext>
                </a:extLst>
              </p14:cNvPr>
              <p14:cNvContentPartPr/>
              <p14:nvPr/>
            </p14:nvContentPartPr>
            <p14:xfrm>
              <a:off x="1011343" y="4705433"/>
              <a:ext cx="803520" cy="277200"/>
            </p14:xfrm>
          </p:contentPart>
        </mc:Choice>
        <mc:Fallback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ACDF1FA3-54EC-C94E-4366-0C5921599F7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00548" y="4694619"/>
                <a:ext cx="824750" cy="2984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79" name="Entrada de lápiz 78">
                <a:extLst>
                  <a:ext uri="{FF2B5EF4-FFF2-40B4-BE49-F238E27FC236}">
                    <a16:creationId xmlns:a16="http://schemas.microsoft.com/office/drawing/2014/main" id="{8A0CB141-B222-37A3-72E2-6A59A3038CF6}"/>
                  </a:ext>
                </a:extLst>
              </p14:cNvPr>
              <p14:cNvContentPartPr/>
              <p14:nvPr/>
            </p14:nvContentPartPr>
            <p14:xfrm>
              <a:off x="6903340" y="2511593"/>
              <a:ext cx="1662480" cy="188280"/>
            </p14:xfrm>
          </p:contentPart>
        </mc:Choice>
        <mc:Fallback>
          <p:pic>
            <p:nvPicPr>
              <p:cNvPr id="79" name="Entrada de lápiz 78">
                <a:extLst>
                  <a:ext uri="{FF2B5EF4-FFF2-40B4-BE49-F238E27FC236}">
                    <a16:creationId xmlns:a16="http://schemas.microsoft.com/office/drawing/2014/main" id="{8A0CB141-B222-37A3-72E2-6A59A3038CF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892542" y="2500793"/>
                <a:ext cx="1683715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F1DFA33E-8CDB-9532-D4F4-0CBCA0FE07D7}"/>
                  </a:ext>
                </a:extLst>
              </p14:cNvPr>
              <p14:cNvContentPartPr/>
              <p14:nvPr/>
            </p14:nvContentPartPr>
            <p14:xfrm>
              <a:off x="8745820" y="2511593"/>
              <a:ext cx="1300320" cy="188640"/>
            </p14:xfrm>
          </p:contentPart>
        </mc:Choice>
        <mc:Fallback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F1DFA33E-8CDB-9532-D4F4-0CBCA0FE07D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35020" y="2500814"/>
                <a:ext cx="1321560" cy="20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9005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/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214588" y="1279364"/>
            <a:ext cx="11772365" cy="2221506"/>
          </a:xfrm>
          <a:prstGeom prst="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3) PREGUNTA: 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Realiza las siguientes </a:t>
            </a: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tareas de administración sobre la Base de Datos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university</a:t>
            </a:r>
            <a:r>
              <a:rPr lang="es-ES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. </a:t>
            </a: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Gestión del Demonio MySQL y Bloque/Desbloqueo de Usuarios </a:t>
            </a:r>
            <a:r>
              <a:rPr lang="es-ES" b="1">
                <a:solidFill>
                  <a:srgbClr val="FF0000"/>
                </a:solidFill>
                <a:latin typeface="Calibri"/>
                <a:ea typeface="Calibri" panose="020F0502020204030204" pitchFamily="34" charset="0"/>
                <a:cs typeface="Times New Roman"/>
              </a:rPr>
              <a:t>(1 punto)</a:t>
            </a:r>
          </a:p>
          <a:p>
            <a:pPr marL="806450" lvl="2" indent="-182563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1600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Parar el demonio de MySQL 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y comprobar que el servicio está totalmente inoperativo, analizando el proceso (comando </a:t>
            </a:r>
            <a:r>
              <a:rPr lang="es-ES" sz="1600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service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) y mediante el análisis de puertos (comando </a:t>
            </a:r>
            <a:r>
              <a:rPr lang="es-ES" sz="1600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nmap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). Arrancarlo nuevamente y comprobarlo que queda operativo con los comandos anteriores.</a:t>
            </a:r>
          </a:p>
          <a:p>
            <a:pPr marL="806450" lvl="2" indent="-182563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1600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Bloquear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el usuario </a:t>
            </a:r>
            <a:r>
              <a:rPr lang="es-ES" sz="1600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user_1A 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y </a:t>
            </a:r>
            <a:r>
              <a:rPr lang="es-ES" sz="1600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borrar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el usuario </a:t>
            </a:r>
            <a:r>
              <a:rPr lang="es-ES" sz="1600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user_2B 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creados anteriormente, muestre el resultado de los comandos de bloqueo y borrado además de evidencias de que esos usuarios están es ese nuevo estado (bloqueado y borrado) .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214588" y="827489"/>
            <a:ext cx="11536653" cy="3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Administración de Bases de Datos</a:t>
            </a:r>
            <a:endParaRPr lang="es-ES">
              <a:solidFill>
                <a:srgbClr val="004A99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86">
            <a:extLst>
              <a:ext uri="{FF2B5EF4-FFF2-40B4-BE49-F238E27FC236}">
                <a16:creationId xmlns:a16="http://schemas.microsoft.com/office/drawing/2014/main" id="{C1D9F011-92F6-63EF-1C20-AEE1113AD300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725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/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5" name="CuadroTexto 86">
            <a:extLst>
              <a:ext uri="{FF2B5EF4-FFF2-40B4-BE49-F238E27FC236}">
                <a16:creationId xmlns:a16="http://schemas.microsoft.com/office/drawing/2014/main" id="{C1D9F011-92F6-63EF-1C20-AEE1113AD300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8E4B0430-AA21-C2AA-E45F-56272E4A16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2090"/>
            <a:ext cx="12192000" cy="38938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7B8A51AD-AF15-1E22-DF20-850E94AD5A94}"/>
                  </a:ext>
                </a:extLst>
              </p14:cNvPr>
              <p14:cNvContentPartPr/>
              <p14:nvPr/>
            </p14:nvContentPartPr>
            <p14:xfrm>
              <a:off x="1894568" y="1074282"/>
              <a:ext cx="3328560" cy="626040"/>
            </p14:xfrm>
          </p:contentPart>
        </mc:Choice>
        <mc:Fallback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7B8A51AD-AF15-1E22-DF20-850E94AD5A9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83769" y="1063476"/>
                <a:ext cx="3349798" cy="6472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6C908FEF-86BA-93AB-A49C-CAC3799EA55F}"/>
                  </a:ext>
                </a:extLst>
              </p14:cNvPr>
              <p14:cNvContentPartPr/>
              <p14:nvPr/>
            </p14:nvContentPartPr>
            <p14:xfrm>
              <a:off x="3586150" y="1896865"/>
              <a:ext cx="2916360" cy="11124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6C908FEF-86BA-93AB-A49C-CAC3799EA55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75350" y="1886030"/>
                <a:ext cx="2937600" cy="132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C2E8F775-982E-846A-5E7A-83BA399F24F7}"/>
                  </a:ext>
                </a:extLst>
              </p14:cNvPr>
              <p14:cNvContentPartPr/>
              <p14:nvPr/>
            </p14:nvContentPartPr>
            <p14:xfrm>
              <a:off x="6634990" y="1834945"/>
              <a:ext cx="93600" cy="15552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C2E8F775-982E-846A-5E7A-83BA399F24F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24148" y="1824145"/>
                <a:ext cx="114922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A05B471F-6CE1-6AA6-3684-C9902AD467E7}"/>
                  </a:ext>
                </a:extLst>
              </p14:cNvPr>
              <p14:cNvContentPartPr/>
              <p14:nvPr/>
            </p14:nvContentPartPr>
            <p14:xfrm>
              <a:off x="6670630" y="1821625"/>
              <a:ext cx="168840" cy="10656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A05B471F-6CE1-6AA6-3684-C9902AD467E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659830" y="1810861"/>
                <a:ext cx="190080" cy="1277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ADBCBDF2-0055-48EB-85BA-EE700EABC005}"/>
                  </a:ext>
                </a:extLst>
              </p14:cNvPr>
              <p14:cNvContentPartPr/>
              <p14:nvPr/>
            </p14:nvContentPartPr>
            <p14:xfrm>
              <a:off x="6745870" y="1923505"/>
              <a:ext cx="71280" cy="172800"/>
            </p14:xfrm>
          </p:contentPart>
        </mc:Choice>
        <mc:Fallback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ADBCBDF2-0055-48EB-85BA-EE700EABC00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35070" y="1912705"/>
                <a:ext cx="9252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738A0CCA-9969-B031-9512-66E8F2A91890}"/>
                  </a:ext>
                </a:extLst>
              </p14:cNvPr>
              <p14:cNvContentPartPr/>
              <p14:nvPr/>
            </p14:nvContentPartPr>
            <p14:xfrm>
              <a:off x="6830110" y="1870225"/>
              <a:ext cx="9360" cy="4680"/>
            </p14:xfrm>
          </p:contentPart>
        </mc:Choice>
        <mc:Fallback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738A0CCA-9969-B031-9512-66E8F2A9189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819310" y="1859425"/>
                <a:ext cx="3060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0BDF8AA9-8F46-2D29-FF18-B2AF17306BEF}"/>
                  </a:ext>
                </a:extLst>
              </p14:cNvPr>
              <p14:cNvContentPartPr/>
              <p14:nvPr/>
            </p14:nvContentPartPr>
            <p14:xfrm>
              <a:off x="6866110" y="1910185"/>
              <a:ext cx="65520" cy="66960"/>
            </p14:xfrm>
          </p:contentPart>
        </mc:Choice>
        <mc:Fallback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0BDF8AA9-8F46-2D29-FF18-B2AF17306BE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855310" y="1899385"/>
                <a:ext cx="8676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56" name="Entrada de lápiz 55">
                <a:extLst>
                  <a:ext uri="{FF2B5EF4-FFF2-40B4-BE49-F238E27FC236}">
                    <a16:creationId xmlns:a16="http://schemas.microsoft.com/office/drawing/2014/main" id="{A4E3B447-2B33-DFB7-D248-BEF8083F648D}"/>
                  </a:ext>
                </a:extLst>
              </p14:cNvPr>
              <p14:cNvContentPartPr/>
              <p14:nvPr/>
            </p14:nvContentPartPr>
            <p14:xfrm>
              <a:off x="6954310" y="1887865"/>
              <a:ext cx="142200" cy="84600"/>
            </p14:xfrm>
          </p:contentPart>
        </mc:Choice>
        <mc:Fallback>
          <p:pic>
            <p:nvPicPr>
              <p:cNvPr id="56" name="Entrada de lápiz 55">
                <a:extLst>
                  <a:ext uri="{FF2B5EF4-FFF2-40B4-BE49-F238E27FC236}">
                    <a16:creationId xmlns:a16="http://schemas.microsoft.com/office/drawing/2014/main" id="{A4E3B447-2B33-DFB7-D248-BEF8083F648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943510" y="1877065"/>
                <a:ext cx="16344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C7542CA9-48EC-1100-33B4-D430F2AB5025}"/>
                  </a:ext>
                </a:extLst>
              </p14:cNvPr>
              <p14:cNvContentPartPr/>
              <p14:nvPr/>
            </p14:nvContentPartPr>
            <p14:xfrm>
              <a:off x="7144750" y="1750705"/>
              <a:ext cx="13680" cy="20880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C7542CA9-48EC-1100-33B4-D430F2AB502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133950" y="1739905"/>
                <a:ext cx="349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37C7A89D-17BF-53E0-CA57-CE83A8DFE903}"/>
                  </a:ext>
                </a:extLst>
              </p14:cNvPr>
              <p14:cNvContentPartPr/>
              <p14:nvPr/>
            </p14:nvContentPartPr>
            <p14:xfrm>
              <a:off x="7140430" y="1879225"/>
              <a:ext cx="155520" cy="8460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37C7A89D-17BF-53E0-CA57-CE83A8DFE90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129630" y="1868425"/>
                <a:ext cx="17676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703DC3D3-9A27-EE09-4D1F-081A9B90956E}"/>
                  </a:ext>
                </a:extLst>
              </p14:cNvPr>
              <p14:cNvContentPartPr/>
              <p14:nvPr/>
            </p14:nvContentPartPr>
            <p14:xfrm>
              <a:off x="7309270" y="1886065"/>
              <a:ext cx="163800" cy="60120"/>
            </p14:xfrm>
          </p:contentPart>
        </mc:Choice>
        <mc:Fallback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703DC3D3-9A27-EE09-4D1F-081A9B90956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298470" y="1875265"/>
                <a:ext cx="1850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B275C0D8-D526-14A7-7FB1-CFF8A9017710}"/>
                  </a:ext>
                </a:extLst>
              </p14:cNvPr>
              <p14:cNvContentPartPr/>
              <p14:nvPr/>
            </p14:nvContentPartPr>
            <p14:xfrm>
              <a:off x="7490350" y="1856905"/>
              <a:ext cx="195480" cy="9792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B275C0D8-D526-14A7-7FB1-CFF8A901771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479550" y="1846105"/>
                <a:ext cx="21672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EFB3E9F3-2628-D165-4845-84788C97836C}"/>
                  </a:ext>
                </a:extLst>
              </p14:cNvPr>
              <p14:cNvContentPartPr/>
              <p14:nvPr/>
            </p14:nvContentPartPr>
            <p14:xfrm>
              <a:off x="7831990" y="1872385"/>
              <a:ext cx="80280" cy="8892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EFB3E9F3-2628-D165-4845-84788C97836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821190" y="1861585"/>
                <a:ext cx="10152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1846B24C-0414-B729-0D62-E162AC25350C}"/>
                  </a:ext>
                </a:extLst>
              </p14:cNvPr>
              <p14:cNvContentPartPr/>
              <p14:nvPr/>
            </p14:nvContentPartPr>
            <p14:xfrm>
              <a:off x="7973830" y="1874545"/>
              <a:ext cx="119880" cy="79200"/>
            </p14:xfrm>
          </p:contentPart>
        </mc:Choice>
        <mc:Fallback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1846B24C-0414-B729-0D62-E162AC25350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963030" y="1863745"/>
                <a:ext cx="14112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BFFE0AA4-B279-4818-4C45-6C4B51C4AAB8}"/>
                  </a:ext>
                </a:extLst>
              </p14:cNvPr>
              <p14:cNvContentPartPr/>
              <p14:nvPr/>
            </p14:nvContentPartPr>
            <p14:xfrm>
              <a:off x="8128630" y="1861585"/>
              <a:ext cx="82440" cy="97920"/>
            </p14:xfrm>
          </p:contentPart>
        </mc:Choice>
        <mc:Fallback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BFFE0AA4-B279-4818-4C45-6C4B51C4AAB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117830" y="1850785"/>
                <a:ext cx="10368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89D24766-C07F-6BAD-69A1-30A36F8A5D89}"/>
                  </a:ext>
                </a:extLst>
              </p14:cNvPr>
              <p14:cNvContentPartPr/>
              <p14:nvPr/>
            </p14:nvContentPartPr>
            <p14:xfrm>
              <a:off x="8244190" y="1839625"/>
              <a:ext cx="80280" cy="213120"/>
            </p14:xfrm>
          </p:contentPart>
        </mc:Choice>
        <mc:Fallback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89D24766-C07F-6BAD-69A1-30A36F8A5D8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233390" y="1828825"/>
                <a:ext cx="10152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90" name="Entrada de lápiz 89">
                <a:extLst>
                  <a:ext uri="{FF2B5EF4-FFF2-40B4-BE49-F238E27FC236}">
                    <a16:creationId xmlns:a16="http://schemas.microsoft.com/office/drawing/2014/main" id="{CFA4E7E9-CA61-3F11-AE72-D60FFBF94D37}"/>
                  </a:ext>
                </a:extLst>
              </p14:cNvPr>
              <p14:cNvContentPartPr/>
              <p14:nvPr/>
            </p14:nvContentPartPr>
            <p14:xfrm>
              <a:off x="509590" y="2592745"/>
              <a:ext cx="2757240" cy="363960"/>
            </p14:xfrm>
          </p:contentPart>
        </mc:Choice>
        <mc:Fallback>
          <p:pic>
            <p:nvPicPr>
              <p:cNvPr id="90" name="Entrada de lápiz 89">
                <a:extLst>
                  <a:ext uri="{FF2B5EF4-FFF2-40B4-BE49-F238E27FC236}">
                    <a16:creationId xmlns:a16="http://schemas.microsoft.com/office/drawing/2014/main" id="{CFA4E7E9-CA61-3F11-AE72-D60FFBF94D3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98791" y="2581934"/>
                <a:ext cx="2778477" cy="3852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E5CC8BD6-4B5C-CB78-1392-FA79DE8C0EC9}"/>
                  </a:ext>
                </a:extLst>
              </p14:cNvPr>
              <p14:cNvContentPartPr/>
              <p14:nvPr/>
            </p14:nvContentPartPr>
            <p14:xfrm>
              <a:off x="3396674" y="3223490"/>
              <a:ext cx="735840" cy="102240"/>
            </p14:xfrm>
          </p:contentPart>
        </mc:Choice>
        <mc:Fallback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E5CC8BD6-4B5C-CB78-1392-FA79DE8C0EC9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385869" y="3212690"/>
                <a:ext cx="75709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111" name="Entrada de lápiz 110">
                <a:extLst>
                  <a:ext uri="{FF2B5EF4-FFF2-40B4-BE49-F238E27FC236}">
                    <a16:creationId xmlns:a16="http://schemas.microsoft.com/office/drawing/2014/main" id="{671C24BC-69AA-8534-BDEC-B164D59C8F3A}"/>
                  </a:ext>
                </a:extLst>
              </p14:cNvPr>
              <p14:cNvContentPartPr/>
              <p14:nvPr/>
            </p14:nvContentPartPr>
            <p14:xfrm>
              <a:off x="4261034" y="2895890"/>
              <a:ext cx="1616760" cy="403200"/>
            </p14:xfrm>
          </p:contentPart>
        </mc:Choice>
        <mc:Fallback>
          <p:pic>
            <p:nvPicPr>
              <p:cNvPr id="111" name="Entrada de lápiz 110">
                <a:extLst>
                  <a:ext uri="{FF2B5EF4-FFF2-40B4-BE49-F238E27FC236}">
                    <a16:creationId xmlns:a16="http://schemas.microsoft.com/office/drawing/2014/main" id="{671C24BC-69AA-8534-BDEC-B164D59C8F3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250236" y="2885090"/>
                <a:ext cx="1637995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229C0D20-C40D-4EBD-4AD7-002C306F92D2}"/>
                  </a:ext>
                </a:extLst>
              </p14:cNvPr>
              <p14:cNvContentPartPr/>
              <p14:nvPr/>
            </p14:nvContentPartPr>
            <p14:xfrm>
              <a:off x="9333278" y="1695399"/>
              <a:ext cx="890280" cy="399240"/>
            </p14:xfrm>
          </p:contentPart>
        </mc:Choice>
        <mc:Fallback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229C0D20-C40D-4EBD-4AD7-002C306F92D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322478" y="1684589"/>
                <a:ext cx="911520" cy="4204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136" name="Entrada de lápiz 135">
                <a:extLst>
                  <a:ext uri="{FF2B5EF4-FFF2-40B4-BE49-F238E27FC236}">
                    <a16:creationId xmlns:a16="http://schemas.microsoft.com/office/drawing/2014/main" id="{75D807B3-F1C3-63B9-4AFB-88AFE9DD6064}"/>
                  </a:ext>
                </a:extLst>
              </p14:cNvPr>
              <p14:cNvContentPartPr/>
              <p14:nvPr/>
            </p14:nvContentPartPr>
            <p14:xfrm>
              <a:off x="8565038" y="1734279"/>
              <a:ext cx="568080" cy="253800"/>
            </p14:xfrm>
          </p:contentPart>
        </mc:Choice>
        <mc:Fallback>
          <p:pic>
            <p:nvPicPr>
              <p:cNvPr id="136" name="Entrada de lápiz 135">
                <a:extLst>
                  <a:ext uri="{FF2B5EF4-FFF2-40B4-BE49-F238E27FC236}">
                    <a16:creationId xmlns:a16="http://schemas.microsoft.com/office/drawing/2014/main" id="{75D807B3-F1C3-63B9-4AFB-88AFE9DD606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554231" y="1723479"/>
                <a:ext cx="589333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147" name="Entrada de lápiz 146">
                <a:extLst>
                  <a:ext uri="{FF2B5EF4-FFF2-40B4-BE49-F238E27FC236}">
                    <a16:creationId xmlns:a16="http://schemas.microsoft.com/office/drawing/2014/main" id="{6AA10F69-E9FE-0BA7-E8A5-0F8EF98C0ECD}"/>
                  </a:ext>
                </a:extLst>
              </p14:cNvPr>
              <p14:cNvContentPartPr/>
              <p14:nvPr/>
            </p14:nvContentPartPr>
            <p14:xfrm>
              <a:off x="11425238" y="1754799"/>
              <a:ext cx="511920" cy="297000"/>
            </p14:xfrm>
          </p:contentPart>
        </mc:Choice>
        <mc:Fallback>
          <p:pic>
            <p:nvPicPr>
              <p:cNvPr id="147" name="Entrada de lápiz 146">
                <a:extLst>
                  <a:ext uri="{FF2B5EF4-FFF2-40B4-BE49-F238E27FC236}">
                    <a16:creationId xmlns:a16="http://schemas.microsoft.com/office/drawing/2014/main" id="{6AA10F69-E9FE-0BA7-E8A5-0F8EF98C0ECD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414446" y="1743986"/>
                <a:ext cx="533145" cy="3182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148" name="Entrada de lápiz 147">
                <a:extLst>
                  <a:ext uri="{FF2B5EF4-FFF2-40B4-BE49-F238E27FC236}">
                    <a16:creationId xmlns:a16="http://schemas.microsoft.com/office/drawing/2014/main" id="{C95A3694-F6AF-4597-9939-73DED89FA2AF}"/>
                  </a:ext>
                </a:extLst>
              </p14:cNvPr>
              <p14:cNvContentPartPr/>
              <p14:nvPr/>
            </p14:nvContentPartPr>
            <p14:xfrm>
              <a:off x="10968758" y="1836159"/>
              <a:ext cx="289800" cy="115200"/>
            </p14:xfrm>
          </p:contentPart>
        </mc:Choice>
        <mc:Fallback>
          <p:pic>
            <p:nvPicPr>
              <p:cNvPr id="148" name="Entrada de lápiz 147">
                <a:extLst>
                  <a:ext uri="{FF2B5EF4-FFF2-40B4-BE49-F238E27FC236}">
                    <a16:creationId xmlns:a16="http://schemas.microsoft.com/office/drawing/2014/main" id="{C95A3694-F6AF-4597-9939-73DED89FA2A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957945" y="1825393"/>
                <a:ext cx="311066" cy="1363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B54C481F-5312-11B7-02E3-D53F22CE1F02}"/>
                  </a:ext>
                </a:extLst>
              </p14:cNvPr>
              <p14:cNvContentPartPr/>
              <p14:nvPr/>
            </p14:nvContentPartPr>
            <p14:xfrm>
              <a:off x="10423358" y="1836159"/>
              <a:ext cx="290160" cy="226440"/>
            </p14:xfrm>
          </p:contentPart>
        </mc:Choice>
        <mc:Fallback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B54C481F-5312-11B7-02E3-D53F22CE1F02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412545" y="1825376"/>
                <a:ext cx="311426" cy="2476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156" name="Entrada de lápiz 155">
                <a:extLst>
                  <a:ext uri="{FF2B5EF4-FFF2-40B4-BE49-F238E27FC236}">
                    <a16:creationId xmlns:a16="http://schemas.microsoft.com/office/drawing/2014/main" id="{A75538FB-009B-3AF5-D482-1D009944D40A}"/>
                  </a:ext>
                </a:extLst>
              </p14:cNvPr>
              <p14:cNvContentPartPr/>
              <p14:nvPr/>
            </p14:nvContentPartPr>
            <p14:xfrm>
              <a:off x="6725299" y="2055740"/>
              <a:ext cx="684720" cy="208080"/>
            </p14:xfrm>
          </p:contentPart>
        </mc:Choice>
        <mc:Fallback>
          <p:pic>
            <p:nvPicPr>
              <p:cNvPr id="156" name="Entrada de lápiz 155">
                <a:extLst>
                  <a:ext uri="{FF2B5EF4-FFF2-40B4-BE49-F238E27FC236}">
                    <a16:creationId xmlns:a16="http://schemas.microsoft.com/office/drawing/2014/main" id="{A75538FB-009B-3AF5-D482-1D009944D40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714493" y="2044940"/>
                <a:ext cx="705971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159" name="Entrada de lápiz 158">
                <a:extLst>
                  <a:ext uri="{FF2B5EF4-FFF2-40B4-BE49-F238E27FC236}">
                    <a16:creationId xmlns:a16="http://schemas.microsoft.com/office/drawing/2014/main" id="{333C45E2-232E-452A-16E5-753E9FE66B6A}"/>
                  </a:ext>
                </a:extLst>
              </p14:cNvPr>
              <p14:cNvContentPartPr/>
              <p14:nvPr/>
            </p14:nvContentPartPr>
            <p14:xfrm>
              <a:off x="3649464" y="4009892"/>
              <a:ext cx="2557800" cy="142560"/>
            </p14:xfrm>
          </p:contentPart>
        </mc:Choice>
        <mc:Fallback>
          <p:pic>
            <p:nvPicPr>
              <p:cNvPr id="159" name="Entrada de lápiz 158">
                <a:extLst>
                  <a:ext uri="{FF2B5EF4-FFF2-40B4-BE49-F238E27FC236}">
                    <a16:creationId xmlns:a16="http://schemas.microsoft.com/office/drawing/2014/main" id="{333C45E2-232E-452A-16E5-753E9FE66B6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638666" y="3999092"/>
                <a:ext cx="2579037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177" name="Entrada de lápiz 176">
                <a:extLst>
                  <a:ext uri="{FF2B5EF4-FFF2-40B4-BE49-F238E27FC236}">
                    <a16:creationId xmlns:a16="http://schemas.microsoft.com/office/drawing/2014/main" id="{4B42DE4E-C111-F15B-3B55-723360DEA330}"/>
                  </a:ext>
                </a:extLst>
              </p14:cNvPr>
              <p14:cNvContentPartPr/>
              <p14:nvPr/>
            </p14:nvContentPartPr>
            <p14:xfrm>
              <a:off x="7466544" y="3740612"/>
              <a:ext cx="1167480" cy="471960"/>
            </p14:xfrm>
          </p:contentPart>
        </mc:Choice>
        <mc:Fallback>
          <p:pic>
            <p:nvPicPr>
              <p:cNvPr id="177" name="Entrada de lápiz 176">
                <a:extLst>
                  <a:ext uri="{FF2B5EF4-FFF2-40B4-BE49-F238E27FC236}">
                    <a16:creationId xmlns:a16="http://schemas.microsoft.com/office/drawing/2014/main" id="{4B42DE4E-C111-F15B-3B55-723360DEA330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455747" y="3729812"/>
                <a:ext cx="1188713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78" name="Entrada de lápiz 177">
                <a:extLst>
                  <a:ext uri="{FF2B5EF4-FFF2-40B4-BE49-F238E27FC236}">
                    <a16:creationId xmlns:a16="http://schemas.microsoft.com/office/drawing/2014/main" id="{E51904ED-25FE-1446-335C-A3F8B9BE958C}"/>
                  </a:ext>
                </a:extLst>
              </p14:cNvPr>
              <p14:cNvContentPartPr/>
              <p14:nvPr/>
            </p14:nvContentPartPr>
            <p14:xfrm>
              <a:off x="6344784" y="3779132"/>
              <a:ext cx="929160" cy="388440"/>
            </p14:xfrm>
          </p:contentPart>
        </mc:Choice>
        <mc:Fallback>
          <p:pic>
            <p:nvPicPr>
              <p:cNvPr id="178" name="Entrada de lápiz 177">
                <a:extLst>
                  <a:ext uri="{FF2B5EF4-FFF2-40B4-BE49-F238E27FC236}">
                    <a16:creationId xmlns:a16="http://schemas.microsoft.com/office/drawing/2014/main" id="{E51904ED-25FE-1446-335C-A3F8B9BE958C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333988" y="3768322"/>
                <a:ext cx="950392" cy="409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80" name="Entrada de lápiz 179">
                <a:extLst>
                  <a:ext uri="{FF2B5EF4-FFF2-40B4-BE49-F238E27FC236}">
                    <a16:creationId xmlns:a16="http://schemas.microsoft.com/office/drawing/2014/main" id="{AAA68FD3-EFD6-CD39-B9BE-FB5537E2DFBD}"/>
                  </a:ext>
                </a:extLst>
              </p14:cNvPr>
              <p14:cNvContentPartPr/>
              <p14:nvPr/>
            </p14:nvContentPartPr>
            <p14:xfrm>
              <a:off x="553032" y="4933652"/>
              <a:ext cx="878400" cy="198360"/>
            </p14:xfrm>
          </p:contentPart>
        </mc:Choice>
        <mc:Fallback>
          <p:pic>
            <p:nvPicPr>
              <p:cNvPr id="180" name="Entrada de lápiz 179">
                <a:extLst>
                  <a:ext uri="{FF2B5EF4-FFF2-40B4-BE49-F238E27FC236}">
                    <a16:creationId xmlns:a16="http://schemas.microsoft.com/office/drawing/2014/main" id="{AAA68FD3-EFD6-CD39-B9BE-FB5537E2DFBD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42232" y="4922852"/>
                <a:ext cx="89964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99" name="Entrada de lápiz 198">
                <a:extLst>
                  <a:ext uri="{FF2B5EF4-FFF2-40B4-BE49-F238E27FC236}">
                    <a16:creationId xmlns:a16="http://schemas.microsoft.com/office/drawing/2014/main" id="{D7F485DF-2421-2A1B-408C-94F6546CA13A}"/>
                  </a:ext>
                </a:extLst>
              </p14:cNvPr>
              <p14:cNvContentPartPr/>
              <p14:nvPr/>
            </p14:nvContentPartPr>
            <p14:xfrm>
              <a:off x="3020112" y="4789292"/>
              <a:ext cx="979920" cy="256680"/>
            </p14:xfrm>
          </p:contentPart>
        </mc:Choice>
        <mc:Fallback>
          <p:pic>
            <p:nvPicPr>
              <p:cNvPr id="199" name="Entrada de lápiz 198">
                <a:extLst>
                  <a:ext uri="{FF2B5EF4-FFF2-40B4-BE49-F238E27FC236}">
                    <a16:creationId xmlns:a16="http://schemas.microsoft.com/office/drawing/2014/main" id="{D7F485DF-2421-2A1B-408C-94F6546CA13A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009312" y="4778492"/>
                <a:ext cx="100116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200" name="Entrada de lápiz 199">
                <a:extLst>
                  <a:ext uri="{FF2B5EF4-FFF2-40B4-BE49-F238E27FC236}">
                    <a16:creationId xmlns:a16="http://schemas.microsoft.com/office/drawing/2014/main" id="{0369F407-68D8-5A29-4BA4-03407328BC10}"/>
                  </a:ext>
                </a:extLst>
              </p14:cNvPr>
              <p14:cNvContentPartPr/>
              <p14:nvPr/>
            </p14:nvContentPartPr>
            <p14:xfrm>
              <a:off x="1644912" y="4801532"/>
              <a:ext cx="1187640" cy="385560"/>
            </p14:xfrm>
          </p:contentPart>
        </mc:Choice>
        <mc:Fallback>
          <p:pic>
            <p:nvPicPr>
              <p:cNvPr id="200" name="Entrada de lápiz 199">
                <a:extLst>
                  <a:ext uri="{FF2B5EF4-FFF2-40B4-BE49-F238E27FC236}">
                    <a16:creationId xmlns:a16="http://schemas.microsoft.com/office/drawing/2014/main" id="{0369F407-68D8-5A29-4BA4-03407328BC1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634112" y="4790732"/>
                <a:ext cx="1208880" cy="40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0468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03C8-D197-F863-2D30-A675ECE9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>
            <a:extLst>
              <a:ext uri="{FF2B5EF4-FFF2-40B4-BE49-F238E27FC236}">
                <a16:creationId xmlns:a16="http://schemas.microsoft.com/office/drawing/2014/main" id="{F68261BD-62C6-BBCD-40D6-1A7ECDB7F0BE}"/>
              </a:ext>
            </a:extLst>
          </p:cNvPr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BD691D83-E8D9-E0B4-9909-59BEBAE3E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5" name="CuadroTexto 86">
            <a:extLst>
              <a:ext uri="{FF2B5EF4-FFF2-40B4-BE49-F238E27FC236}">
                <a16:creationId xmlns:a16="http://schemas.microsoft.com/office/drawing/2014/main" id="{32E1DA54-CB21-5B66-863B-BEB0B064114D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F00C8593-630F-476A-48F1-CBEBDF13C2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0640"/>
            <a:ext cx="12192000" cy="42367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8FA9C006-17F0-E025-C2C7-BC84C5F199C2}"/>
                  </a:ext>
                </a:extLst>
              </p14:cNvPr>
              <p14:cNvContentPartPr/>
              <p14:nvPr/>
            </p14:nvContentPartPr>
            <p14:xfrm>
              <a:off x="29263" y="3366233"/>
              <a:ext cx="6746400" cy="15120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8FA9C006-17F0-E025-C2C7-BC84C5F199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463" y="3355433"/>
                <a:ext cx="676764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29DCD20B-1D13-8DB7-C394-6E941D08E995}"/>
                  </a:ext>
                </a:extLst>
              </p14:cNvPr>
              <p14:cNvContentPartPr/>
              <p14:nvPr/>
            </p14:nvContentPartPr>
            <p14:xfrm>
              <a:off x="6064663" y="1944593"/>
              <a:ext cx="723600" cy="158400"/>
            </p14:xfrm>
          </p:contentPart>
        </mc:Choice>
        <mc:Fallback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29DCD20B-1D13-8DB7-C394-6E941D08E99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53858" y="1933768"/>
                <a:ext cx="744851" cy="179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88633FEF-E7E9-EAEA-4BC1-9DD167ABE0A9}"/>
                  </a:ext>
                </a:extLst>
              </p14:cNvPr>
              <p14:cNvContentPartPr/>
              <p14:nvPr/>
            </p14:nvContentPartPr>
            <p14:xfrm>
              <a:off x="10981903" y="1492793"/>
              <a:ext cx="534240" cy="13860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88633FEF-E7E9-EAEA-4BC1-9DD167ABE0A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971096" y="1482021"/>
                <a:ext cx="555494" cy="159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B6FECFD5-EA28-844E-7E3E-1279DA8922ED}"/>
                  </a:ext>
                </a:extLst>
              </p14:cNvPr>
              <p14:cNvContentPartPr/>
              <p14:nvPr/>
            </p14:nvContentPartPr>
            <p14:xfrm>
              <a:off x="9912343" y="1332953"/>
              <a:ext cx="880920" cy="30132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B6FECFD5-EA28-844E-7E3E-1279DA8922E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901539" y="1322153"/>
                <a:ext cx="902169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05B80723-F9BD-8AEE-4515-C29567613434}"/>
                  </a:ext>
                </a:extLst>
              </p14:cNvPr>
              <p14:cNvContentPartPr/>
              <p14:nvPr/>
            </p14:nvContentPartPr>
            <p14:xfrm>
              <a:off x="8994703" y="1445993"/>
              <a:ext cx="691920" cy="41148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05B80723-F9BD-8AEE-4515-C2956761343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983903" y="1435202"/>
                <a:ext cx="713160" cy="4327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2D11ADD1-E3D5-7F42-9282-10062F0E0C40}"/>
                  </a:ext>
                </a:extLst>
              </p14:cNvPr>
              <p14:cNvContentPartPr/>
              <p14:nvPr/>
            </p14:nvContentPartPr>
            <p14:xfrm>
              <a:off x="7279663" y="1398473"/>
              <a:ext cx="1413360" cy="40284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2D11ADD1-E3D5-7F42-9282-10062F0E0C4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68866" y="1387673"/>
                <a:ext cx="1434595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72F0FA20-9E9B-AE9A-2E51-D5E8B411422A}"/>
                  </a:ext>
                </a:extLst>
              </p14:cNvPr>
              <p14:cNvContentPartPr/>
              <p14:nvPr/>
            </p14:nvContentPartPr>
            <p14:xfrm>
              <a:off x="6706183" y="1700153"/>
              <a:ext cx="396000" cy="107640"/>
            </p14:xfrm>
          </p:contentPart>
        </mc:Choice>
        <mc:Fallback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72F0FA20-9E9B-AE9A-2E51-D5E8B411422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695393" y="1689317"/>
                <a:ext cx="417221" cy="1289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A65506DB-E297-4D4E-54F0-8AA89EA4C52F}"/>
                  </a:ext>
                </a:extLst>
              </p14:cNvPr>
              <p14:cNvContentPartPr/>
              <p14:nvPr/>
            </p14:nvContentPartPr>
            <p14:xfrm>
              <a:off x="6083743" y="1543913"/>
              <a:ext cx="427680" cy="257400"/>
            </p14:xfrm>
          </p:contentPart>
        </mc:Choice>
        <mc:Fallback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A65506DB-E297-4D4E-54F0-8AA89EA4C52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072952" y="1533113"/>
                <a:ext cx="448902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692DBDED-3A64-FBFD-E025-904C7DE31E4F}"/>
                  </a:ext>
                </a:extLst>
              </p14:cNvPr>
              <p14:cNvContentPartPr/>
              <p14:nvPr/>
            </p14:nvContentPartPr>
            <p14:xfrm>
              <a:off x="3606451" y="3610265"/>
              <a:ext cx="159840" cy="7812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692DBDED-3A64-FBFD-E025-904C7DE31E4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595675" y="3599465"/>
                <a:ext cx="181032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735B3748-ADFE-3FE7-A2E1-C369497BB28A}"/>
                  </a:ext>
                </a:extLst>
              </p14:cNvPr>
              <p14:cNvContentPartPr/>
              <p14:nvPr/>
            </p14:nvContentPartPr>
            <p14:xfrm>
              <a:off x="3940891" y="3493625"/>
              <a:ext cx="78120" cy="17172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735B3748-ADFE-3FE7-A2E1-C369497BB28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930091" y="3482825"/>
                <a:ext cx="9936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D0799320-02E8-B4A8-3DA6-17B8467E32D8}"/>
                  </a:ext>
                </a:extLst>
              </p14:cNvPr>
              <p14:cNvContentPartPr/>
              <p14:nvPr/>
            </p14:nvContentPartPr>
            <p14:xfrm>
              <a:off x="3925411" y="3437105"/>
              <a:ext cx="187200" cy="216360"/>
            </p14:xfrm>
          </p:contentPart>
        </mc:Choice>
        <mc:Fallback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D0799320-02E8-B4A8-3DA6-17B8467E32D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914590" y="3426323"/>
                <a:ext cx="208481" cy="2375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120C9CA3-9759-4CCE-DBEB-F263E99C5375}"/>
                  </a:ext>
                </a:extLst>
              </p14:cNvPr>
              <p14:cNvContentPartPr/>
              <p14:nvPr/>
            </p14:nvContentPartPr>
            <p14:xfrm>
              <a:off x="4166611" y="3436025"/>
              <a:ext cx="202680" cy="20628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120C9CA3-9759-4CCE-DBEB-F263E99C537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155811" y="3425206"/>
                <a:ext cx="223920" cy="2275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D57BDCC2-5DDE-C4D8-EE7B-7D70F1266E2F}"/>
                  </a:ext>
                </a:extLst>
              </p14:cNvPr>
              <p14:cNvContentPartPr/>
              <p14:nvPr/>
            </p14:nvContentPartPr>
            <p14:xfrm>
              <a:off x="4466131" y="3563825"/>
              <a:ext cx="58680" cy="9000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D57BDCC2-5DDE-C4D8-EE7B-7D70F1266E2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455331" y="3553025"/>
                <a:ext cx="7992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7662EA7C-53D1-3E02-51A7-B454DF6C3B98}"/>
                  </a:ext>
                </a:extLst>
              </p14:cNvPr>
              <p14:cNvContentPartPr/>
              <p14:nvPr/>
            </p14:nvContentPartPr>
            <p14:xfrm>
              <a:off x="4540291" y="3567425"/>
              <a:ext cx="54720" cy="86040"/>
            </p14:xfrm>
          </p:contentPart>
        </mc:Choice>
        <mc:Fallback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7662EA7C-53D1-3E02-51A7-B454DF6C3B9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529562" y="3556625"/>
                <a:ext cx="75821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F4F684A5-C3A8-B98B-E930-699B60CC5751}"/>
                  </a:ext>
                </a:extLst>
              </p14:cNvPr>
              <p14:cNvContentPartPr/>
              <p14:nvPr/>
            </p14:nvContentPartPr>
            <p14:xfrm>
              <a:off x="4614091" y="3571385"/>
              <a:ext cx="66600" cy="62640"/>
            </p14:xfrm>
          </p:contentPart>
        </mc:Choice>
        <mc:Fallback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F4F684A5-C3A8-B98B-E930-699B60CC575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603232" y="3560585"/>
                <a:ext cx="87955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B97CE864-D422-8D05-675B-1E45A92C8A31}"/>
                  </a:ext>
                </a:extLst>
              </p14:cNvPr>
              <p14:cNvContentPartPr/>
              <p14:nvPr/>
            </p14:nvContentPartPr>
            <p14:xfrm>
              <a:off x="4746571" y="3537185"/>
              <a:ext cx="54720" cy="92520"/>
            </p14:xfrm>
          </p:contentPart>
        </mc:Choice>
        <mc:Fallback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B97CE864-D422-8D05-675B-1E45A92C8A3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735771" y="3526385"/>
                <a:ext cx="7596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6E01AC83-0406-261A-075E-766AE420F181}"/>
                  </a:ext>
                </a:extLst>
              </p14:cNvPr>
              <p14:cNvContentPartPr/>
              <p14:nvPr/>
            </p14:nvContentPartPr>
            <p14:xfrm>
              <a:off x="4929091" y="3555905"/>
              <a:ext cx="69840" cy="78120"/>
            </p14:xfrm>
          </p:contentPart>
        </mc:Choice>
        <mc:Fallback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6E01AC83-0406-261A-075E-766AE420F18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918291" y="3545155"/>
                <a:ext cx="91080" cy="992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4CFC2986-820E-5EE7-A31F-9286C5895EF9}"/>
                  </a:ext>
                </a:extLst>
              </p14:cNvPr>
              <p14:cNvContentPartPr/>
              <p14:nvPr/>
            </p14:nvContentPartPr>
            <p14:xfrm>
              <a:off x="5016931" y="3517025"/>
              <a:ext cx="110880" cy="116280"/>
            </p14:xfrm>
          </p:contentPart>
        </mc:Choice>
        <mc:Fallback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4CFC2986-820E-5EE7-A31F-9286C5895EF9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006131" y="3506225"/>
                <a:ext cx="13212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612C02EA-AFAD-3AC1-E396-3B1C6D14BF03}"/>
                  </a:ext>
                </a:extLst>
              </p14:cNvPr>
              <p14:cNvContentPartPr/>
              <p14:nvPr/>
            </p14:nvContentPartPr>
            <p14:xfrm>
              <a:off x="5162731" y="3555905"/>
              <a:ext cx="54720" cy="89280"/>
            </p14:xfrm>
          </p:contentPart>
        </mc:Choice>
        <mc:Fallback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612C02EA-AFAD-3AC1-E396-3B1C6D14BF0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152002" y="3545148"/>
                <a:ext cx="75821" cy="1104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68" name="Entrada de lápiz 67">
                <a:extLst>
                  <a:ext uri="{FF2B5EF4-FFF2-40B4-BE49-F238E27FC236}">
                    <a16:creationId xmlns:a16="http://schemas.microsoft.com/office/drawing/2014/main" id="{AE9A11B2-3157-0070-0B7A-D73E43FD31D4}"/>
                  </a:ext>
                </a:extLst>
              </p14:cNvPr>
              <p14:cNvContentPartPr/>
              <p14:nvPr/>
            </p14:nvContentPartPr>
            <p14:xfrm>
              <a:off x="5228971" y="3555905"/>
              <a:ext cx="70560" cy="86040"/>
            </p14:xfrm>
          </p:contentPart>
        </mc:Choice>
        <mc:Fallback>
          <p:pic>
            <p:nvPicPr>
              <p:cNvPr id="68" name="Entrada de lápiz 67">
                <a:extLst>
                  <a:ext uri="{FF2B5EF4-FFF2-40B4-BE49-F238E27FC236}">
                    <a16:creationId xmlns:a16="http://schemas.microsoft.com/office/drawing/2014/main" id="{AE9A11B2-3157-0070-0B7A-D73E43FD31D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218171" y="3545105"/>
                <a:ext cx="9180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E70D074D-9DAC-1CD5-F857-F64166CB6BBB}"/>
                  </a:ext>
                </a:extLst>
              </p14:cNvPr>
              <p14:cNvContentPartPr/>
              <p14:nvPr/>
            </p14:nvContentPartPr>
            <p14:xfrm>
              <a:off x="5438851" y="3525305"/>
              <a:ext cx="319320" cy="207720"/>
            </p14:xfrm>
          </p:contentPart>
        </mc:Choice>
        <mc:Fallback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E70D074D-9DAC-1CD5-F857-F64166CB6BB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428051" y="3514524"/>
                <a:ext cx="340560" cy="2289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70" name="Entrada de lápiz 69">
                <a:extLst>
                  <a:ext uri="{FF2B5EF4-FFF2-40B4-BE49-F238E27FC236}">
                    <a16:creationId xmlns:a16="http://schemas.microsoft.com/office/drawing/2014/main" id="{40EF13EF-F581-E855-C3B8-E4A34A76E174}"/>
                  </a:ext>
                </a:extLst>
              </p14:cNvPr>
              <p14:cNvContentPartPr/>
              <p14:nvPr/>
            </p14:nvContentPartPr>
            <p14:xfrm>
              <a:off x="5858971" y="3567065"/>
              <a:ext cx="175320" cy="74160"/>
            </p14:xfrm>
          </p:contentPart>
        </mc:Choice>
        <mc:Fallback>
          <p:pic>
            <p:nvPicPr>
              <p:cNvPr id="70" name="Entrada de lápiz 69">
                <a:extLst>
                  <a:ext uri="{FF2B5EF4-FFF2-40B4-BE49-F238E27FC236}">
                    <a16:creationId xmlns:a16="http://schemas.microsoft.com/office/drawing/2014/main" id="{40EF13EF-F581-E855-C3B8-E4A34A76E174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848171" y="3556265"/>
                <a:ext cx="1965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71" name="Entrada de lápiz 70">
                <a:extLst>
                  <a:ext uri="{FF2B5EF4-FFF2-40B4-BE49-F238E27FC236}">
                    <a16:creationId xmlns:a16="http://schemas.microsoft.com/office/drawing/2014/main" id="{91C946AC-BFAD-5C24-1C33-6F07BAD92135}"/>
                  </a:ext>
                </a:extLst>
              </p14:cNvPr>
              <p14:cNvContentPartPr/>
              <p14:nvPr/>
            </p14:nvContentPartPr>
            <p14:xfrm>
              <a:off x="6049771" y="3551945"/>
              <a:ext cx="62640" cy="74160"/>
            </p14:xfrm>
          </p:contentPart>
        </mc:Choice>
        <mc:Fallback>
          <p:pic>
            <p:nvPicPr>
              <p:cNvPr id="71" name="Entrada de lápiz 70">
                <a:extLst>
                  <a:ext uri="{FF2B5EF4-FFF2-40B4-BE49-F238E27FC236}">
                    <a16:creationId xmlns:a16="http://schemas.microsoft.com/office/drawing/2014/main" id="{91C946AC-BFAD-5C24-1C33-6F07BAD92135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038971" y="3541145"/>
                <a:ext cx="8388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73547801-A354-0FBF-E8BB-FFFE9CDAA3E2}"/>
                  </a:ext>
                </a:extLst>
              </p14:cNvPr>
              <p14:cNvContentPartPr/>
              <p14:nvPr/>
            </p14:nvContentPartPr>
            <p14:xfrm>
              <a:off x="6119971" y="3431705"/>
              <a:ext cx="97200" cy="186840"/>
            </p14:xfrm>
          </p:contentPart>
        </mc:Choice>
        <mc:Fallback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73547801-A354-0FBF-E8BB-FFFE9CDAA3E2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109171" y="3420884"/>
                <a:ext cx="118440" cy="2081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77D37E84-B340-0651-1910-3409B077B71C}"/>
                  </a:ext>
                </a:extLst>
              </p14:cNvPr>
              <p14:cNvContentPartPr/>
              <p14:nvPr/>
            </p14:nvContentPartPr>
            <p14:xfrm>
              <a:off x="6236611" y="3567425"/>
              <a:ext cx="19800" cy="47160"/>
            </p14:xfrm>
          </p:contentPart>
        </mc:Choice>
        <mc:Fallback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77D37E84-B340-0651-1910-3409B077B71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225811" y="3556542"/>
                <a:ext cx="41040" cy="685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BC5CB4AD-8982-B382-089A-0E3340D7E59B}"/>
                  </a:ext>
                </a:extLst>
              </p14:cNvPr>
              <p14:cNvContentPartPr/>
              <p14:nvPr/>
            </p14:nvContentPartPr>
            <p14:xfrm>
              <a:off x="6244171" y="3524585"/>
              <a:ext cx="23760" cy="360"/>
            </p14:xfrm>
          </p:contentPart>
        </mc:Choice>
        <mc:Fallback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BC5CB4AD-8982-B382-089A-0E3340D7E59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233371" y="3513785"/>
                <a:ext cx="450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75" name="Entrada de lápiz 74">
                <a:extLst>
                  <a:ext uri="{FF2B5EF4-FFF2-40B4-BE49-F238E27FC236}">
                    <a16:creationId xmlns:a16="http://schemas.microsoft.com/office/drawing/2014/main" id="{A866CA2E-75DE-BCD2-A214-25267CF22CD9}"/>
                  </a:ext>
                </a:extLst>
              </p14:cNvPr>
              <p14:cNvContentPartPr/>
              <p14:nvPr/>
            </p14:nvContentPartPr>
            <p14:xfrm>
              <a:off x="6283051" y="3423425"/>
              <a:ext cx="74160" cy="303840"/>
            </p14:xfrm>
          </p:contentPart>
        </mc:Choice>
        <mc:Fallback>
          <p:pic>
            <p:nvPicPr>
              <p:cNvPr id="75" name="Entrada de lápiz 74">
                <a:extLst>
                  <a:ext uri="{FF2B5EF4-FFF2-40B4-BE49-F238E27FC236}">
                    <a16:creationId xmlns:a16="http://schemas.microsoft.com/office/drawing/2014/main" id="{A866CA2E-75DE-BCD2-A214-25267CF22CD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272251" y="3412625"/>
                <a:ext cx="9540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76" name="Entrada de lápiz 75">
                <a:extLst>
                  <a:ext uri="{FF2B5EF4-FFF2-40B4-BE49-F238E27FC236}">
                    <a16:creationId xmlns:a16="http://schemas.microsoft.com/office/drawing/2014/main" id="{BAC36E62-2407-4E50-7313-A8346325B7B5}"/>
                  </a:ext>
                </a:extLst>
              </p14:cNvPr>
              <p14:cNvContentPartPr/>
              <p14:nvPr/>
            </p14:nvContentPartPr>
            <p14:xfrm>
              <a:off x="6384211" y="3551945"/>
              <a:ext cx="31320" cy="62640"/>
            </p14:xfrm>
          </p:contentPart>
        </mc:Choice>
        <mc:Fallback>
          <p:pic>
            <p:nvPicPr>
              <p:cNvPr id="76" name="Entrada de lápiz 75">
                <a:extLst>
                  <a:ext uri="{FF2B5EF4-FFF2-40B4-BE49-F238E27FC236}">
                    <a16:creationId xmlns:a16="http://schemas.microsoft.com/office/drawing/2014/main" id="{BAC36E62-2407-4E50-7313-A8346325B7B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373411" y="3541083"/>
                <a:ext cx="52560" cy="840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77" name="Entrada de lápiz 76">
                <a:extLst>
                  <a:ext uri="{FF2B5EF4-FFF2-40B4-BE49-F238E27FC236}">
                    <a16:creationId xmlns:a16="http://schemas.microsoft.com/office/drawing/2014/main" id="{D9094C30-A8B7-EEB9-0B72-8ABDE7CB155B}"/>
                  </a:ext>
                </a:extLst>
              </p14:cNvPr>
              <p14:cNvContentPartPr/>
              <p14:nvPr/>
            </p14:nvContentPartPr>
            <p14:xfrm>
              <a:off x="6396091" y="3524585"/>
              <a:ext cx="15840" cy="8280"/>
            </p14:xfrm>
          </p:contentPart>
        </mc:Choice>
        <mc:Fallback>
          <p:pic>
            <p:nvPicPr>
              <p:cNvPr id="77" name="Entrada de lápiz 76">
                <a:extLst>
                  <a:ext uri="{FF2B5EF4-FFF2-40B4-BE49-F238E27FC236}">
                    <a16:creationId xmlns:a16="http://schemas.microsoft.com/office/drawing/2014/main" id="{D9094C30-A8B7-EEB9-0B72-8ABDE7CB155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385531" y="3513785"/>
                <a:ext cx="36608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28065709-E424-996B-41DC-492154B0D272}"/>
                  </a:ext>
                </a:extLst>
              </p14:cNvPr>
              <p14:cNvContentPartPr/>
              <p14:nvPr/>
            </p14:nvContentPartPr>
            <p14:xfrm>
              <a:off x="6454411" y="3536465"/>
              <a:ext cx="163800" cy="74160"/>
            </p14:xfrm>
          </p:contentPart>
        </mc:Choice>
        <mc:Fallback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28065709-E424-996B-41DC-492154B0D272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443611" y="3525717"/>
                <a:ext cx="185040" cy="952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D61B44E2-2B7B-A664-F2D8-5CAEB1E87D9F}"/>
                  </a:ext>
                </a:extLst>
              </p14:cNvPr>
              <p14:cNvContentPartPr/>
              <p14:nvPr/>
            </p14:nvContentPartPr>
            <p14:xfrm>
              <a:off x="6668302" y="3482452"/>
              <a:ext cx="90000" cy="110520"/>
            </p14:xfrm>
          </p:contentPart>
        </mc:Choice>
        <mc:Fallback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D61B44E2-2B7B-A664-F2D8-5CAEB1E87D9F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657459" y="3471652"/>
                <a:ext cx="111325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5C56C222-7D4F-7DB7-21A6-C6753F9EF3DC}"/>
                  </a:ext>
                </a:extLst>
              </p14:cNvPr>
              <p14:cNvContentPartPr/>
              <p14:nvPr/>
            </p14:nvContentPartPr>
            <p14:xfrm>
              <a:off x="7364676" y="3291568"/>
              <a:ext cx="2019600" cy="524520"/>
            </p14:xfrm>
          </p:contentPart>
        </mc:Choice>
        <mc:Fallback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5C56C222-7D4F-7DB7-21A6-C6753F9EF3D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353876" y="3280761"/>
                <a:ext cx="2040840" cy="5457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068465E1-A882-2442-8720-70A6EBD4DFA9}"/>
                  </a:ext>
                </a:extLst>
              </p14:cNvPr>
              <p14:cNvContentPartPr/>
              <p14:nvPr/>
            </p14:nvContentPartPr>
            <p14:xfrm>
              <a:off x="6948516" y="3380848"/>
              <a:ext cx="240480" cy="264960"/>
            </p14:xfrm>
          </p:contentPart>
        </mc:Choice>
        <mc:Fallback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068465E1-A882-2442-8720-70A6EBD4DFA9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937732" y="3370048"/>
                <a:ext cx="261688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1BD81D92-7D34-F0AD-F2CF-2A36D47964B7}"/>
                  </a:ext>
                </a:extLst>
              </p14:cNvPr>
              <p14:cNvContentPartPr/>
              <p14:nvPr/>
            </p14:nvContentPartPr>
            <p14:xfrm>
              <a:off x="2520355" y="3689459"/>
              <a:ext cx="80640" cy="122400"/>
            </p14:xfrm>
          </p:contentPart>
        </mc:Choice>
        <mc:Fallback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1BD81D92-7D34-F0AD-F2CF-2A36D47964B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509555" y="3678659"/>
                <a:ext cx="10188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45B4445E-06D6-E503-3241-DD07E8861FBC}"/>
                  </a:ext>
                </a:extLst>
              </p14:cNvPr>
              <p14:cNvContentPartPr/>
              <p14:nvPr/>
            </p14:nvContentPartPr>
            <p14:xfrm>
              <a:off x="2545555" y="3775139"/>
              <a:ext cx="55800" cy="324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45B4445E-06D6-E503-3241-DD07E8861FB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534755" y="3762989"/>
                <a:ext cx="77040" cy="271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104" name="Entrada de lápiz 103">
                <a:extLst>
                  <a:ext uri="{FF2B5EF4-FFF2-40B4-BE49-F238E27FC236}">
                    <a16:creationId xmlns:a16="http://schemas.microsoft.com/office/drawing/2014/main" id="{30054C5B-136E-D56B-8550-535B94EC7D0C}"/>
                  </a:ext>
                </a:extLst>
              </p14:cNvPr>
              <p14:cNvContentPartPr/>
              <p14:nvPr/>
            </p14:nvContentPartPr>
            <p14:xfrm>
              <a:off x="2634115" y="3753179"/>
              <a:ext cx="69480" cy="69480"/>
            </p14:xfrm>
          </p:contentPart>
        </mc:Choice>
        <mc:Fallback>
          <p:pic>
            <p:nvPicPr>
              <p:cNvPr id="104" name="Entrada de lápiz 103">
                <a:extLst>
                  <a:ext uri="{FF2B5EF4-FFF2-40B4-BE49-F238E27FC236}">
                    <a16:creationId xmlns:a16="http://schemas.microsoft.com/office/drawing/2014/main" id="{30054C5B-136E-D56B-8550-535B94EC7D0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623371" y="3742435"/>
                <a:ext cx="90611" cy="906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13" name="Entrada de lápiz 112">
                <a:extLst>
                  <a:ext uri="{FF2B5EF4-FFF2-40B4-BE49-F238E27FC236}">
                    <a16:creationId xmlns:a16="http://schemas.microsoft.com/office/drawing/2014/main" id="{F5752D4D-4975-8FB8-902A-474153C458E4}"/>
                  </a:ext>
                </a:extLst>
              </p14:cNvPr>
              <p14:cNvContentPartPr/>
              <p14:nvPr/>
            </p14:nvContentPartPr>
            <p14:xfrm>
              <a:off x="2720155" y="3670019"/>
              <a:ext cx="797760" cy="191160"/>
            </p14:xfrm>
          </p:contentPart>
        </mc:Choice>
        <mc:Fallback>
          <p:pic>
            <p:nvPicPr>
              <p:cNvPr id="113" name="Entrada de lápiz 112">
                <a:extLst>
                  <a:ext uri="{FF2B5EF4-FFF2-40B4-BE49-F238E27FC236}">
                    <a16:creationId xmlns:a16="http://schemas.microsoft.com/office/drawing/2014/main" id="{F5752D4D-4975-8FB8-902A-474153C458E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709355" y="3659239"/>
                <a:ext cx="819000" cy="21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722AC3D6-35AC-F056-3518-D34C10ED2F90}"/>
                  </a:ext>
                </a:extLst>
              </p14:cNvPr>
              <p14:cNvContentPartPr/>
              <p14:nvPr/>
            </p14:nvContentPartPr>
            <p14:xfrm>
              <a:off x="4611595" y="3749219"/>
              <a:ext cx="557280" cy="115200"/>
            </p14:xfrm>
          </p:contentPart>
        </mc:Choice>
        <mc:Fallback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722AC3D6-35AC-F056-3518-D34C10ED2F90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600795" y="3738419"/>
                <a:ext cx="57852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797A01D8-2FDC-B407-DA70-6979D082187C}"/>
                  </a:ext>
                </a:extLst>
              </p14:cNvPr>
              <p14:cNvContentPartPr/>
              <p14:nvPr/>
            </p14:nvContentPartPr>
            <p14:xfrm>
              <a:off x="3686755" y="3692699"/>
              <a:ext cx="786960" cy="254520"/>
            </p14:xfrm>
          </p:contentPart>
        </mc:Choice>
        <mc:Fallback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797A01D8-2FDC-B407-DA70-6979D082187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675955" y="3681899"/>
                <a:ext cx="80820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29" name="Entrada de lápiz 128">
                <a:extLst>
                  <a:ext uri="{FF2B5EF4-FFF2-40B4-BE49-F238E27FC236}">
                    <a16:creationId xmlns:a16="http://schemas.microsoft.com/office/drawing/2014/main" id="{295C0FFB-4270-0AEB-CC70-433FD40DFC0C}"/>
                  </a:ext>
                </a:extLst>
              </p14:cNvPr>
              <p14:cNvContentPartPr/>
              <p14:nvPr/>
            </p14:nvContentPartPr>
            <p14:xfrm>
              <a:off x="5207395" y="3844619"/>
              <a:ext cx="360" cy="8640"/>
            </p14:xfrm>
          </p:contentPart>
        </mc:Choice>
        <mc:Fallback>
          <p:pic>
            <p:nvPicPr>
              <p:cNvPr id="129" name="Entrada de lápiz 128">
                <a:extLst>
                  <a:ext uri="{FF2B5EF4-FFF2-40B4-BE49-F238E27FC236}">
                    <a16:creationId xmlns:a16="http://schemas.microsoft.com/office/drawing/2014/main" id="{295C0FFB-4270-0AEB-CC70-433FD40DFC0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196595" y="3833819"/>
                <a:ext cx="2160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30" name="Entrada de lápiz 129">
                <a:extLst>
                  <a:ext uri="{FF2B5EF4-FFF2-40B4-BE49-F238E27FC236}">
                    <a16:creationId xmlns:a16="http://schemas.microsoft.com/office/drawing/2014/main" id="{3638892C-E8A9-2FD2-2BF9-864921926818}"/>
                  </a:ext>
                </a:extLst>
              </p14:cNvPr>
              <p14:cNvContentPartPr/>
              <p14:nvPr/>
            </p14:nvContentPartPr>
            <p14:xfrm>
              <a:off x="2713355" y="3964225"/>
              <a:ext cx="115920" cy="165960"/>
            </p14:xfrm>
          </p:contentPart>
        </mc:Choice>
        <mc:Fallback>
          <p:pic>
            <p:nvPicPr>
              <p:cNvPr id="130" name="Entrada de lápiz 129">
                <a:extLst>
                  <a:ext uri="{FF2B5EF4-FFF2-40B4-BE49-F238E27FC236}">
                    <a16:creationId xmlns:a16="http://schemas.microsoft.com/office/drawing/2014/main" id="{3638892C-E8A9-2FD2-2BF9-864921926818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702555" y="3953402"/>
                <a:ext cx="137160" cy="1872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34" name="Entrada de lápiz 133">
                <a:extLst>
                  <a:ext uri="{FF2B5EF4-FFF2-40B4-BE49-F238E27FC236}">
                    <a16:creationId xmlns:a16="http://schemas.microsoft.com/office/drawing/2014/main" id="{9AC30582-CE93-4626-1ADF-F47AA2FDA241}"/>
                  </a:ext>
                </a:extLst>
              </p14:cNvPr>
              <p14:cNvContentPartPr/>
              <p14:nvPr/>
            </p14:nvContentPartPr>
            <p14:xfrm>
              <a:off x="2886515" y="4010305"/>
              <a:ext cx="73440" cy="100440"/>
            </p14:xfrm>
          </p:contentPart>
        </mc:Choice>
        <mc:Fallback>
          <p:pic>
            <p:nvPicPr>
              <p:cNvPr id="134" name="Entrada de lápiz 133">
                <a:extLst>
                  <a:ext uri="{FF2B5EF4-FFF2-40B4-BE49-F238E27FC236}">
                    <a16:creationId xmlns:a16="http://schemas.microsoft.com/office/drawing/2014/main" id="{9AC30582-CE93-4626-1ADF-F47AA2FDA241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2875715" y="3999505"/>
                <a:ext cx="9468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E582935A-5B57-D94D-3AA9-AD732F73CBD6}"/>
                  </a:ext>
                </a:extLst>
              </p14:cNvPr>
              <p14:cNvContentPartPr/>
              <p14:nvPr/>
            </p14:nvContentPartPr>
            <p14:xfrm>
              <a:off x="2944115" y="4033705"/>
              <a:ext cx="54360" cy="77400"/>
            </p14:xfrm>
          </p:contentPart>
        </mc:Choice>
        <mc:Fallback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E582935A-5B57-D94D-3AA9-AD732F73CBD6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2933315" y="4022905"/>
                <a:ext cx="756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36" name="Entrada de lápiz 135">
                <a:extLst>
                  <a:ext uri="{FF2B5EF4-FFF2-40B4-BE49-F238E27FC236}">
                    <a16:creationId xmlns:a16="http://schemas.microsoft.com/office/drawing/2014/main" id="{64C5F771-14C7-2D6B-9F73-5EC5C280013E}"/>
                  </a:ext>
                </a:extLst>
              </p14:cNvPr>
              <p14:cNvContentPartPr/>
              <p14:nvPr/>
            </p14:nvContentPartPr>
            <p14:xfrm>
              <a:off x="3056075" y="4010305"/>
              <a:ext cx="61920" cy="158760"/>
            </p14:xfrm>
          </p:contentPart>
        </mc:Choice>
        <mc:Fallback>
          <p:pic>
            <p:nvPicPr>
              <p:cNvPr id="136" name="Entrada de lápiz 135">
                <a:extLst>
                  <a:ext uri="{FF2B5EF4-FFF2-40B4-BE49-F238E27FC236}">
                    <a16:creationId xmlns:a16="http://schemas.microsoft.com/office/drawing/2014/main" id="{64C5F771-14C7-2D6B-9F73-5EC5C280013E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045275" y="3999480"/>
                <a:ext cx="83160" cy="1800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37" name="Entrada de lápiz 136">
                <a:extLst>
                  <a:ext uri="{FF2B5EF4-FFF2-40B4-BE49-F238E27FC236}">
                    <a16:creationId xmlns:a16="http://schemas.microsoft.com/office/drawing/2014/main" id="{63A8D5DB-DAEA-7B08-9C58-00184C7ED0CD}"/>
                  </a:ext>
                </a:extLst>
              </p14:cNvPr>
              <p14:cNvContentPartPr/>
              <p14:nvPr/>
            </p14:nvContentPartPr>
            <p14:xfrm>
              <a:off x="3233555" y="4025785"/>
              <a:ext cx="50040" cy="84240"/>
            </p14:xfrm>
          </p:contentPart>
        </mc:Choice>
        <mc:Fallback>
          <p:pic>
            <p:nvPicPr>
              <p:cNvPr id="137" name="Entrada de lápiz 136">
                <a:extLst>
                  <a:ext uri="{FF2B5EF4-FFF2-40B4-BE49-F238E27FC236}">
                    <a16:creationId xmlns:a16="http://schemas.microsoft.com/office/drawing/2014/main" id="{63A8D5DB-DAEA-7B08-9C58-00184C7ED0CD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222755" y="4014985"/>
                <a:ext cx="7128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F1A2CD1B-3425-7DD8-F6BB-1C32BB48BBEB}"/>
                  </a:ext>
                </a:extLst>
              </p14:cNvPr>
              <p14:cNvContentPartPr/>
              <p14:nvPr/>
            </p14:nvContentPartPr>
            <p14:xfrm>
              <a:off x="3309875" y="4018225"/>
              <a:ext cx="57600" cy="77400"/>
            </p14:xfrm>
          </p:contentPart>
        </mc:Choice>
        <mc:Fallback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F1A2CD1B-3425-7DD8-F6BB-1C32BB48BBEB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299075" y="4007425"/>
                <a:ext cx="788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39" name="Entrada de lápiz 138">
                <a:extLst>
                  <a:ext uri="{FF2B5EF4-FFF2-40B4-BE49-F238E27FC236}">
                    <a16:creationId xmlns:a16="http://schemas.microsoft.com/office/drawing/2014/main" id="{8D6BE7B3-9FD6-99C6-F1E5-361BBAB39D17}"/>
                  </a:ext>
                </a:extLst>
              </p14:cNvPr>
              <p14:cNvContentPartPr/>
              <p14:nvPr/>
            </p14:nvContentPartPr>
            <p14:xfrm>
              <a:off x="3390875" y="4010305"/>
              <a:ext cx="142920" cy="88560"/>
            </p14:xfrm>
          </p:contentPart>
        </mc:Choice>
        <mc:Fallback>
          <p:pic>
            <p:nvPicPr>
              <p:cNvPr id="139" name="Entrada de lápiz 138">
                <a:extLst>
                  <a:ext uri="{FF2B5EF4-FFF2-40B4-BE49-F238E27FC236}">
                    <a16:creationId xmlns:a16="http://schemas.microsoft.com/office/drawing/2014/main" id="{8D6BE7B3-9FD6-99C6-F1E5-361BBAB39D17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3380075" y="3999505"/>
                <a:ext cx="16416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53" name="Entrada de lápiz 152">
                <a:extLst>
                  <a:ext uri="{FF2B5EF4-FFF2-40B4-BE49-F238E27FC236}">
                    <a16:creationId xmlns:a16="http://schemas.microsoft.com/office/drawing/2014/main" id="{360EB556-F8E7-7CCA-38B0-E9923CFA90E1}"/>
                  </a:ext>
                </a:extLst>
              </p14:cNvPr>
              <p14:cNvContentPartPr/>
              <p14:nvPr/>
            </p14:nvContentPartPr>
            <p14:xfrm>
              <a:off x="4453235" y="3918865"/>
              <a:ext cx="162000" cy="176400"/>
            </p14:xfrm>
          </p:contentPart>
        </mc:Choice>
        <mc:Fallback>
          <p:pic>
            <p:nvPicPr>
              <p:cNvPr id="153" name="Entrada de lápiz 152">
                <a:extLst>
                  <a:ext uri="{FF2B5EF4-FFF2-40B4-BE49-F238E27FC236}">
                    <a16:creationId xmlns:a16="http://schemas.microsoft.com/office/drawing/2014/main" id="{360EB556-F8E7-7CCA-38B0-E9923CFA90E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442435" y="3908065"/>
                <a:ext cx="18324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54" name="Entrada de lápiz 153">
                <a:extLst>
                  <a:ext uri="{FF2B5EF4-FFF2-40B4-BE49-F238E27FC236}">
                    <a16:creationId xmlns:a16="http://schemas.microsoft.com/office/drawing/2014/main" id="{B254884C-3223-40CA-1542-6AA2F4F67F8D}"/>
                  </a:ext>
                </a:extLst>
              </p14:cNvPr>
              <p14:cNvContentPartPr/>
              <p14:nvPr/>
            </p14:nvContentPartPr>
            <p14:xfrm>
              <a:off x="3714155" y="3914905"/>
              <a:ext cx="592920" cy="203760"/>
            </p14:xfrm>
          </p:contentPart>
        </mc:Choice>
        <mc:Fallback>
          <p:pic>
            <p:nvPicPr>
              <p:cNvPr id="154" name="Entrada de lápiz 153">
                <a:extLst>
                  <a:ext uri="{FF2B5EF4-FFF2-40B4-BE49-F238E27FC236}">
                    <a16:creationId xmlns:a16="http://schemas.microsoft.com/office/drawing/2014/main" id="{B254884C-3223-40CA-1542-6AA2F4F67F8D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3703362" y="3904086"/>
                <a:ext cx="614147" cy="2250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161" name="Entrada de lápiz 160">
                <a:extLst>
                  <a:ext uri="{FF2B5EF4-FFF2-40B4-BE49-F238E27FC236}">
                    <a16:creationId xmlns:a16="http://schemas.microsoft.com/office/drawing/2014/main" id="{495B64A0-ABC4-D6AD-4558-112520F72C56}"/>
                  </a:ext>
                </a:extLst>
              </p14:cNvPr>
              <p14:cNvContentPartPr/>
              <p14:nvPr/>
            </p14:nvContentPartPr>
            <p14:xfrm>
              <a:off x="4796444" y="3932064"/>
              <a:ext cx="560160" cy="162000"/>
            </p14:xfrm>
          </p:contentPart>
        </mc:Choice>
        <mc:Fallback>
          <p:pic>
            <p:nvPicPr>
              <p:cNvPr id="161" name="Entrada de lápiz 160">
                <a:extLst>
                  <a:ext uri="{FF2B5EF4-FFF2-40B4-BE49-F238E27FC236}">
                    <a16:creationId xmlns:a16="http://schemas.microsoft.com/office/drawing/2014/main" id="{495B64A0-ABC4-D6AD-4558-112520F72C56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4785644" y="3921240"/>
                <a:ext cx="581400" cy="1832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171" name="Entrada de lápiz 170">
                <a:extLst>
                  <a:ext uri="{FF2B5EF4-FFF2-40B4-BE49-F238E27FC236}">
                    <a16:creationId xmlns:a16="http://schemas.microsoft.com/office/drawing/2014/main" id="{94FC8454-884E-F77B-F1E9-0B827420703B}"/>
                  </a:ext>
                </a:extLst>
              </p14:cNvPr>
              <p14:cNvContentPartPr/>
              <p14:nvPr/>
            </p14:nvContentPartPr>
            <p14:xfrm>
              <a:off x="3020204" y="4604544"/>
              <a:ext cx="1201680" cy="356400"/>
            </p14:xfrm>
          </p:contentPart>
        </mc:Choice>
        <mc:Fallback>
          <p:pic>
            <p:nvPicPr>
              <p:cNvPr id="171" name="Entrada de lápiz 170">
                <a:extLst>
                  <a:ext uri="{FF2B5EF4-FFF2-40B4-BE49-F238E27FC236}">
                    <a16:creationId xmlns:a16="http://schemas.microsoft.com/office/drawing/2014/main" id="{94FC8454-884E-F77B-F1E9-0B827420703B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3009404" y="4593755"/>
                <a:ext cx="1222920" cy="3776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80" name="Entrada de lápiz 179">
                <a:extLst>
                  <a:ext uri="{FF2B5EF4-FFF2-40B4-BE49-F238E27FC236}">
                    <a16:creationId xmlns:a16="http://schemas.microsoft.com/office/drawing/2014/main" id="{2A2825F0-82DF-76A0-545E-B726254ABDDC}"/>
                  </a:ext>
                </a:extLst>
              </p14:cNvPr>
              <p14:cNvContentPartPr/>
              <p14:nvPr/>
            </p14:nvContentPartPr>
            <p14:xfrm>
              <a:off x="4511684" y="4575384"/>
              <a:ext cx="1002240" cy="231120"/>
            </p14:xfrm>
          </p:contentPart>
        </mc:Choice>
        <mc:Fallback>
          <p:pic>
            <p:nvPicPr>
              <p:cNvPr id="180" name="Entrada de lápiz 179">
                <a:extLst>
                  <a:ext uri="{FF2B5EF4-FFF2-40B4-BE49-F238E27FC236}">
                    <a16:creationId xmlns:a16="http://schemas.microsoft.com/office/drawing/2014/main" id="{2A2825F0-82DF-76A0-545E-B726254ABDDC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4500888" y="4564567"/>
                <a:ext cx="1023472" cy="2523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93" name="Entrada de lápiz 192">
                <a:extLst>
                  <a:ext uri="{FF2B5EF4-FFF2-40B4-BE49-F238E27FC236}">
                    <a16:creationId xmlns:a16="http://schemas.microsoft.com/office/drawing/2014/main" id="{346FA7AC-D259-BDB5-F8A1-C577F0899F8D}"/>
                  </a:ext>
                </a:extLst>
              </p14:cNvPr>
              <p14:cNvContentPartPr/>
              <p14:nvPr/>
            </p14:nvContentPartPr>
            <p14:xfrm>
              <a:off x="6601124" y="4540104"/>
              <a:ext cx="1045080" cy="403920"/>
            </p14:xfrm>
          </p:contentPart>
        </mc:Choice>
        <mc:Fallback>
          <p:pic>
            <p:nvPicPr>
              <p:cNvPr id="193" name="Entrada de lápiz 192">
                <a:extLst>
                  <a:ext uri="{FF2B5EF4-FFF2-40B4-BE49-F238E27FC236}">
                    <a16:creationId xmlns:a16="http://schemas.microsoft.com/office/drawing/2014/main" id="{346FA7AC-D259-BDB5-F8A1-C577F0899F8D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6590324" y="4529314"/>
                <a:ext cx="1066320" cy="4251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94" name="Entrada de lápiz 193">
                <a:extLst>
                  <a:ext uri="{FF2B5EF4-FFF2-40B4-BE49-F238E27FC236}">
                    <a16:creationId xmlns:a16="http://schemas.microsoft.com/office/drawing/2014/main" id="{E8FD105A-1F42-EDB8-27B3-11429C3EF0E5}"/>
                  </a:ext>
                </a:extLst>
              </p14:cNvPr>
              <p14:cNvContentPartPr/>
              <p14:nvPr/>
            </p14:nvContentPartPr>
            <p14:xfrm>
              <a:off x="6197564" y="4630104"/>
              <a:ext cx="233280" cy="318240"/>
            </p14:xfrm>
          </p:contentPart>
        </mc:Choice>
        <mc:Fallback>
          <p:pic>
            <p:nvPicPr>
              <p:cNvPr id="194" name="Entrada de lápiz 193">
                <a:extLst>
                  <a:ext uri="{FF2B5EF4-FFF2-40B4-BE49-F238E27FC236}">
                    <a16:creationId xmlns:a16="http://schemas.microsoft.com/office/drawing/2014/main" id="{E8FD105A-1F42-EDB8-27B3-11429C3EF0E5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6186764" y="4619292"/>
                <a:ext cx="254520" cy="3395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95" name="Entrada de lápiz 194">
                <a:extLst>
                  <a:ext uri="{FF2B5EF4-FFF2-40B4-BE49-F238E27FC236}">
                    <a16:creationId xmlns:a16="http://schemas.microsoft.com/office/drawing/2014/main" id="{773C03EE-2F24-0E54-F7ED-020C3AC3FD31}"/>
                  </a:ext>
                </a:extLst>
              </p14:cNvPr>
              <p14:cNvContentPartPr/>
              <p14:nvPr/>
            </p14:nvContentPartPr>
            <p14:xfrm>
              <a:off x="5784284" y="4701384"/>
              <a:ext cx="256680" cy="204480"/>
            </p14:xfrm>
          </p:contentPart>
        </mc:Choice>
        <mc:Fallback>
          <p:pic>
            <p:nvPicPr>
              <p:cNvPr id="195" name="Entrada de lápiz 194">
                <a:extLst>
                  <a:ext uri="{FF2B5EF4-FFF2-40B4-BE49-F238E27FC236}">
                    <a16:creationId xmlns:a16="http://schemas.microsoft.com/office/drawing/2014/main" id="{773C03EE-2F24-0E54-F7ED-020C3AC3FD31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773484" y="4690584"/>
                <a:ext cx="27792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211" name="Entrada de lápiz 210">
                <a:extLst>
                  <a:ext uri="{FF2B5EF4-FFF2-40B4-BE49-F238E27FC236}">
                    <a16:creationId xmlns:a16="http://schemas.microsoft.com/office/drawing/2014/main" id="{5F1FCA53-160F-1578-6081-327EA9BF18EF}"/>
                  </a:ext>
                </a:extLst>
              </p14:cNvPr>
              <p14:cNvContentPartPr/>
              <p14:nvPr/>
            </p14:nvContentPartPr>
            <p14:xfrm>
              <a:off x="1737884" y="5119371"/>
              <a:ext cx="1677240" cy="413640"/>
            </p14:xfrm>
          </p:contentPart>
        </mc:Choice>
        <mc:Fallback>
          <p:pic>
            <p:nvPicPr>
              <p:cNvPr id="211" name="Entrada de lápiz 210">
                <a:extLst>
                  <a:ext uri="{FF2B5EF4-FFF2-40B4-BE49-F238E27FC236}">
                    <a16:creationId xmlns:a16="http://schemas.microsoft.com/office/drawing/2014/main" id="{5F1FCA53-160F-1578-6081-327EA9BF18EF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727082" y="5108562"/>
                <a:ext cx="1698485" cy="4348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4500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/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214588" y="1279364"/>
            <a:ext cx="11772365" cy="2484976"/>
          </a:xfrm>
          <a:prstGeom prst="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4) PREGUNTA: 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realiza las siguientes </a:t>
            </a: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tareas de administración sobre la Base de Datos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university</a:t>
            </a:r>
            <a:r>
              <a:rPr lang="es-ES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. </a:t>
            </a: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Copias de seguridad y </a:t>
            </a:r>
            <a:r>
              <a:rPr lang="es-ES" b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restore</a:t>
            </a: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</a:t>
            </a:r>
            <a:r>
              <a:rPr lang="es-ES" b="1">
                <a:solidFill>
                  <a:srgbClr val="FF0000"/>
                </a:solidFill>
                <a:latin typeface="Calibri"/>
                <a:ea typeface="Calibri" panose="020F0502020204030204" pitchFamily="34" charset="0"/>
                <a:cs typeface="Times New Roman"/>
              </a:rPr>
              <a:t>(1 punto):</a:t>
            </a:r>
          </a:p>
          <a:p>
            <a:pPr marL="806450" lvl="2" indent="-182563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Haga un </a:t>
            </a:r>
            <a:r>
              <a:rPr lang="es-ES" sz="1600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backup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de sólo la </a:t>
            </a:r>
            <a:r>
              <a:rPr lang="es-ES" sz="1600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estructura de la BBDD </a:t>
            </a:r>
            <a:r>
              <a:rPr lang="es-ES" sz="1600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university</a:t>
            </a:r>
            <a:r>
              <a:rPr lang="es-ES" sz="1600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en el fichero </a:t>
            </a:r>
            <a:r>
              <a:rPr lang="es-ES" sz="1600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estructura_university.sql</a:t>
            </a:r>
            <a:r>
              <a:rPr lang="es-ES" sz="1600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y de </a:t>
            </a:r>
            <a:r>
              <a:rPr lang="es-ES" sz="1600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sólo los datos 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en el fichero </a:t>
            </a:r>
            <a:r>
              <a:rPr lang="es-ES" sz="1600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datos_university.sql</a:t>
            </a:r>
            <a:endParaRPr lang="es-ES" sz="1600" b="1" i="1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/>
            </a:endParaRPr>
          </a:p>
          <a:p>
            <a:pPr marL="806450" lvl="2" indent="-182563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Modifique el fichero de </a:t>
            </a:r>
            <a:r>
              <a:rPr lang="es-ES" sz="1600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datos_university.sql</a:t>
            </a:r>
            <a:r>
              <a:rPr lang="es-ES" sz="1600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para que el salario de </a:t>
            </a:r>
            <a:r>
              <a:rPr lang="es-ES" sz="1600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profesor Einstein 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pase de </a:t>
            </a:r>
            <a:r>
              <a:rPr lang="es-ES" sz="1600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95.000$ a 125.000$. 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También el fichero</a:t>
            </a:r>
            <a:r>
              <a:rPr lang="es-ES" sz="1600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</a:t>
            </a:r>
            <a:r>
              <a:rPr lang="es-ES" sz="1600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estructura_university.sql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, ahora la BBDD debe llamarse </a:t>
            </a:r>
            <a:r>
              <a:rPr lang="es-ES" sz="1600" b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university_actualiza</a:t>
            </a:r>
            <a:r>
              <a:rPr lang="es-ES" sz="1600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con estos nuevos datos.</a:t>
            </a:r>
          </a:p>
          <a:p>
            <a:pPr marL="806450" lvl="2" indent="-182563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Muestre el </a:t>
            </a:r>
            <a:r>
              <a:rPr lang="es-ES" sz="1600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resultado de todos los comandos</a:t>
            </a:r>
            <a:r>
              <a:rPr lang="es-ES" sz="1600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para hacer las mencionadas operaciones, así como la tabla instructor donde se muestre el salario de profesor Einstein con el nuevo valor.</a:t>
            </a:r>
            <a:endParaRPr lang="es-ES" sz="2000">
              <a:solidFill>
                <a:srgbClr val="FF0000"/>
              </a:solidFill>
              <a:latin typeface="Calibri"/>
              <a:ea typeface="Calibri" panose="020F0502020204030204" pitchFamily="34" charset="0"/>
              <a:cs typeface="Times New Roman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214588" y="827489"/>
            <a:ext cx="11536653" cy="3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Administración de Bases de Datos</a:t>
            </a:r>
            <a:endParaRPr lang="es-ES">
              <a:solidFill>
                <a:srgbClr val="004A99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86">
            <a:extLst>
              <a:ext uri="{FF2B5EF4-FFF2-40B4-BE49-F238E27FC236}">
                <a16:creationId xmlns:a16="http://schemas.microsoft.com/office/drawing/2014/main" id="{C1D9F011-92F6-63EF-1C20-AEE1113AD300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37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62F330B-4250-4E8E-4DD1-68975703C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26" y="2011807"/>
            <a:ext cx="12068945" cy="935789"/>
          </a:xfrm>
          <a:prstGeom prst="rect">
            <a:avLst/>
          </a:prstGeom>
        </p:spPr>
      </p:pic>
      <p:sp>
        <p:nvSpPr>
          <p:cNvPr id="4" name="Rectángulo 85"/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5" name="CuadroTexto 86">
            <a:extLst>
              <a:ext uri="{FF2B5EF4-FFF2-40B4-BE49-F238E27FC236}">
                <a16:creationId xmlns:a16="http://schemas.microsoft.com/office/drawing/2014/main" id="{C1D9F011-92F6-63EF-1C20-AEE1113AD300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9BA5188-4F0A-55C9-EC51-0D6CFC6EF1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5" y="1171946"/>
            <a:ext cx="12192000" cy="571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077214A4-096A-4E1E-9A5B-FD8191B339EF}"/>
                  </a:ext>
                </a:extLst>
              </p14:cNvPr>
              <p14:cNvContentPartPr/>
              <p14:nvPr/>
            </p14:nvContentPartPr>
            <p14:xfrm>
              <a:off x="6792712" y="1066548"/>
              <a:ext cx="864000" cy="25164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077214A4-096A-4E1E-9A5B-FD8191B339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81912" y="1055748"/>
                <a:ext cx="88524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3194D052-0652-FEEC-B194-0AE323050215}"/>
                  </a:ext>
                </a:extLst>
              </p14:cNvPr>
              <p14:cNvContentPartPr/>
              <p14:nvPr/>
            </p14:nvContentPartPr>
            <p14:xfrm>
              <a:off x="7401472" y="1418988"/>
              <a:ext cx="493920" cy="21996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3194D052-0652-FEEC-B194-0AE32305021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90680" y="1408188"/>
                <a:ext cx="515145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6A6C7F7D-AE67-2E26-16B8-FA937B92A1D5}"/>
                  </a:ext>
                </a:extLst>
              </p14:cNvPr>
              <p14:cNvContentPartPr/>
              <p14:nvPr/>
            </p14:nvContentPartPr>
            <p14:xfrm>
              <a:off x="6825112" y="1409268"/>
              <a:ext cx="395640" cy="26316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6A6C7F7D-AE67-2E26-16B8-FA937B92A1D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14302" y="1398453"/>
                <a:ext cx="416899" cy="2844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B2927971-217D-E408-1627-C1E9F2FA7EE1}"/>
                  </a:ext>
                </a:extLst>
              </p14:cNvPr>
              <p14:cNvContentPartPr/>
              <p14:nvPr/>
            </p14:nvContentPartPr>
            <p14:xfrm>
              <a:off x="4204315" y="918734"/>
              <a:ext cx="336600" cy="16452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B2927971-217D-E408-1627-C1E9F2FA7EE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93503" y="907934"/>
                <a:ext cx="357863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E32D5342-6063-6DE0-9CC1-5CDFEF5658F3}"/>
                  </a:ext>
                </a:extLst>
              </p14:cNvPr>
              <p14:cNvContentPartPr/>
              <p14:nvPr/>
            </p14:nvContentPartPr>
            <p14:xfrm>
              <a:off x="3528235" y="997934"/>
              <a:ext cx="512280" cy="18360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E32D5342-6063-6DE0-9CC1-5CDFEF5658F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517427" y="987155"/>
                <a:ext cx="533535" cy="2047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A11BD31F-D93A-620A-7FD5-7A86BF5EC99C}"/>
                  </a:ext>
                </a:extLst>
              </p14:cNvPr>
              <p14:cNvContentPartPr/>
              <p14:nvPr/>
            </p14:nvContentPartPr>
            <p14:xfrm>
              <a:off x="4336795" y="1747094"/>
              <a:ext cx="243720" cy="28296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A11BD31F-D93A-620A-7FD5-7A86BF5EC99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25979" y="1736294"/>
                <a:ext cx="264991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1703DF23-6488-1FAE-FAF3-FA40EB058E7E}"/>
                  </a:ext>
                </a:extLst>
              </p14:cNvPr>
              <p14:cNvContentPartPr/>
              <p14:nvPr/>
            </p14:nvContentPartPr>
            <p14:xfrm>
              <a:off x="3757195" y="1684814"/>
              <a:ext cx="438840" cy="27612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1703DF23-6488-1FAE-FAF3-FA40EB058E7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46386" y="1674000"/>
                <a:ext cx="460097" cy="2973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FCBFD379-AA97-72A4-CE9F-BDF66F53099B}"/>
                  </a:ext>
                </a:extLst>
              </p14:cNvPr>
              <p14:cNvContentPartPr/>
              <p14:nvPr/>
            </p14:nvContentPartPr>
            <p14:xfrm>
              <a:off x="1872421" y="1306972"/>
              <a:ext cx="607680" cy="1908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FCBFD379-AA97-72A4-CE9F-BDF66F53099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61621" y="1296372"/>
                <a:ext cx="628920" cy="39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3F6CD1FD-2D25-A36E-5D99-32D9569FC0CE}"/>
                  </a:ext>
                </a:extLst>
              </p14:cNvPr>
              <p14:cNvContentPartPr/>
              <p14:nvPr/>
            </p14:nvContentPartPr>
            <p14:xfrm>
              <a:off x="1646341" y="880372"/>
              <a:ext cx="173160" cy="18108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3F6CD1FD-2D25-A36E-5D99-32D9569FC0C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35541" y="869593"/>
                <a:ext cx="194400" cy="2022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C3C8131B-7AE3-14C5-1844-5EE9AE497D97}"/>
                  </a:ext>
                </a:extLst>
              </p14:cNvPr>
              <p14:cNvContentPartPr/>
              <p14:nvPr/>
            </p14:nvContentPartPr>
            <p14:xfrm>
              <a:off x="1734181" y="995932"/>
              <a:ext cx="85320" cy="74520"/>
            </p14:xfrm>
          </p:contentPart>
        </mc:Choice>
        <mc:Fallback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C3C8131B-7AE3-14C5-1844-5EE9AE497D9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723335" y="985132"/>
                <a:ext cx="10665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971B0323-8670-7055-5C5D-CEBFC3F750E4}"/>
                  </a:ext>
                </a:extLst>
              </p14:cNvPr>
              <p14:cNvContentPartPr/>
              <p14:nvPr/>
            </p14:nvContentPartPr>
            <p14:xfrm>
              <a:off x="1844701" y="983332"/>
              <a:ext cx="154080" cy="66240"/>
            </p14:xfrm>
          </p:contentPart>
        </mc:Choice>
        <mc:Fallback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971B0323-8670-7055-5C5D-CEBFC3F750E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833901" y="972590"/>
                <a:ext cx="175320" cy="873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002308C2-6E70-2A36-2A9D-1618EFBDCEDA}"/>
                  </a:ext>
                </a:extLst>
              </p14:cNvPr>
              <p14:cNvContentPartPr/>
              <p14:nvPr/>
            </p14:nvContentPartPr>
            <p14:xfrm>
              <a:off x="2013901" y="967492"/>
              <a:ext cx="141840" cy="72720"/>
            </p14:xfrm>
          </p:contentPart>
        </mc:Choice>
        <mc:Fallback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002308C2-6E70-2A36-2A9D-1618EFBDCED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003101" y="956638"/>
                <a:ext cx="163080" cy="940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6" name="Entrada de lápiz 55">
                <a:extLst>
                  <a:ext uri="{FF2B5EF4-FFF2-40B4-BE49-F238E27FC236}">
                    <a16:creationId xmlns:a16="http://schemas.microsoft.com/office/drawing/2014/main" id="{608DD57A-F7A6-31B2-9132-E3B25F648123}"/>
                  </a:ext>
                </a:extLst>
              </p14:cNvPr>
              <p14:cNvContentPartPr/>
              <p14:nvPr/>
            </p14:nvContentPartPr>
            <p14:xfrm>
              <a:off x="2142781" y="983332"/>
              <a:ext cx="107280" cy="38160"/>
            </p14:xfrm>
          </p:contentPart>
        </mc:Choice>
        <mc:Fallback>
          <p:pic>
            <p:nvPicPr>
              <p:cNvPr id="56" name="Entrada de lápiz 55">
                <a:extLst>
                  <a:ext uri="{FF2B5EF4-FFF2-40B4-BE49-F238E27FC236}">
                    <a16:creationId xmlns:a16="http://schemas.microsoft.com/office/drawing/2014/main" id="{608DD57A-F7A6-31B2-9132-E3B25F64812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131981" y="972532"/>
                <a:ext cx="1285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FFF8F4A0-DB14-C0F5-B863-12D4774EC826}"/>
                  </a:ext>
                </a:extLst>
              </p14:cNvPr>
              <p14:cNvContentPartPr/>
              <p14:nvPr/>
            </p14:nvContentPartPr>
            <p14:xfrm>
              <a:off x="2372101" y="945892"/>
              <a:ext cx="113400" cy="7848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FFF8F4A0-DB14-C0F5-B863-12D4774EC82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361335" y="935092"/>
                <a:ext cx="134573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3950B48A-0EAC-53EF-912C-FFE1CE886C0A}"/>
                  </a:ext>
                </a:extLst>
              </p14:cNvPr>
              <p14:cNvContentPartPr/>
              <p14:nvPr/>
            </p14:nvContentPartPr>
            <p14:xfrm>
              <a:off x="2635981" y="823132"/>
              <a:ext cx="393120" cy="248040"/>
            </p14:xfrm>
          </p:contentPart>
        </mc:Choice>
        <mc:Fallback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3950B48A-0EAC-53EF-912C-FFE1CE886C0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625171" y="812332"/>
                <a:ext cx="414379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90" name="Entrada de lápiz 89">
                <a:extLst>
                  <a:ext uri="{FF2B5EF4-FFF2-40B4-BE49-F238E27FC236}">
                    <a16:creationId xmlns:a16="http://schemas.microsoft.com/office/drawing/2014/main" id="{24075E05-A75A-F15D-F07B-373C750A9560}"/>
                  </a:ext>
                </a:extLst>
              </p14:cNvPr>
              <p14:cNvContentPartPr/>
              <p14:nvPr/>
            </p14:nvContentPartPr>
            <p14:xfrm>
              <a:off x="11523011" y="3063240"/>
              <a:ext cx="651960" cy="459000"/>
            </p14:xfrm>
          </p:contentPart>
        </mc:Choice>
        <mc:Fallback>
          <p:pic>
            <p:nvPicPr>
              <p:cNvPr id="90" name="Entrada de lápiz 89">
                <a:extLst>
                  <a:ext uri="{FF2B5EF4-FFF2-40B4-BE49-F238E27FC236}">
                    <a16:creationId xmlns:a16="http://schemas.microsoft.com/office/drawing/2014/main" id="{24075E05-A75A-F15D-F07B-373C750A956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512211" y="3052432"/>
                <a:ext cx="673200" cy="4802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91" name="Entrada de lápiz 90">
                <a:extLst>
                  <a:ext uri="{FF2B5EF4-FFF2-40B4-BE49-F238E27FC236}">
                    <a16:creationId xmlns:a16="http://schemas.microsoft.com/office/drawing/2014/main" id="{7AE6A548-D4E1-C2EA-6884-CD8CB91A432E}"/>
                  </a:ext>
                </a:extLst>
              </p14:cNvPr>
              <p14:cNvContentPartPr/>
              <p14:nvPr/>
            </p14:nvContentPartPr>
            <p14:xfrm>
              <a:off x="10169771" y="3011400"/>
              <a:ext cx="1108080" cy="417600"/>
            </p14:xfrm>
          </p:contentPart>
        </mc:Choice>
        <mc:Fallback>
          <p:pic>
            <p:nvPicPr>
              <p:cNvPr id="91" name="Entrada de lápiz 90">
                <a:extLst>
                  <a:ext uri="{FF2B5EF4-FFF2-40B4-BE49-F238E27FC236}">
                    <a16:creationId xmlns:a16="http://schemas.microsoft.com/office/drawing/2014/main" id="{7AE6A548-D4E1-C2EA-6884-CD8CB91A432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158975" y="3000600"/>
                <a:ext cx="1129313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A141F6BA-4F85-C208-AC08-1E5D1078230A}"/>
                  </a:ext>
                </a:extLst>
              </p14:cNvPr>
              <p14:cNvContentPartPr/>
              <p14:nvPr/>
            </p14:nvContentPartPr>
            <p14:xfrm>
              <a:off x="9678371" y="3077640"/>
              <a:ext cx="261360" cy="351360"/>
            </p14:xfrm>
          </p:contentPart>
        </mc:Choice>
        <mc:Fallback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A141F6BA-4F85-C208-AC08-1E5D1078230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667556" y="3066840"/>
                <a:ext cx="282629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7F8D2FFA-A253-925B-9BAA-CB5010D41FF3}"/>
                  </a:ext>
                </a:extLst>
              </p14:cNvPr>
              <p14:cNvContentPartPr/>
              <p14:nvPr/>
            </p14:nvContentPartPr>
            <p14:xfrm>
              <a:off x="8224691" y="3239280"/>
              <a:ext cx="1248840" cy="430200"/>
            </p14:xfrm>
          </p:contentPart>
        </mc:Choice>
        <mc:Fallback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7F8D2FFA-A253-925B-9BAA-CB5010D41FF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213888" y="3228480"/>
                <a:ext cx="1270086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96" name="Entrada de lápiz 95">
                <a:extLst>
                  <a:ext uri="{FF2B5EF4-FFF2-40B4-BE49-F238E27FC236}">
                    <a16:creationId xmlns:a16="http://schemas.microsoft.com/office/drawing/2014/main" id="{80CD91AC-539C-245C-3863-5FF41F4B731C}"/>
                  </a:ext>
                </a:extLst>
              </p14:cNvPr>
              <p14:cNvContentPartPr/>
              <p14:nvPr/>
            </p14:nvContentPartPr>
            <p14:xfrm rot="5400000">
              <a:off x="10480238" y="1314391"/>
              <a:ext cx="355216" cy="2911194"/>
            </p14:xfrm>
          </p:contentPart>
        </mc:Choice>
        <mc:Fallback>
          <p:pic>
            <p:nvPicPr>
              <p:cNvPr id="96" name="Entrada de lápiz 95">
                <a:extLst>
                  <a:ext uri="{FF2B5EF4-FFF2-40B4-BE49-F238E27FC236}">
                    <a16:creationId xmlns:a16="http://schemas.microsoft.com/office/drawing/2014/main" id="{80CD91AC-539C-245C-3863-5FF41F4B731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 rot="5400000">
                <a:off x="10469419" y="1303585"/>
                <a:ext cx="376493" cy="2932446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Imagen 10">
            <a:extLst>
              <a:ext uri="{FF2B5EF4-FFF2-40B4-BE49-F238E27FC236}">
                <a16:creationId xmlns:a16="http://schemas.microsoft.com/office/drawing/2014/main" id="{1EF37865-B25A-3D2B-EB0F-99BA07626FF7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41264" y="3499832"/>
            <a:ext cx="4305901" cy="92405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2A38C84-6ED3-63A8-C1DC-800AC79AB6EB}"/>
              </a:ext>
            </a:extLst>
          </p:cNvPr>
          <p:cNvSpPr txBox="1"/>
          <p:nvPr/>
        </p:nvSpPr>
        <p:spPr>
          <a:xfrm>
            <a:off x="4641850" y="3777193"/>
            <a:ext cx="5083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Creación de la nueva base de datos dentro del script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B85101B-0C82-3241-05C8-86C77F26292B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41264" y="5912108"/>
            <a:ext cx="7161236" cy="439667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3103304-E1F2-1471-0C11-1F6F286ADA48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41265" y="4929588"/>
            <a:ext cx="7161236" cy="425296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42383AB4-BAD9-9837-0BF0-E03FF779C9A1}"/>
              </a:ext>
            </a:extLst>
          </p:cNvPr>
          <p:cNvSpPr txBox="1"/>
          <p:nvPr/>
        </p:nvSpPr>
        <p:spPr>
          <a:xfrm>
            <a:off x="7302500" y="4792681"/>
            <a:ext cx="4372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Cargamos el </a:t>
            </a:r>
            <a:r>
              <a:rPr lang="es-ES" dirty="0" err="1">
                <a:solidFill>
                  <a:schemeClr val="accent2"/>
                </a:solidFill>
              </a:rPr>
              <a:t>backup</a:t>
            </a:r>
            <a:r>
              <a:rPr lang="es-ES" dirty="0">
                <a:solidFill>
                  <a:schemeClr val="accent2"/>
                </a:solidFill>
              </a:rPr>
              <a:t> con la estructura con la nueva base de datos creada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006CB61-F3CF-9739-17DF-44E5F5E58850}"/>
              </a:ext>
            </a:extLst>
          </p:cNvPr>
          <p:cNvSpPr txBox="1"/>
          <p:nvPr/>
        </p:nvSpPr>
        <p:spPr>
          <a:xfrm>
            <a:off x="7302500" y="5943851"/>
            <a:ext cx="4543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Cargamos el </a:t>
            </a:r>
            <a:r>
              <a:rPr lang="es-ES" dirty="0" err="1">
                <a:solidFill>
                  <a:schemeClr val="accent2"/>
                </a:solidFill>
              </a:rPr>
              <a:t>backup</a:t>
            </a:r>
            <a:r>
              <a:rPr lang="es-ES" dirty="0">
                <a:solidFill>
                  <a:schemeClr val="accent2"/>
                </a:solidFill>
              </a:rPr>
              <a:t> con los datos actualizados</a:t>
            </a:r>
          </a:p>
        </p:txBody>
      </p:sp>
    </p:spTree>
    <p:extLst>
      <p:ext uri="{BB962C8B-B14F-4D97-AF65-F5344CB8AC3E}">
        <p14:creationId xmlns:p14="http://schemas.microsoft.com/office/powerpoint/2010/main" val="1522615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FE92C-28B4-C2B0-8197-40AC650B5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98ADEDD-75C8-6BD0-9BF0-7A5C53D54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5" y="1003300"/>
            <a:ext cx="4487932" cy="3517900"/>
          </a:xfrm>
          <a:prstGeom prst="rect">
            <a:avLst/>
          </a:prstGeom>
        </p:spPr>
      </p:pic>
      <p:sp>
        <p:nvSpPr>
          <p:cNvPr id="4" name="Rectángulo 85">
            <a:extLst>
              <a:ext uri="{FF2B5EF4-FFF2-40B4-BE49-F238E27FC236}">
                <a16:creationId xmlns:a16="http://schemas.microsoft.com/office/drawing/2014/main" id="{2571253E-3AC6-9BDB-4497-C22FCD229A74}"/>
              </a:ext>
            </a:extLst>
          </p:cNvPr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447A74D4-8574-5BC7-6D4D-5180C4D096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5" name="CuadroTexto 86">
            <a:extLst>
              <a:ext uri="{FF2B5EF4-FFF2-40B4-BE49-F238E27FC236}">
                <a16:creationId xmlns:a16="http://schemas.microsoft.com/office/drawing/2014/main" id="{753AAA79-717D-40BD-CC45-66042FACB891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83EA4351-18B6-3810-64E4-BDD38233D782}"/>
                  </a:ext>
                </a:extLst>
              </p14:cNvPr>
              <p14:cNvContentPartPr/>
              <p14:nvPr/>
            </p14:nvContentPartPr>
            <p14:xfrm>
              <a:off x="4183211" y="2257032"/>
              <a:ext cx="83910" cy="373855"/>
            </p14:xfrm>
          </p:contentPart>
        </mc:Choice>
        <mc:Fallback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83EA4351-18B6-3810-64E4-BDD38233D78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72453" y="2246237"/>
                <a:ext cx="105067" cy="3950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9" name="Entrada de lápiz 108">
                <a:extLst>
                  <a:ext uri="{FF2B5EF4-FFF2-40B4-BE49-F238E27FC236}">
                    <a16:creationId xmlns:a16="http://schemas.microsoft.com/office/drawing/2014/main" id="{60C1A9A8-FE35-87C1-F1DC-8FE3D8D57DAB}"/>
                  </a:ext>
                </a:extLst>
              </p14:cNvPr>
              <p14:cNvContentPartPr/>
              <p14:nvPr/>
            </p14:nvContentPartPr>
            <p14:xfrm>
              <a:off x="5772991" y="2138319"/>
              <a:ext cx="179640" cy="364680"/>
            </p14:xfrm>
          </p:contentPart>
        </mc:Choice>
        <mc:Fallback>
          <p:pic>
            <p:nvPicPr>
              <p:cNvPr id="109" name="Entrada de lápiz 108">
                <a:extLst>
                  <a:ext uri="{FF2B5EF4-FFF2-40B4-BE49-F238E27FC236}">
                    <a16:creationId xmlns:a16="http://schemas.microsoft.com/office/drawing/2014/main" id="{60C1A9A8-FE35-87C1-F1DC-8FE3D8D57DA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62191" y="2127519"/>
                <a:ext cx="20088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3CA139D0-C178-6230-CB4F-E40AFEB5A637}"/>
                  </a:ext>
                </a:extLst>
              </p14:cNvPr>
              <p14:cNvContentPartPr/>
              <p14:nvPr/>
            </p14:nvContentPartPr>
            <p14:xfrm>
              <a:off x="4424791" y="2207439"/>
              <a:ext cx="1198440" cy="473040"/>
            </p14:xfrm>
          </p:contentPart>
        </mc:Choice>
        <mc:Fallback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3CA139D0-C178-6230-CB4F-E40AFEB5A63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13991" y="2196647"/>
                <a:ext cx="1219680" cy="4942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3" name="Entrada de lápiz 112">
                <a:extLst>
                  <a:ext uri="{FF2B5EF4-FFF2-40B4-BE49-F238E27FC236}">
                    <a16:creationId xmlns:a16="http://schemas.microsoft.com/office/drawing/2014/main" id="{7AB33A3D-7514-4D08-AEEA-0F1AFAC8C703}"/>
                  </a:ext>
                </a:extLst>
              </p14:cNvPr>
              <p14:cNvContentPartPr/>
              <p14:nvPr/>
            </p14:nvContentPartPr>
            <p14:xfrm>
              <a:off x="6205351" y="2412279"/>
              <a:ext cx="139680" cy="110520"/>
            </p14:xfrm>
          </p:contentPart>
        </mc:Choice>
        <mc:Fallback>
          <p:pic>
            <p:nvPicPr>
              <p:cNvPr id="113" name="Entrada de lápiz 112">
                <a:extLst>
                  <a:ext uri="{FF2B5EF4-FFF2-40B4-BE49-F238E27FC236}">
                    <a16:creationId xmlns:a16="http://schemas.microsoft.com/office/drawing/2014/main" id="{7AB33A3D-7514-4D08-AEEA-0F1AFAC8C70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94551" y="2401479"/>
                <a:ext cx="16092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4" name="Entrada de lápiz 113">
                <a:extLst>
                  <a:ext uri="{FF2B5EF4-FFF2-40B4-BE49-F238E27FC236}">
                    <a16:creationId xmlns:a16="http://schemas.microsoft.com/office/drawing/2014/main" id="{55AF6FB0-156B-8742-B4E6-EFE0635415D4}"/>
                  </a:ext>
                </a:extLst>
              </p14:cNvPr>
              <p14:cNvContentPartPr/>
              <p14:nvPr/>
            </p14:nvContentPartPr>
            <p14:xfrm>
              <a:off x="6345031" y="2387079"/>
              <a:ext cx="125280" cy="120600"/>
            </p14:xfrm>
          </p:contentPart>
        </mc:Choice>
        <mc:Fallback>
          <p:pic>
            <p:nvPicPr>
              <p:cNvPr id="114" name="Entrada de lápiz 113">
                <a:extLst>
                  <a:ext uri="{FF2B5EF4-FFF2-40B4-BE49-F238E27FC236}">
                    <a16:creationId xmlns:a16="http://schemas.microsoft.com/office/drawing/2014/main" id="{55AF6FB0-156B-8742-B4E6-EFE0635415D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34200" y="2376279"/>
                <a:ext cx="146581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5" name="Entrada de lápiz 114">
                <a:extLst>
                  <a:ext uri="{FF2B5EF4-FFF2-40B4-BE49-F238E27FC236}">
                    <a16:creationId xmlns:a16="http://schemas.microsoft.com/office/drawing/2014/main" id="{325218A0-E095-610B-A4FE-5DFD9E0A8169}"/>
                  </a:ext>
                </a:extLst>
              </p14:cNvPr>
              <p14:cNvContentPartPr/>
              <p14:nvPr/>
            </p14:nvContentPartPr>
            <p14:xfrm>
              <a:off x="6530071" y="2427399"/>
              <a:ext cx="205920" cy="55440"/>
            </p14:xfrm>
          </p:contentPart>
        </mc:Choice>
        <mc:Fallback>
          <p:pic>
            <p:nvPicPr>
              <p:cNvPr id="115" name="Entrada de lápiz 114">
                <a:extLst>
                  <a:ext uri="{FF2B5EF4-FFF2-40B4-BE49-F238E27FC236}">
                    <a16:creationId xmlns:a16="http://schemas.microsoft.com/office/drawing/2014/main" id="{325218A0-E095-610B-A4FE-5DFD9E0A816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19271" y="2416669"/>
                <a:ext cx="227160" cy="765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6" name="Entrada de lápiz 115">
                <a:extLst>
                  <a:ext uri="{FF2B5EF4-FFF2-40B4-BE49-F238E27FC236}">
                    <a16:creationId xmlns:a16="http://schemas.microsoft.com/office/drawing/2014/main" id="{5D4A4C22-C98C-C230-0FCF-A38188890844}"/>
                  </a:ext>
                </a:extLst>
              </p14:cNvPr>
              <p14:cNvContentPartPr/>
              <p14:nvPr/>
            </p14:nvContentPartPr>
            <p14:xfrm>
              <a:off x="6800791" y="2266839"/>
              <a:ext cx="110520" cy="221040"/>
            </p14:xfrm>
          </p:contentPart>
        </mc:Choice>
        <mc:Fallback>
          <p:pic>
            <p:nvPicPr>
              <p:cNvPr id="116" name="Entrada de lápiz 115">
                <a:extLst>
                  <a:ext uri="{FF2B5EF4-FFF2-40B4-BE49-F238E27FC236}">
                    <a16:creationId xmlns:a16="http://schemas.microsoft.com/office/drawing/2014/main" id="{5D4A4C22-C98C-C230-0FCF-A3818889084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90026" y="2256021"/>
                <a:ext cx="131691" cy="2423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17" name="Entrada de lápiz 116">
                <a:extLst>
                  <a:ext uri="{FF2B5EF4-FFF2-40B4-BE49-F238E27FC236}">
                    <a16:creationId xmlns:a16="http://schemas.microsoft.com/office/drawing/2014/main" id="{8317EE77-7BE6-3748-6EA6-9A26BD235D28}"/>
                  </a:ext>
                </a:extLst>
              </p14:cNvPr>
              <p14:cNvContentPartPr/>
              <p14:nvPr/>
            </p14:nvContentPartPr>
            <p14:xfrm>
              <a:off x="6981151" y="2321919"/>
              <a:ext cx="185760" cy="170640"/>
            </p14:xfrm>
          </p:contentPart>
        </mc:Choice>
        <mc:Fallback>
          <p:pic>
            <p:nvPicPr>
              <p:cNvPr id="117" name="Entrada de lápiz 116">
                <a:extLst>
                  <a:ext uri="{FF2B5EF4-FFF2-40B4-BE49-F238E27FC236}">
                    <a16:creationId xmlns:a16="http://schemas.microsoft.com/office/drawing/2014/main" id="{8317EE77-7BE6-3748-6EA6-9A26BD235D2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970372" y="2311119"/>
                <a:ext cx="206959" cy="19188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Imagen 8">
            <a:extLst>
              <a:ext uri="{FF2B5EF4-FFF2-40B4-BE49-F238E27FC236}">
                <a16:creationId xmlns:a16="http://schemas.microsoft.com/office/drawing/2014/main" id="{DC76461F-1363-C0E3-03A3-EB43A6B9B2E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52622" y="3636609"/>
            <a:ext cx="3689190" cy="2954691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1F8746D-5235-0031-99CC-5561C40607F6}"/>
              </a:ext>
            </a:extLst>
          </p:cNvPr>
          <p:cNvSpPr txBox="1"/>
          <p:nvPr/>
        </p:nvSpPr>
        <p:spPr>
          <a:xfrm flipH="1">
            <a:off x="9723118" y="4735831"/>
            <a:ext cx="18910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Como se ve se ha creado </a:t>
            </a:r>
          </a:p>
          <a:p>
            <a:r>
              <a:rPr lang="es-ES" dirty="0">
                <a:solidFill>
                  <a:schemeClr val="accent2"/>
                </a:solidFill>
              </a:rPr>
              <a:t>Nueva BBDD</a:t>
            </a:r>
          </a:p>
        </p:txBody>
      </p:sp>
    </p:spTree>
    <p:extLst>
      <p:ext uri="{BB962C8B-B14F-4D97-AF65-F5344CB8AC3E}">
        <p14:creationId xmlns:p14="http://schemas.microsoft.com/office/powerpoint/2010/main" val="607156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/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214588" y="1279364"/>
            <a:ext cx="11536653" cy="3735318"/>
          </a:xfrm>
          <a:prstGeom prst="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5) PREGUNTA </a:t>
            </a:r>
            <a:r>
              <a:rPr lang="es-ES" b="1">
                <a:solidFill>
                  <a:srgbClr val="FF0000"/>
                </a:solidFill>
                <a:latin typeface="Calibri"/>
                <a:ea typeface="Calibri" panose="020F0502020204030204" pitchFamily="34" charset="0"/>
                <a:cs typeface="Times New Roman"/>
              </a:rPr>
              <a:t>(2 puntos): 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definir un </a:t>
            </a: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procedimiento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sobre la base de datos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classicmodels</a:t>
            </a: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con las siguientes características:</a:t>
            </a:r>
          </a:p>
          <a:p>
            <a:pPr marL="742950" lvl="1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El procedimiento se debe llamar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Cruzar_Info_Empleado_Oficina</a:t>
            </a:r>
            <a:r>
              <a:rPr lang="es-ES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()</a:t>
            </a:r>
          </a:p>
          <a:p>
            <a:pPr marL="742950" lvl="1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Debe cruzar las tablas de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employees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y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offices</a:t>
            </a:r>
            <a:endParaRPr lang="es-ES" b="1" i="1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Debe tener como parámetros de entrada el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employeeNumber</a:t>
            </a:r>
            <a:endParaRPr lang="es-ES" b="1" i="1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Como parámetros de salida: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employeeNumber</a:t>
            </a:r>
            <a:r>
              <a:rPr lang="es-ES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,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firstName</a:t>
            </a:r>
            <a:r>
              <a:rPr lang="es-ES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,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LastName</a:t>
            </a:r>
            <a:r>
              <a:rPr lang="es-ES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, email,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JobTitle</a:t>
            </a:r>
            <a:r>
              <a:rPr lang="es-ES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,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city</a:t>
            </a:r>
            <a:r>
              <a:rPr lang="es-ES" b="1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, country</a:t>
            </a:r>
          </a:p>
          <a:p>
            <a:pPr marL="742950" lvl="1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fr-FR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Al </a:t>
            </a:r>
            <a:r>
              <a:rPr lang="fr-FR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procedimiento</a:t>
            </a:r>
            <a:r>
              <a:rPr lang="fr-FR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</a:t>
            </a:r>
            <a:r>
              <a:rPr lang="fr-FR" b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debe</a:t>
            </a:r>
            <a:r>
              <a:rPr lang="fr-FR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</a:t>
            </a:r>
            <a:r>
              <a:rPr lang="fr-FR" b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realizar</a:t>
            </a:r>
            <a:r>
              <a:rPr lang="fr-FR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las </a:t>
            </a:r>
            <a:r>
              <a:rPr lang="fr-FR" b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siguientes</a:t>
            </a:r>
            <a:r>
              <a:rPr lang="fr-FR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</a:t>
            </a:r>
            <a:r>
              <a:rPr lang="fr-FR" b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funciones</a:t>
            </a:r>
            <a:r>
              <a:rPr lang="fr-FR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:</a:t>
            </a:r>
          </a:p>
          <a:p>
            <a:pPr marL="1200150" lvl="2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fr-FR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Se le </a:t>
            </a:r>
            <a:r>
              <a:rPr lang="fr-FR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pasa</a:t>
            </a:r>
            <a:r>
              <a:rPr lang="fr-FR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un </a:t>
            </a:r>
            <a:r>
              <a:rPr lang="fr-FR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employeeNumber</a:t>
            </a:r>
            <a:r>
              <a:rPr lang="fr-FR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(</a:t>
            </a:r>
            <a:r>
              <a:rPr lang="fr-FR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p.e</a:t>
            </a:r>
            <a:r>
              <a:rPr lang="fr-FR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. 1002)</a:t>
            </a:r>
          </a:p>
          <a:p>
            <a:pPr marL="1200150" lvl="2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fr-FR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Debe</a:t>
            </a:r>
            <a:r>
              <a:rPr lang="fr-FR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</a:t>
            </a:r>
            <a:r>
              <a:rPr lang="fr-FR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devolver</a:t>
            </a:r>
            <a:r>
              <a:rPr lang="fr-FR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de </a:t>
            </a:r>
            <a:r>
              <a:rPr lang="fr-FR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ese</a:t>
            </a:r>
            <a:r>
              <a:rPr lang="fr-FR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</a:t>
            </a:r>
            <a:r>
              <a:rPr lang="fr-FR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empleado</a:t>
            </a:r>
            <a:r>
              <a:rPr lang="fr-FR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el </a:t>
            </a:r>
            <a:r>
              <a:rPr lang="es-ES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employeeNumber</a:t>
            </a:r>
            <a:r>
              <a:rPr lang="es-ES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, </a:t>
            </a:r>
            <a:r>
              <a:rPr lang="es-ES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firstName</a:t>
            </a:r>
            <a:r>
              <a:rPr lang="es-ES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, </a:t>
            </a:r>
            <a:r>
              <a:rPr lang="es-ES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LastName</a:t>
            </a:r>
            <a:r>
              <a:rPr lang="es-ES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, email, </a:t>
            </a:r>
            <a:r>
              <a:rPr lang="es-ES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JobTitle</a:t>
            </a:r>
            <a:endParaRPr lang="es-ES" i="1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/>
            </a:endParaRPr>
          </a:p>
          <a:p>
            <a:pPr marL="1200150" lvl="2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De ese mismo empleado los datos de </a:t>
            </a:r>
            <a:r>
              <a:rPr lang="es-ES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city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y </a:t>
            </a:r>
            <a:r>
              <a:rPr lang="es-ES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country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de la oficina que le corresponde</a:t>
            </a:r>
          </a:p>
          <a:p>
            <a:pPr marL="742950" lvl="1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Mostrar algunos ejemplos de ejecución con varios </a:t>
            </a:r>
            <a:r>
              <a:rPr lang="es-ES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employeeNumber</a:t>
            </a:r>
            <a:r>
              <a:rPr lang="es-ES" i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.</a:t>
            </a:r>
            <a:endParaRPr lang="es-ES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214588" y="827489"/>
            <a:ext cx="11536653" cy="3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Procedimientos Almacenados</a:t>
            </a:r>
            <a:endParaRPr lang="es-ES">
              <a:solidFill>
                <a:srgbClr val="004A99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86">
            <a:extLst>
              <a:ext uri="{FF2B5EF4-FFF2-40B4-BE49-F238E27FC236}">
                <a16:creationId xmlns:a16="http://schemas.microsoft.com/office/drawing/2014/main" id="{C1D9F011-92F6-63EF-1C20-AEE1113AD300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41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9D427-85DD-6E61-936C-82C1B1650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>
            <a:extLst>
              <a:ext uri="{FF2B5EF4-FFF2-40B4-BE49-F238E27FC236}">
                <a16:creationId xmlns:a16="http://schemas.microsoft.com/office/drawing/2014/main" id="{8A17DDD0-35ED-0985-E8DA-5BD7E5A1C4CB}"/>
              </a:ext>
            </a:extLst>
          </p:cNvPr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034581FC-9CAB-1148-382B-8FD5B0451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5" name="CuadroTexto 86">
            <a:extLst>
              <a:ext uri="{FF2B5EF4-FFF2-40B4-BE49-F238E27FC236}">
                <a16:creationId xmlns:a16="http://schemas.microsoft.com/office/drawing/2014/main" id="{109066D3-26F4-3D64-2006-86D639742045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01BED95-7793-F701-009C-9890C41D1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1099573"/>
            <a:ext cx="11548872" cy="504979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9EA17C2-E9C0-E05F-0F2A-3919D9459CF4}"/>
              </a:ext>
            </a:extLst>
          </p:cNvPr>
          <p:cNvSpPr txBox="1"/>
          <p:nvPr/>
        </p:nvSpPr>
        <p:spPr>
          <a:xfrm>
            <a:off x="2890029" y="2444750"/>
            <a:ext cx="6432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Ponemos como in solo el </a:t>
            </a:r>
            <a:r>
              <a:rPr lang="es-ES" dirty="0" err="1">
                <a:solidFill>
                  <a:schemeClr val="accent2"/>
                </a:solidFill>
              </a:rPr>
              <a:t>employee</a:t>
            </a:r>
            <a:r>
              <a:rPr lang="es-ES" dirty="0">
                <a:solidFill>
                  <a:schemeClr val="accent2"/>
                </a:solidFill>
              </a:rPr>
              <a:t> </a:t>
            </a:r>
            <a:r>
              <a:rPr lang="es-ES" dirty="0" err="1">
                <a:solidFill>
                  <a:schemeClr val="accent2"/>
                </a:solidFill>
              </a:rPr>
              <a:t>number</a:t>
            </a:r>
            <a:r>
              <a:rPr lang="es-ES" dirty="0">
                <a:solidFill>
                  <a:schemeClr val="accent2"/>
                </a:solidFill>
              </a:rPr>
              <a:t> y </a:t>
            </a:r>
            <a:r>
              <a:rPr lang="es-ES" dirty="0" err="1">
                <a:solidFill>
                  <a:schemeClr val="accent2"/>
                </a:solidFill>
              </a:rPr>
              <a:t>out</a:t>
            </a:r>
            <a:r>
              <a:rPr lang="es-ES" dirty="0">
                <a:solidFill>
                  <a:schemeClr val="accent2"/>
                </a:solidFill>
              </a:rPr>
              <a:t> el resto de </a:t>
            </a:r>
            <a:r>
              <a:rPr lang="es-ES" dirty="0" err="1">
                <a:solidFill>
                  <a:schemeClr val="accent2"/>
                </a:solidFill>
              </a:rPr>
              <a:t>parametros</a:t>
            </a:r>
            <a:endParaRPr lang="es-E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5799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/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5" name="CuadroTexto 86">
            <a:extLst>
              <a:ext uri="{FF2B5EF4-FFF2-40B4-BE49-F238E27FC236}">
                <a16:creationId xmlns:a16="http://schemas.microsoft.com/office/drawing/2014/main" id="{C1D9F011-92F6-63EF-1C20-AEE1113AD300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5F7723C6-8B2E-4B57-804F-5A29C3B65E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" y="768900"/>
            <a:ext cx="12192000" cy="23545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D3CED479-550F-4F5F-9F17-76F677AC7208}"/>
                  </a:ext>
                </a:extLst>
              </p14:cNvPr>
              <p14:cNvContentPartPr/>
              <p14:nvPr/>
            </p14:nvContentPartPr>
            <p14:xfrm>
              <a:off x="8893903" y="1211533"/>
              <a:ext cx="314640" cy="35856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D3CED479-550F-4F5F-9F17-76F677AC72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83103" y="1200744"/>
                <a:ext cx="335880" cy="3797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244CCEE2-9942-BFBF-6AB7-2AFABD856C50}"/>
                  </a:ext>
                </a:extLst>
              </p14:cNvPr>
              <p14:cNvContentPartPr/>
              <p14:nvPr/>
            </p14:nvContentPartPr>
            <p14:xfrm>
              <a:off x="10955983" y="1155013"/>
              <a:ext cx="968760" cy="35856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244CCEE2-9942-BFBF-6AB7-2AFABD856C5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945179" y="1144224"/>
                <a:ext cx="990008" cy="3797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F7F99ABD-F7B8-C74F-63B7-EF8867FA3D6B}"/>
                  </a:ext>
                </a:extLst>
              </p14:cNvPr>
              <p14:cNvContentPartPr/>
              <p14:nvPr/>
            </p14:nvContentPartPr>
            <p14:xfrm>
              <a:off x="9415903" y="1125493"/>
              <a:ext cx="1345680" cy="65556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F7F99ABD-F7B8-C74F-63B7-EF8867FA3D6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405106" y="1114693"/>
                <a:ext cx="1366914" cy="67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6985AB4E-0A73-B7F9-2396-3B8E0DB8A6D9}"/>
                  </a:ext>
                </a:extLst>
              </p14:cNvPr>
              <p14:cNvContentPartPr/>
              <p14:nvPr/>
            </p14:nvContentPartPr>
            <p14:xfrm>
              <a:off x="6775303" y="1293253"/>
              <a:ext cx="1936080" cy="42480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6985AB4E-0A73-B7F9-2396-3B8E0DB8A6D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64503" y="1282462"/>
                <a:ext cx="1957320" cy="4460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B23E4807-9536-ACDB-A283-0A84CF883AD3}"/>
                  </a:ext>
                </a:extLst>
              </p14:cNvPr>
              <p14:cNvContentPartPr/>
              <p14:nvPr/>
            </p14:nvContentPartPr>
            <p14:xfrm>
              <a:off x="6800503" y="1658653"/>
              <a:ext cx="163800" cy="213480"/>
            </p14:xfrm>
          </p:contentPart>
        </mc:Choice>
        <mc:Fallback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B23E4807-9536-ACDB-A283-0A84CF883AD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89703" y="1647853"/>
                <a:ext cx="18504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18B7FE1E-D0AD-B2B7-A6B6-95006C61E049}"/>
                  </a:ext>
                </a:extLst>
              </p14:cNvPr>
              <p14:cNvContentPartPr/>
              <p14:nvPr/>
            </p14:nvContentPartPr>
            <p14:xfrm>
              <a:off x="8221423" y="1689253"/>
              <a:ext cx="427680" cy="22644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18B7FE1E-D0AD-B2B7-A6B6-95006C61E04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210632" y="1678453"/>
                <a:ext cx="448902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72E65DF9-8CAF-989F-B9E6-C130D0FB2EFD}"/>
                  </a:ext>
                </a:extLst>
              </p14:cNvPr>
              <p14:cNvContentPartPr/>
              <p14:nvPr/>
            </p14:nvContentPartPr>
            <p14:xfrm>
              <a:off x="7133503" y="1615813"/>
              <a:ext cx="874440" cy="43308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72E65DF9-8CAF-989F-B9E6-C130D0FB2EF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122699" y="1605004"/>
                <a:ext cx="895689" cy="454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65DFB29E-62FC-9B82-60BB-9A5C48354630}"/>
                  </a:ext>
                </a:extLst>
              </p14:cNvPr>
              <p14:cNvContentPartPr/>
              <p14:nvPr/>
            </p14:nvContentPartPr>
            <p14:xfrm>
              <a:off x="6133783" y="1689973"/>
              <a:ext cx="497160" cy="339120"/>
            </p14:xfrm>
          </p:contentPart>
        </mc:Choice>
        <mc:Fallback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65DFB29E-62FC-9B82-60BB-9A5C4835463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22983" y="1679173"/>
                <a:ext cx="518400" cy="3603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6BB10387-CC3B-FFD6-E666-A051B8A6D9C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459" y="3141213"/>
            <a:ext cx="10264034" cy="37478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E52F28D7-948D-49BB-7659-437618BCEAFA}"/>
                  </a:ext>
                </a:extLst>
              </p14:cNvPr>
              <p14:cNvContentPartPr/>
              <p14:nvPr/>
            </p14:nvContentPartPr>
            <p14:xfrm>
              <a:off x="8593903" y="2871320"/>
              <a:ext cx="314640" cy="35856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E52F28D7-948D-49BB-7659-437618BCEAF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83103" y="2860531"/>
                <a:ext cx="335880" cy="3797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90907274-DC1B-FDCE-7BE6-2F041B5575D0}"/>
                  </a:ext>
                </a:extLst>
              </p14:cNvPr>
              <p14:cNvContentPartPr/>
              <p14:nvPr/>
            </p14:nvContentPartPr>
            <p14:xfrm>
              <a:off x="10655983" y="2814800"/>
              <a:ext cx="968760" cy="35856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90907274-DC1B-FDCE-7BE6-2F041B5575D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645179" y="2804011"/>
                <a:ext cx="990008" cy="3797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9F5DCBCF-E958-CCDE-8C26-7FE1148AC050}"/>
                  </a:ext>
                </a:extLst>
              </p14:cNvPr>
              <p14:cNvContentPartPr/>
              <p14:nvPr/>
            </p14:nvContentPartPr>
            <p14:xfrm>
              <a:off x="9115903" y="2785280"/>
              <a:ext cx="1345680" cy="65556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9F5DCBCF-E958-CCDE-8C26-7FE1148AC05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05106" y="2774480"/>
                <a:ext cx="1366914" cy="67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44418D77-A63F-F44D-A093-C827B9056DFE}"/>
                  </a:ext>
                </a:extLst>
              </p14:cNvPr>
              <p14:cNvContentPartPr/>
              <p14:nvPr/>
            </p14:nvContentPartPr>
            <p14:xfrm>
              <a:off x="6475303" y="2953040"/>
              <a:ext cx="1936080" cy="42480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44418D77-A63F-F44D-A093-C827B9056DF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64503" y="2942249"/>
                <a:ext cx="1957320" cy="4460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3BBAFE36-74AF-F549-EAE5-C235B7ED9A80}"/>
                  </a:ext>
                </a:extLst>
              </p14:cNvPr>
              <p14:cNvContentPartPr/>
              <p14:nvPr/>
            </p14:nvContentPartPr>
            <p14:xfrm>
              <a:off x="6500503" y="3318440"/>
              <a:ext cx="163800" cy="21348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3BBAFE36-74AF-F549-EAE5-C235B7ED9A8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89703" y="3307640"/>
                <a:ext cx="18504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2B51C075-4D70-9CD3-DEFA-D9C0793BB2F3}"/>
                  </a:ext>
                </a:extLst>
              </p14:cNvPr>
              <p14:cNvContentPartPr/>
              <p14:nvPr/>
            </p14:nvContentPartPr>
            <p14:xfrm>
              <a:off x="6833503" y="3275600"/>
              <a:ext cx="874440" cy="43308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2B51C075-4D70-9CD3-DEFA-D9C0793BB2F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822699" y="3264791"/>
                <a:ext cx="895689" cy="454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614D1DBD-5B52-CC01-E3CB-A184F528B2E8}"/>
                  </a:ext>
                </a:extLst>
              </p14:cNvPr>
              <p14:cNvContentPartPr/>
              <p14:nvPr/>
            </p14:nvContentPartPr>
            <p14:xfrm>
              <a:off x="5833783" y="3349760"/>
              <a:ext cx="497160" cy="33912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614D1DBD-5B52-CC01-E3CB-A184F528B2E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822983" y="3338960"/>
                <a:ext cx="518400" cy="36036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CuadroTexto 14">
            <a:extLst>
              <a:ext uri="{FF2B5EF4-FFF2-40B4-BE49-F238E27FC236}">
                <a16:creationId xmlns:a16="http://schemas.microsoft.com/office/drawing/2014/main" id="{187B343D-80EF-9D47-1F33-14AA70965C2A}"/>
              </a:ext>
            </a:extLst>
          </p:cNvPr>
          <p:cNvSpPr txBox="1"/>
          <p:nvPr/>
        </p:nvSpPr>
        <p:spPr>
          <a:xfrm>
            <a:off x="7739767" y="3283880"/>
            <a:ext cx="91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1102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1740D994-FA66-E6CF-7E31-C879E0016CC9}"/>
                  </a:ext>
                </a:extLst>
              </p14:cNvPr>
              <p14:cNvContentPartPr/>
              <p14:nvPr/>
            </p14:nvContentPartPr>
            <p14:xfrm>
              <a:off x="8466903" y="4801480"/>
              <a:ext cx="314640" cy="35856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1740D994-FA66-E6CF-7E31-C879E0016CC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56103" y="4790691"/>
                <a:ext cx="335880" cy="3797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66BA091B-C7C7-58E8-EDE7-81D47E6BC301}"/>
                  </a:ext>
                </a:extLst>
              </p14:cNvPr>
              <p14:cNvContentPartPr/>
              <p14:nvPr/>
            </p14:nvContentPartPr>
            <p14:xfrm>
              <a:off x="10528983" y="4744960"/>
              <a:ext cx="968760" cy="35856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66BA091B-C7C7-58E8-EDE7-81D47E6BC30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518179" y="4734171"/>
                <a:ext cx="990008" cy="3797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B905FAE4-4888-8623-D973-037DBD9EA794}"/>
                  </a:ext>
                </a:extLst>
              </p14:cNvPr>
              <p14:cNvContentPartPr/>
              <p14:nvPr/>
            </p14:nvContentPartPr>
            <p14:xfrm>
              <a:off x="8988903" y="4715440"/>
              <a:ext cx="1345680" cy="65556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B905FAE4-4888-8623-D973-037DBD9EA79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78106" y="4704640"/>
                <a:ext cx="1366914" cy="67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297D4449-5DB9-AB1C-4307-B311E8ABC06C}"/>
                  </a:ext>
                </a:extLst>
              </p14:cNvPr>
              <p14:cNvContentPartPr/>
              <p14:nvPr/>
            </p14:nvContentPartPr>
            <p14:xfrm>
              <a:off x="6348303" y="4883200"/>
              <a:ext cx="1936080" cy="42480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297D4449-5DB9-AB1C-4307-B311E8ABC06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37503" y="4872409"/>
                <a:ext cx="1957320" cy="4460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52C2B164-137E-4CB1-5934-0498246CBC4A}"/>
                  </a:ext>
                </a:extLst>
              </p14:cNvPr>
              <p14:cNvContentPartPr/>
              <p14:nvPr/>
            </p14:nvContentPartPr>
            <p14:xfrm>
              <a:off x="6373503" y="5248600"/>
              <a:ext cx="163800" cy="21348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52C2B164-137E-4CB1-5934-0498246CBC4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62703" y="5237800"/>
                <a:ext cx="18504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193A1A57-4E47-54E7-71F4-F2E733E013E1}"/>
                  </a:ext>
                </a:extLst>
              </p14:cNvPr>
              <p14:cNvContentPartPr/>
              <p14:nvPr/>
            </p14:nvContentPartPr>
            <p14:xfrm>
              <a:off x="6706503" y="5205760"/>
              <a:ext cx="874440" cy="43308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193A1A57-4E47-54E7-71F4-F2E733E013E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695699" y="5194951"/>
                <a:ext cx="895689" cy="454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5DBFC61F-5350-CD84-AFC0-0DB6B61E9759}"/>
                  </a:ext>
                </a:extLst>
              </p14:cNvPr>
              <p14:cNvContentPartPr/>
              <p14:nvPr/>
            </p14:nvContentPartPr>
            <p14:xfrm>
              <a:off x="5706783" y="5279920"/>
              <a:ext cx="497160" cy="33912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5DBFC61F-5350-CD84-AFC0-0DB6B61E975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695983" y="5269120"/>
                <a:ext cx="518400" cy="36036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CuadroTexto 22">
            <a:extLst>
              <a:ext uri="{FF2B5EF4-FFF2-40B4-BE49-F238E27FC236}">
                <a16:creationId xmlns:a16="http://schemas.microsoft.com/office/drawing/2014/main" id="{97623D35-3E0E-D8BF-52D9-188869F49E04}"/>
              </a:ext>
            </a:extLst>
          </p:cNvPr>
          <p:cNvSpPr txBox="1"/>
          <p:nvPr/>
        </p:nvSpPr>
        <p:spPr>
          <a:xfrm>
            <a:off x="7612767" y="5214040"/>
            <a:ext cx="91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1621</a:t>
            </a:r>
          </a:p>
        </p:txBody>
      </p:sp>
    </p:spTree>
    <p:extLst>
      <p:ext uri="{BB962C8B-B14F-4D97-AF65-F5344CB8AC3E}">
        <p14:creationId xmlns:p14="http://schemas.microsoft.com/office/powerpoint/2010/main" val="3101159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/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214588" y="1279364"/>
            <a:ext cx="11536653" cy="4404988"/>
          </a:xfrm>
          <a:prstGeom prst="rect">
            <a:avLst/>
          </a:prstGeom>
          <a:solidFill>
            <a:srgbClr val="F2F2F2"/>
          </a:solidFill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6) PREGUNTA </a:t>
            </a:r>
            <a:r>
              <a:rPr lang="es-ES" b="1">
                <a:solidFill>
                  <a:srgbClr val="FF0000"/>
                </a:solidFill>
                <a:latin typeface="Calibri"/>
                <a:ea typeface="Calibri" panose="020F0502020204030204" pitchFamily="34" charset="0"/>
                <a:cs typeface="Times New Roman"/>
              </a:rPr>
              <a:t>(2 puntos): 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definir un </a:t>
            </a:r>
            <a:r>
              <a:rPr lang="es-ES" b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trigger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sobre la base de datos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university</a:t>
            </a: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con las siguientes características:</a:t>
            </a:r>
          </a:p>
          <a:p>
            <a:pPr marL="742950" lvl="1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Se debe llamar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Actualizacion_Presupuesto</a:t>
            </a:r>
            <a:endParaRPr lang="es-ES" b="1" i="1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Se ejecute sobre la tabla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department</a:t>
            </a:r>
            <a:endParaRPr lang="es-ES" b="1" i="1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Antes de una operación de </a:t>
            </a: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UPDATE</a:t>
            </a:r>
          </a:p>
          <a:p>
            <a:pPr marL="742950" lvl="1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Cuando se actualice el campo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budget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(presupuesto) debe realizar las siguientes operaciones:</a:t>
            </a:r>
          </a:p>
          <a:p>
            <a:pPr marL="1200150" lvl="2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El </a:t>
            </a:r>
            <a:r>
              <a:rPr lang="es-ES" b="1" i="1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buget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 que se introduzca </a:t>
            </a: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debe incrementarse un 5% 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gracias a los ayudas del gobierno.</a:t>
            </a:r>
          </a:p>
          <a:p>
            <a:pPr marL="1200150" lvl="2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Según sea el nuevo presupuesto una vez incrementado el 5%, debe descontarse los impuestos que son:</a:t>
            </a:r>
          </a:p>
          <a:p>
            <a:pPr marL="1657350" lvl="3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Si el nuevo presupuesto </a:t>
            </a: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es menor de 80.000€ descontar 150€</a:t>
            </a:r>
          </a:p>
          <a:p>
            <a:pPr marL="1657350" lvl="3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En cualquier otro caso, descontar 325€</a:t>
            </a:r>
          </a:p>
          <a:p>
            <a:pPr marL="742950" lvl="1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Haga varias operaciones UPDATE  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en la tabla indicada y </a:t>
            </a:r>
            <a:r>
              <a:rPr lang="es-ES" b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compruebe que se han guardo los datos correctamente 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teniendo en cuanta las operaciones que hace el </a:t>
            </a:r>
            <a:r>
              <a:rPr lang="es-ES" err="1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trigger</a:t>
            </a:r>
            <a:r>
              <a:rPr lang="es-ES">
                <a:solidFill>
                  <a:srgbClr val="004A99"/>
                </a:solidFill>
                <a:latin typeface="Calibri"/>
                <a:ea typeface="Calibri" panose="020F0502020204030204" pitchFamily="34" charset="0"/>
                <a:cs typeface="Times New Roman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363845" algn="r"/>
              </a:tabLst>
            </a:pPr>
            <a:endParaRPr lang="es-ES">
              <a:solidFill>
                <a:srgbClr val="004A99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214588" y="827489"/>
            <a:ext cx="11536653" cy="3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600"/>
              </a:spcAft>
              <a:tabLst>
                <a:tab pos="5363845" algn="r"/>
              </a:tabLst>
            </a:pPr>
            <a:r>
              <a:rPr lang="es-ES" b="1">
                <a:solidFill>
                  <a:srgbClr val="004A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Procedimientos Almacenados: </a:t>
            </a:r>
            <a:r>
              <a:rPr lang="es-ES" b="1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Triggers</a:t>
            </a:r>
            <a:endParaRPr lang="es-ES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86">
            <a:extLst>
              <a:ext uri="{FF2B5EF4-FFF2-40B4-BE49-F238E27FC236}">
                <a16:creationId xmlns:a16="http://schemas.microsoft.com/office/drawing/2014/main" id="{C1D9F011-92F6-63EF-1C20-AEE1113AD300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015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/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5" name="CuadroTexto 86">
            <a:extLst>
              <a:ext uri="{FF2B5EF4-FFF2-40B4-BE49-F238E27FC236}">
                <a16:creationId xmlns:a16="http://schemas.microsoft.com/office/drawing/2014/main" id="{C1D9F011-92F6-63EF-1C20-AEE1113AD300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481EDAD-E720-E7AC-BFE4-98DCF1E24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011" y="914400"/>
            <a:ext cx="5393047" cy="575149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4BB1A2B-C9F7-9A03-D650-B795958EC0A8}"/>
              </a:ext>
            </a:extLst>
          </p:cNvPr>
          <p:cNvSpPr txBox="1"/>
          <p:nvPr/>
        </p:nvSpPr>
        <p:spPr>
          <a:xfrm>
            <a:off x="6287944" y="3105834"/>
            <a:ext cx="5003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Primero multiplicamos por 1.05 y luego restamos la</a:t>
            </a:r>
          </a:p>
          <a:p>
            <a:r>
              <a:rPr lang="es-ES" dirty="0">
                <a:solidFill>
                  <a:schemeClr val="accent2"/>
                </a:solidFill>
              </a:rPr>
              <a:t>cantidad adecuado en función del nuevo valor</a:t>
            </a:r>
          </a:p>
        </p:txBody>
      </p:sp>
    </p:spTree>
    <p:extLst>
      <p:ext uri="{BB962C8B-B14F-4D97-AF65-F5344CB8AC3E}">
        <p14:creationId xmlns:p14="http://schemas.microsoft.com/office/powerpoint/2010/main" val="7816603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F2BA-60E1-DF99-7FA9-44F601B00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5">
            <a:extLst>
              <a:ext uri="{FF2B5EF4-FFF2-40B4-BE49-F238E27FC236}">
                <a16:creationId xmlns:a16="http://schemas.microsoft.com/office/drawing/2014/main" id="{A2BB3FAA-4F9D-3EDC-1C42-FC9F113FB766}"/>
              </a:ext>
            </a:extLst>
          </p:cNvPr>
          <p:cNvSpPr/>
          <p:nvPr/>
        </p:nvSpPr>
        <p:spPr>
          <a:xfrm rot="10799991">
            <a:off x="-458" y="-476"/>
            <a:ext cx="12191996" cy="751627"/>
          </a:xfrm>
          <a:prstGeom prst="rect">
            <a:avLst/>
          </a:prstGeom>
          <a:gradFill>
            <a:gsLst>
              <a:gs pos="0">
                <a:srgbClr val="003E7B"/>
              </a:gs>
              <a:gs pos="100000">
                <a:srgbClr val="005DB2"/>
              </a:gs>
            </a:gsLst>
            <a:lin ang="5400000"/>
          </a:gra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10CF9B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3A02F9BD-6860-49C1-801C-A7626507FC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56" y="141564"/>
            <a:ext cx="1639887" cy="428287"/>
          </a:xfrm>
          <a:prstGeom prst="rect">
            <a:avLst/>
          </a:prstGeom>
        </p:spPr>
      </p:pic>
      <p:sp>
        <p:nvSpPr>
          <p:cNvPr id="5" name="CuadroTexto 86">
            <a:extLst>
              <a:ext uri="{FF2B5EF4-FFF2-40B4-BE49-F238E27FC236}">
                <a16:creationId xmlns:a16="http://schemas.microsoft.com/office/drawing/2014/main" id="{12113C74-6506-A5BA-2A7F-C63CAC07069A}"/>
              </a:ext>
            </a:extLst>
          </p:cNvPr>
          <p:cNvSpPr txBox="1"/>
          <p:nvPr/>
        </p:nvSpPr>
        <p:spPr>
          <a:xfrm>
            <a:off x="99165" y="94097"/>
            <a:ext cx="12014278" cy="52322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Práctica 2:</a:t>
            </a:r>
            <a:r>
              <a:rPr lang="es-ES" sz="2400" kern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240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Acceso BD con Python, Administración y Procedimientos Almacenados</a:t>
            </a:r>
            <a:endParaRPr lang="es-ES" sz="2400" b="0" i="0" u="none" strike="noStrike" kern="1200" cap="none" spc="0" baseline="0">
              <a:solidFill>
                <a:srgbClr val="FFFFFF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Imagen 2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42192BA0-C2EB-8F78-31A7-1A53BB87AD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1" y="1181446"/>
            <a:ext cx="12192000" cy="16687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6C333FA7-27FF-6ABD-CFB7-80508DD03E4C}"/>
                  </a:ext>
                </a:extLst>
              </p14:cNvPr>
              <p14:cNvContentPartPr/>
              <p14:nvPr/>
            </p14:nvContentPartPr>
            <p14:xfrm>
              <a:off x="4936652" y="1292725"/>
              <a:ext cx="221040" cy="1836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6C333FA7-27FF-6ABD-CFB7-80508DD03E4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25852" y="1281925"/>
                <a:ext cx="2422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DDD88A9B-D237-EE4A-49D6-D582E948993D}"/>
                  </a:ext>
                </a:extLst>
              </p14:cNvPr>
              <p14:cNvContentPartPr/>
              <p14:nvPr/>
            </p14:nvContentPartPr>
            <p14:xfrm>
              <a:off x="5116652" y="1243045"/>
              <a:ext cx="117000" cy="10404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DDD88A9B-D237-EE4A-49D6-D582E948993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05852" y="1232245"/>
                <a:ext cx="1382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FCD7EF32-5C77-74E4-43C0-AA2C393B3769}"/>
                  </a:ext>
                </a:extLst>
              </p14:cNvPr>
              <p14:cNvContentPartPr/>
              <p14:nvPr/>
            </p14:nvContentPartPr>
            <p14:xfrm>
              <a:off x="5409692" y="1126765"/>
              <a:ext cx="3482280" cy="40824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FCD7EF32-5C77-74E4-43C0-AA2C393B376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98892" y="1115965"/>
                <a:ext cx="350352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08ABBE82-0A04-7014-C092-75DE41C8AE6E}"/>
                  </a:ext>
                </a:extLst>
              </p14:cNvPr>
              <p14:cNvContentPartPr/>
              <p14:nvPr/>
            </p14:nvContentPartPr>
            <p14:xfrm>
              <a:off x="8957508" y="1121040"/>
              <a:ext cx="1880280" cy="408240"/>
            </p14:xfrm>
          </p:contentPart>
        </mc:Choice>
        <mc:Fallback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08ABBE82-0A04-7014-C092-75DE41C8AE6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946706" y="1110230"/>
                <a:ext cx="1901524" cy="4294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A0F59137-20F6-F33C-201F-2D8728324BCF}"/>
                  </a:ext>
                </a:extLst>
              </p14:cNvPr>
              <p14:cNvContentPartPr/>
              <p14:nvPr/>
            </p14:nvContentPartPr>
            <p14:xfrm>
              <a:off x="1042366" y="2122675"/>
              <a:ext cx="2119680" cy="311760"/>
            </p14:xfrm>
          </p:contentPart>
        </mc:Choice>
        <mc:Fallback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A0F59137-20F6-F33C-201F-2D8728324BC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31566" y="2111863"/>
                <a:ext cx="2140920" cy="3330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9D0364FF-C83B-D554-D7EF-E7B57368F331}"/>
                  </a:ext>
                </a:extLst>
              </p14:cNvPr>
              <p14:cNvContentPartPr/>
              <p14:nvPr/>
            </p14:nvContentPartPr>
            <p14:xfrm>
              <a:off x="3363646" y="2246515"/>
              <a:ext cx="86760" cy="200520"/>
            </p14:xfrm>
          </p:contentPart>
        </mc:Choice>
        <mc:Fallback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9D0364FF-C83B-D554-D7EF-E7B57368F33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352891" y="2235715"/>
                <a:ext cx="107912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68" name="Entrada de lápiz 67">
                <a:extLst>
                  <a:ext uri="{FF2B5EF4-FFF2-40B4-BE49-F238E27FC236}">
                    <a16:creationId xmlns:a16="http://schemas.microsoft.com/office/drawing/2014/main" id="{3850EBAF-A470-E89E-8A8E-7DF0E70E9ED9}"/>
                  </a:ext>
                </a:extLst>
              </p14:cNvPr>
              <p14:cNvContentPartPr/>
              <p14:nvPr/>
            </p14:nvContentPartPr>
            <p14:xfrm>
              <a:off x="3487126" y="2209435"/>
              <a:ext cx="161280" cy="103320"/>
            </p14:xfrm>
          </p:contentPart>
        </mc:Choice>
        <mc:Fallback>
          <p:pic>
            <p:nvPicPr>
              <p:cNvPr id="68" name="Entrada de lápiz 67">
                <a:extLst>
                  <a:ext uri="{FF2B5EF4-FFF2-40B4-BE49-F238E27FC236}">
                    <a16:creationId xmlns:a16="http://schemas.microsoft.com/office/drawing/2014/main" id="{3850EBAF-A470-E89E-8A8E-7DF0E70E9ED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476326" y="2198672"/>
                <a:ext cx="182520" cy="1244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6E6F6DCB-C983-ABB5-EF45-88F29BBE962D}"/>
                  </a:ext>
                </a:extLst>
              </p14:cNvPr>
              <p14:cNvContentPartPr/>
              <p14:nvPr/>
            </p14:nvContentPartPr>
            <p14:xfrm>
              <a:off x="3656326" y="2217715"/>
              <a:ext cx="66240" cy="91080"/>
            </p14:xfrm>
          </p:contentPart>
        </mc:Choice>
        <mc:Fallback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6E6F6DCB-C983-ABB5-EF45-88F29BBE962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45584" y="2206915"/>
                <a:ext cx="87365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F53958C0-1BED-5F24-CFD9-9268462BD84F}"/>
                  </a:ext>
                </a:extLst>
              </p14:cNvPr>
              <p14:cNvContentPartPr/>
              <p14:nvPr/>
            </p14:nvContentPartPr>
            <p14:xfrm>
              <a:off x="3780133" y="2180630"/>
              <a:ext cx="57960" cy="86040"/>
            </p14:xfrm>
          </p:contentPart>
        </mc:Choice>
        <mc:Fallback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F53958C0-1BED-5F24-CFD9-9268462BD84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769333" y="2169830"/>
                <a:ext cx="7920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77" name="Entrada de lápiz 76">
                <a:extLst>
                  <a:ext uri="{FF2B5EF4-FFF2-40B4-BE49-F238E27FC236}">
                    <a16:creationId xmlns:a16="http://schemas.microsoft.com/office/drawing/2014/main" id="{DA3B3C80-7F7F-9E01-3394-AD79C5B4DB8A}"/>
                  </a:ext>
                </a:extLst>
              </p14:cNvPr>
              <p14:cNvContentPartPr/>
              <p14:nvPr/>
            </p14:nvContentPartPr>
            <p14:xfrm>
              <a:off x="3883093" y="2019350"/>
              <a:ext cx="528120" cy="406800"/>
            </p14:xfrm>
          </p:contentPart>
        </mc:Choice>
        <mc:Fallback>
          <p:pic>
            <p:nvPicPr>
              <p:cNvPr id="77" name="Entrada de lápiz 76">
                <a:extLst>
                  <a:ext uri="{FF2B5EF4-FFF2-40B4-BE49-F238E27FC236}">
                    <a16:creationId xmlns:a16="http://schemas.microsoft.com/office/drawing/2014/main" id="{DA3B3C80-7F7F-9E01-3394-AD79C5B4DB8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872293" y="2008550"/>
                <a:ext cx="54936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C260CD32-7C2A-C190-7405-2D95D7F07DF0}"/>
                  </a:ext>
                </a:extLst>
              </p14:cNvPr>
              <p14:cNvContentPartPr/>
              <p14:nvPr/>
            </p14:nvContentPartPr>
            <p14:xfrm>
              <a:off x="7605379" y="1955685"/>
              <a:ext cx="763200" cy="204480"/>
            </p14:xfrm>
          </p:contentPart>
        </mc:Choice>
        <mc:Fallback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C260CD32-7C2A-C190-7405-2D95D7F07DF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594574" y="1944904"/>
                <a:ext cx="784450" cy="2256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96" name="Entrada de lápiz 95">
                <a:extLst>
                  <a:ext uri="{FF2B5EF4-FFF2-40B4-BE49-F238E27FC236}">
                    <a16:creationId xmlns:a16="http://schemas.microsoft.com/office/drawing/2014/main" id="{63BE4C0D-4C9D-672D-57E4-248EE529AD22}"/>
                  </a:ext>
                </a:extLst>
              </p14:cNvPr>
              <p14:cNvContentPartPr/>
              <p14:nvPr/>
            </p14:nvContentPartPr>
            <p14:xfrm>
              <a:off x="6319213" y="1896230"/>
              <a:ext cx="989280" cy="313200"/>
            </p14:xfrm>
          </p:contentPart>
        </mc:Choice>
        <mc:Fallback>
          <p:pic>
            <p:nvPicPr>
              <p:cNvPr id="96" name="Entrada de lápiz 95">
                <a:extLst>
                  <a:ext uri="{FF2B5EF4-FFF2-40B4-BE49-F238E27FC236}">
                    <a16:creationId xmlns:a16="http://schemas.microsoft.com/office/drawing/2014/main" id="{63BE4C0D-4C9D-672D-57E4-248EE529AD2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308413" y="1885442"/>
                <a:ext cx="1010520" cy="3344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CABFB296-683D-7D5C-1C27-857F891A5224}"/>
                  </a:ext>
                </a:extLst>
              </p14:cNvPr>
              <p14:cNvContentPartPr/>
              <p14:nvPr/>
            </p14:nvContentPartPr>
            <p14:xfrm>
              <a:off x="5923573" y="1997390"/>
              <a:ext cx="181800" cy="22068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CABFB296-683D-7D5C-1C27-857F891A522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912752" y="1986590"/>
                <a:ext cx="203082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98" name="Entrada de lápiz 97">
                <a:extLst>
                  <a:ext uri="{FF2B5EF4-FFF2-40B4-BE49-F238E27FC236}">
                    <a16:creationId xmlns:a16="http://schemas.microsoft.com/office/drawing/2014/main" id="{BFC6FCC6-4FA1-DF4A-2A8F-43E4E37A350E}"/>
                  </a:ext>
                </a:extLst>
              </p14:cNvPr>
              <p14:cNvContentPartPr/>
              <p14:nvPr/>
            </p14:nvContentPartPr>
            <p14:xfrm>
              <a:off x="4662133" y="2028350"/>
              <a:ext cx="1014480" cy="383400"/>
            </p14:xfrm>
          </p:contentPart>
        </mc:Choice>
        <mc:Fallback>
          <p:pic>
            <p:nvPicPr>
              <p:cNvPr id="98" name="Entrada de lápiz 97">
                <a:extLst>
                  <a:ext uri="{FF2B5EF4-FFF2-40B4-BE49-F238E27FC236}">
                    <a16:creationId xmlns:a16="http://schemas.microsoft.com/office/drawing/2014/main" id="{BFC6FCC6-4FA1-DF4A-2A8F-43E4E37A350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651329" y="2017540"/>
                <a:ext cx="1035728" cy="40466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Imagen 8">
            <a:extLst>
              <a:ext uri="{FF2B5EF4-FFF2-40B4-BE49-F238E27FC236}">
                <a16:creationId xmlns:a16="http://schemas.microsoft.com/office/drawing/2014/main" id="{1DE0D29A-3D5E-8332-A330-DB1E97FFD3B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9165" y="3915295"/>
            <a:ext cx="6976792" cy="217450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1C723DD-5580-28BB-B79B-24ABDE346903}"/>
              </a:ext>
            </a:extLst>
          </p:cNvPr>
          <p:cNvSpPr txBox="1"/>
          <p:nvPr/>
        </p:nvSpPr>
        <p:spPr>
          <a:xfrm>
            <a:off x="356616" y="3240668"/>
            <a:ext cx="422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75000 * 1.05 – 150 = 78600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0FBE0E7-3769-7C63-D478-472BFC9987C4}"/>
              </a:ext>
            </a:extLst>
          </p:cNvPr>
          <p:cNvSpPr txBox="1"/>
          <p:nvPr/>
        </p:nvSpPr>
        <p:spPr>
          <a:xfrm>
            <a:off x="356616" y="6210429"/>
            <a:ext cx="422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/>
                </a:solidFill>
              </a:rPr>
              <a:t>80000 * 1.05 – 325 = 83675</a:t>
            </a:r>
          </a:p>
        </p:txBody>
      </p:sp>
    </p:spTree>
    <p:extLst>
      <p:ext uri="{BB962C8B-B14F-4D97-AF65-F5344CB8AC3E}">
        <p14:creationId xmlns:p14="http://schemas.microsoft.com/office/powerpoint/2010/main" val="28454941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3"/>
          <p:cNvSpPr/>
          <p:nvPr/>
        </p:nvSpPr>
        <p:spPr>
          <a:xfrm rot="5400013">
            <a:off x="2667003" y="-2667004"/>
            <a:ext cx="6858000" cy="12191987"/>
          </a:xfrm>
          <a:prstGeom prst="rect">
            <a:avLst/>
          </a:prstGeom>
          <a:solidFill>
            <a:srgbClr val="004A99"/>
          </a:solidFill>
          <a:ln w="12701" cap="flat">
            <a:solidFill>
              <a:srgbClr val="085091"/>
            </a:solidFill>
            <a:prstDash val="solid"/>
            <a:miter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>
              <a:solidFill>
                <a:srgbClr val="10CF9B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286" y="2135948"/>
            <a:ext cx="4575433" cy="119495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39" y="4070759"/>
            <a:ext cx="3600450" cy="260032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321" y="5099459"/>
            <a:ext cx="3714750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7242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_Color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_Color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d41d4a2-b28d-4385-9202-e6c64820f5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490AF0C0774848BC95FC6CFC5346B3" ma:contentTypeVersion="9" ma:contentTypeDescription="Create a new document." ma:contentTypeScope="" ma:versionID="ecd3f09bf78581b65ce3e69c1e4d48e2">
  <xsd:schema xmlns:xsd="http://www.w3.org/2001/XMLSchema" xmlns:xs="http://www.w3.org/2001/XMLSchema" xmlns:p="http://schemas.microsoft.com/office/2006/metadata/properties" xmlns:ns3="2d41d4a2-b28d-4385-9202-e6c64820f575" xmlns:ns4="dce77f91-df2a-48e6-91dd-f11d1b370a19" targetNamespace="http://schemas.microsoft.com/office/2006/metadata/properties" ma:root="true" ma:fieldsID="229713434fddd0e64d7f3b2446919e63" ns3:_="" ns4:_="">
    <xsd:import namespace="2d41d4a2-b28d-4385-9202-e6c64820f575"/>
    <xsd:import namespace="dce77f91-df2a-48e6-91dd-f11d1b370a1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41d4a2-b28d-4385-9202-e6c64820f5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e77f91-df2a-48e6-91dd-f11d1b370a1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B28374-E613-48C6-8B53-D86DA6A40830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dce77f91-df2a-48e6-91dd-f11d1b370a19"/>
    <ds:schemaRef ds:uri="2d41d4a2-b28d-4385-9202-e6c64820f57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23FC5F5-9D39-472B-B74F-849157B7E1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7C26A9-AC6A-4DD1-8E2C-8CC5C207C415}">
  <ds:schemaRefs>
    <ds:schemaRef ds:uri="2d41d4a2-b28d-4385-9202-e6c64820f575"/>
    <ds:schemaRef ds:uri="dce77f91-df2a-48e6-91dd-f11d1b370a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1810</Words>
  <Application>Microsoft Office PowerPoint</Application>
  <PresentationFormat>Panorámica</PresentationFormat>
  <Paragraphs>155</Paragraphs>
  <Slides>29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29</vt:i4>
      </vt:variant>
    </vt:vector>
  </HeadingPairs>
  <TitlesOfParts>
    <vt:vector size="37" baseType="lpstr">
      <vt:lpstr>Arial</vt:lpstr>
      <vt:lpstr>Calibri</vt:lpstr>
      <vt:lpstr>Rockwell Nova</vt:lpstr>
      <vt:lpstr>Tahoma</vt:lpstr>
      <vt:lpstr>Wingdings</vt:lpstr>
      <vt:lpstr>Tema_Colores</vt:lpstr>
      <vt:lpstr>1_Tema_Colores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Rafael</dc:creator>
  <cp:lastModifiedBy>Víctor Manuel Peiró Martínez</cp:lastModifiedBy>
  <cp:revision>1</cp:revision>
  <cp:lastPrinted>2019-05-11T11:16:09Z</cp:lastPrinted>
  <dcterms:created xsi:type="dcterms:W3CDTF">2019-01-27T21:38:12Z</dcterms:created>
  <dcterms:modified xsi:type="dcterms:W3CDTF">2025-04-27T21:52:03Z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0x01010096490AF0C0774848BC95FC6CFC5346B3</vt:lpwstr>
  </property>
</Properties>
</file>