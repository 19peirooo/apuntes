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50"/>
  </p:notesMasterIdLst>
  <p:sldIdLst>
    <p:sldId id="259" r:id="rId2"/>
    <p:sldId id="260" r:id="rId3"/>
    <p:sldId id="306" r:id="rId4"/>
    <p:sldId id="261" r:id="rId5"/>
    <p:sldId id="262" r:id="rId6"/>
    <p:sldId id="263" r:id="rId7"/>
    <p:sldId id="264" r:id="rId8"/>
    <p:sldId id="265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307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43" autoAdjust="0"/>
    <p:restoredTop sz="95211" autoAdjust="0"/>
  </p:normalViewPr>
  <p:slideViewPr>
    <p:cSldViewPr>
      <p:cViewPr varScale="1">
        <p:scale>
          <a:sx n="113" d="100"/>
          <a:sy n="113" d="100"/>
        </p:scale>
        <p:origin x="113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315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Fernandez" userId="4c6e7b83-2491-4138-819f-8a03ba2c3ce0" providerId="ADAL" clId="{E71A0D5B-08E7-4FE8-A3B2-14CD0D97247F}"/>
    <pc:docChg chg="modSld">
      <pc:chgData name="Jorge Fernandez" userId="4c6e7b83-2491-4138-819f-8a03ba2c3ce0" providerId="ADAL" clId="{E71A0D5B-08E7-4FE8-A3B2-14CD0D97247F}" dt="2025-03-12T08:43:05.508" v="3" actId="20577"/>
      <pc:docMkLst>
        <pc:docMk/>
      </pc:docMkLst>
      <pc:sldChg chg="modSp mod">
        <pc:chgData name="Jorge Fernandez" userId="4c6e7b83-2491-4138-819f-8a03ba2c3ce0" providerId="ADAL" clId="{E71A0D5B-08E7-4FE8-A3B2-14CD0D97247F}" dt="2025-03-12T08:43:05.508" v="3" actId="20577"/>
        <pc:sldMkLst>
          <pc:docMk/>
          <pc:sldMk cId="3369892711" sldId="259"/>
        </pc:sldMkLst>
        <pc:spChg chg="mod">
          <ac:chgData name="Jorge Fernandez" userId="4c6e7b83-2491-4138-819f-8a03ba2c3ce0" providerId="ADAL" clId="{E71A0D5B-08E7-4FE8-A3B2-14CD0D97247F}" dt="2025-03-12T08:43:05.508" v="3" actId="20577"/>
          <ac:spMkLst>
            <pc:docMk/>
            <pc:sldMk cId="3369892711" sldId="259"/>
            <ac:spMk id="5" creationId="{00000000-0000-0000-0000-000000000000}"/>
          </ac:spMkLst>
        </pc:spChg>
      </pc:sldChg>
    </pc:docChg>
  </pc:docChgLst>
  <pc:docChgLst>
    <pc:chgData name="Jorge Fernandez" userId="4c6e7b83-2491-4138-819f-8a03ba2c3ce0" providerId="ADAL" clId="{CE2F62C3-3CCC-47E1-845E-B552D16675D4}"/>
    <pc:docChg chg="undo custSel addSld delSld modSld sldOrd">
      <pc:chgData name="Jorge Fernandez" userId="4c6e7b83-2491-4138-819f-8a03ba2c3ce0" providerId="ADAL" clId="{CE2F62C3-3CCC-47E1-845E-B552D16675D4}" dt="2024-02-29T13:44:21.270" v="5117" actId="1076"/>
      <pc:docMkLst>
        <pc:docMk/>
      </pc:docMkLst>
      <pc:sldChg chg="addSp delSp modSp new mod">
        <pc:chgData name="Jorge Fernandez" userId="4c6e7b83-2491-4138-819f-8a03ba2c3ce0" providerId="ADAL" clId="{CE2F62C3-3CCC-47E1-845E-B552D16675D4}" dt="2024-02-29T12:01:16.109" v="2410" actId="114"/>
        <pc:sldMkLst>
          <pc:docMk/>
          <pc:sldMk cId="473855946" sldId="260"/>
        </pc:sldMkLst>
      </pc:sldChg>
      <pc:sldChg chg="addSp delSp modSp new mod">
        <pc:chgData name="Jorge Fernandez" userId="4c6e7b83-2491-4138-819f-8a03ba2c3ce0" providerId="ADAL" clId="{CE2F62C3-3CCC-47E1-845E-B552D16675D4}" dt="2024-02-29T11:25:02.247" v="1619" actId="1076"/>
        <pc:sldMkLst>
          <pc:docMk/>
          <pc:sldMk cId="1700557477" sldId="261"/>
        </pc:sldMkLst>
      </pc:sldChg>
      <pc:sldChg chg="addSp delSp modSp add mod">
        <pc:chgData name="Jorge Fernandez" userId="4c6e7b83-2491-4138-819f-8a03ba2c3ce0" providerId="ADAL" clId="{CE2F62C3-3CCC-47E1-845E-B552D16675D4}" dt="2024-02-29T11:28:55.448" v="1774" actId="1076"/>
        <pc:sldMkLst>
          <pc:docMk/>
          <pc:sldMk cId="3839789581" sldId="262"/>
        </pc:sldMkLst>
      </pc:sldChg>
      <pc:sldChg chg="addSp delSp modSp add mod ord">
        <pc:chgData name="Jorge Fernandez" userId="4c6e7b83-2491-4138-819f-8a03ba2c3ce0" providerId="ADAL" clId="{CE2F62C3-3CCC-47E1-845E-B552D16675D4}" dt="2024-02-29T11:49:00.618" v="1970" actId="478"/>
        <pc:sldMkLst>
          <pc:docMk/>
          <pc:sldMk cId="4176076807" sldId="263"/>
        </pc:sldMkLst>
      </pc:sldChg>
      <pc:sldChg chg="addSp delSp modSp add mod">
        <pc:chgData name="Jorge Fernandez" userId="4c6e7b83-2491-4138-819f-8a03ba2c3ce0" providerId="ADAL" clId="{CE2F62C3-3CCC-47E1-845E-B552D16675D4}" dt="2024-02-20T11:47:58.384" v="157" actId="1076"/>
        <pc:sldMkLst>
          <pc:docMk/>
          <pc:sldMk cId="2608832849" sldId="264"/>
        </pc:sldMkLst>
      </pc:sldChg>
      <pc:sldChg chg="addSp delSp modSp add mod">
        <pc:chgData name="Jorge Fernandez" userId="4c6e7b83-2491-4138-819f-8a03ba2c3ce0" providerId="ADAL" clId="{CE2F62C3-3CCC-47E1-845E-B552D16675D4}" dt="2024-02-29T12:00:04.131" v="2363" actId="1076"/>
        <pc:sldMkLst>
          <pc:docMk/>
          <pc:sldMk cId="1389840620" sldId="265"/>
        </pc:sldMkLst>
      </pc:sldChg>
      <pc:sldChg chg="add del">
        <pc:chgData name="Jorge Fernandez" userId="4c6e7b83-2491-4138-819f-8a03ba2c3ce0" providerId="ADAL" clId="{CE2F62C3-3CCC-47E1-845E-B552D16675D4}" dt="2024-02-29T12:00:33.512" v="2364" actId="47"/>
        <pc:sldMkLst>
          <pc:docMk/>
          <pc:sldMk cId="3823004089" sldId="266"/>
        </pc:sldMkLst>
      </pc:sldChg>
      <pc:sldChg chg="addSp delSp modSp add mod ord">
        <pc:chgData name="Jorge Fernandez" userId="4c6e7b83-2491-4138-819f-8a03ba2c3ce0" providerId="ADAL" clId="{CE2F62C3-3CCC-47E1-845E-B552D16675D4}" dt="2024-02-29T12:08:03.682" v="2578" actId="20577"/>
        <pc:sldMkLst>
          <pc:docMk/>
          <pc:sldMk cId="595816788" sldId="267"/>
        </pc:sldMkLst>
      </pc:sldChg>
      <pc:sldChg chg="addSp delSp modSp add mod ord">
        <pc:chgData name="Jorge Fernandez" userId="4c6e7b83-2491-4138-819f-8a03ba2c3ce0" providerId="ADAL" clId="{CE2F62C3-3CCC-47E1-845E-B552D16675D4}" dt="2024-02-20T11:56:41.769" v="276" actId="478"/>
        <pc:sldMkLst>
          <pc:docMk/>
          <pc:sldMk cId="2586488181" sldId="268"/>
        </pc:sldMkLst>
      </pc:sldChg>
      <pc:sldChg chg="addSp delSp modSp add mod">
        <pc:chgData name="Jorge Fernandez" userId="4c6e7b83-2491-4138-819f-8a03ba2c3ce0" providerId="ADAL" clId="{CE2F62C3-3CCC-47E1-845E-B552D16675D4}" dt="2024-02-29T12:20:58.201" v="2831" actId="1076"/>
        <pc:sldMkLst>
          <pc:docMk/>
          <pc:sldMk cId="3777436100" sldId="269"/>
        </pc:sldMkLst>
      </pc:sldChg>
      <pc:sldChg chg="addSp delSp modSp add mod">
        <pc:chgData name="Jorge Fernandez" userId="4c6e7b83-2491-4138-819f-8a03ba2c3ce0" providerId="ADAL" clId="{CE2F62C3-3CCC-47E1-845E-B552D16675D4}" dt="2024-02-29T12:29:28.483" v="2977" actId="478"/>
        <pc:sldMkLst>
          <pc:docMk/>
          <pc:sldMk cId="2072807743" sldId="270"/>
        </pc:sldMkLst>
      </pc:sldChg>
      <pc:sldChg chg="addSp delSp modSp add mod">
        <pc:chgData name="Jorge Fernandez" userId="4c6e7b83-2491-4138-819f-8a03ba2c3ce0" providerId="ADAL" clId="{CE2F62C3-3CCC-47E1-845E-B552D16675D4}" dt="2024-02-29T12:34:21.851" v="3164" actId="1076"/>
        <pc:sldMkLst>
          <pc:docMk/>
          <pc:sldMk cId="374789804" sldId="271"/>
        </pc:sldMkLst>
      </pc:sldChg>
      <pc:sldChg chg="addSp delSp modSp add mod ord">
        <pc:chgData name="Jorge Fernandez" userId="4c6e7b83-2491-4138-819f-8a03ba2c3ce0" providerId="ADAL" clId="{CE2F62C3-3CCC-47E1-845E-B552D16675D4}" dt="2024-02-20T12:07:24.048" v="409" actId="1076"/>
        <pc:sldMkLst>
          <pc:docMk/>
          <pc:sldMk cId="3453541026" sldId="272"/>
        </pc:sldMkLst>
      </pc:sldChg>
      <pc:sldChg chg="addSp delSp modSp add mod">
        <pc:chgData name="Jorge Fernandez" userId="4c6e7b83-2491-4138-819f-8a03ba2c3ce0" providerId="ADAL" clId="{CE2F62C3-3CCC-47E1-845E-B552D16675D4}" dt="2024-02-20T12:08:11.284" v="418" actId="14100"/>
        <pc:sldMkLst>
          <pc:docMk/>
          <pc:sldMk cId="780788947" sldId="273"/>
        </pc:sldMkLst>
      </pc:sldChg>
      <pc:sldChg chg="addSp delSp modSp add mod ord">
        <pc:chgData name="Jorge Fernandez" userId="4c6e7b83-2491-4138-819f-8a03ba2c3ce0" providerId="ADAL" clId="{CE2F62C3-3CCC-47E1-845E-B552D16675D4}" dt="2024-02-29T12:37:16.209" v="3167" actId="1076"/>
        <pc:sldMkLst>
          <pc:docMk/>
          <pc:sldMk cId="3389375861" sldId="274"/>
        </pc:sldMkLst>
      </pc:sldChg>
      <pc:sldChg chg="addSp delSp modSp add mod ord">
        <pc:chgData name="Jorge Fernandez" userId="4c6e7b83-2491-4138-819f-8a03ba2c3ce0" providerId="ADAL" clId="{CE2F62C3-3CCC-47E1-845E-B552D16675D4}" dt="2024-02-29T12:41:54.317" v="3318" actId="1076"/>
        <pc:sldMkLst>
          <pc:docMk/>
          <pc:sldMk cId="2600535819" sldId="275"/>
        </pc:sldMkLst>
      </pc:sldChg>
      <pc:sldChg chg="addSp delSp modSp add mod ord">
        <pc:chgData name="Jorge Fernandez" userId="4c6e7b83-2491-4138-819f-8a03ba2c3ce0" providerId="ADAL" clId="{CE2F62C3-3CCC-47E1-845E-B552D16675D4}" dt="2024-02-20T12:10:52.542" v="448" actId="1076"/>
        <pc:sldMkLst>
          <pc:docMk/>
          <pc:sldMk cId="3449852149" sldId="276"/>
        </pc:sldMkLst>
      </pc:sldChg>
      <pc:sldChg chg="addSp delSp modSp add mod ord">
        <pc:chgData name="Jorge Fernandez" userId="4c6e7b83-2491-4138-819f-8a03ba2c3ce0" providerId="ADAL" clId="{CE2F62C3-3CCC-47E1-845E-B552D16675D4}" dt="2024-02-29T12:50:09.545" v="3556" actId="478"/>
        <pc:sldMkLst>
          <pc:docMk/>
          <pc:sldMk cId="1380450056" sldId="277"/>
        </pc:sldMkLst>
      </pc:sldChg>
      <pc:sldChg chg="addSp delSp modSp add mod ord">
        <pc:chgData name="Jorge Fernandez" userId="4c6e7b83-2491-4138-819f-8a03ba2c3ce0" providerId="ADAL" clId="{CE2F62C3-3CCC-47E1-845E-B552D16675D4}" dt="2024-02-20T12:15:49.692" v="506" actId="1076"/>
        <pc:sldMkLst>
          <pc:docMk/>
          <pc:sldMk cId="323524091" sldId="278"/>
        </pc:sldMkLst>
      </pc:sldChg>
      <pc:sldChg chg="addSp delSp modSp add mod">
        <pc:chgData name="Jorge Fernandez" userId="4c6e7b83-2491-4138-819f-8a03ba2c3ce0" providerId="ADAL" clId="{CE2F62C3-3CCC-47E1-845E-B552D16675D4}" dt="2024-02-20T12:17:01.358" v="515" actId="1076"/>
        <pc:sldMkLst>
          <pc:docMk/>
          <pc:sldMk cId="1812630015" sldId="279"/>
        </pc:sldMkLst>
      </pc:sldChg>
      <pc:sldChg chg="addSp delSp modSp add del mod ord">
        <pc:chgData name="Jorge Fernandez" userId="4c6e7b83-2491-4138-819f-8a03ba2c3ce0" providerId="ADAL" clId="{CE2F62C3-3CCC-47E1-845E-B552D16675D4}" dt="2024-02-29T12:53:22.630" v="3666" actId="20577"/>
        <pc:sldMkLst>
          <pc:docMk/>
          <pc:sldMk cId="2300549810" sldId="280"/>
        </pc:sldMkLst>
      </pc:sldChg>
      <pc:sldChg chg="addSp delSp modSp add mod">
        <pc:chgData name="Jorge Fernandez" userId="4c6e7b83-2491-4138-819f-8a03ba2c3ce0" providerId="ADAL" clId="{CE2F62C3-3CCC-47E1-845E-B552D16675D4}" dt="2024-02-29T13:00:14.105" v="3929" actId="1076"/>
        <pc:sldMkLst>
          <pc:docMk/>
          <pc:sldMk cId="2154370778" sldId="281"/>
        </pc:sldMkLst>
      </pc:sldChg>
      <pc:sldChg chg="addSp delSp modSp add mod ord">
        <pc:chgData name="Jorge Fernandez" userId="4c6e7b83-2491-4138-819f-8a03ba2c3ce0" providerId="ADAL" clId="{CE2F62C3-3CCC-47E1-845E-B552D16675D4}" dt="2024-02-29T13:05:24.275" v="3998" actId="478"/>
        <pc:sldMkLst>
          <pc:docMk/>
          <pc:sldMk cId="423830642" sldId="282"/>
        </pc:sldMkLst>
      </pc:sldChg>
      <pc:sldChg chg="addSp delSp modSp add mod ord">
        <pc:chgData name="Jorge Fernandez" userId="4c6e7b83-2491-4138-819f-8a03ba2c3ce0" providerId="ADAL" clId="{CE2F62C3-3CCC-47E1-845E-B552D16675D4}" dt="2024-02-29T13:11:04.175" v="4127" actId="478"/>
        <pc:sldMkLst>
          <pc:docMk/>
          <pc:sldMk cId="532004260" sldId="283"/>
        </pc:sldMkLst>
      </pc:sldChg>
      <pc:sldChg chg="addSp delSp modSp add mod ord">
        <pc:chgData name="Jorge Fernandez" userId="4c6e7b83-2491-4138-819f-8a03ba2c3ce0" providerId="ADAL" clId="{CE2F62C3-3CCC-47E1-845E-B552D16675D4}" dt="2024-02-29T13:11:11.588" v="4128" actId="1076"/>
        <pc:sldMkLst>
          <pc:docMk/>
          <pc:sldMk cId="1375126254" sldId="284"/>
        </pc:sldMkLst>
      </pc:sldChg>
      <pc:sldChg chg="addSp delSp modSp add mod">
        <pc:chgData name="Jorge Fernandez" userId="4c6e7b83-2491-4138-819f-8a03ba2c3ce0" providerId="ADAL" clId="{CE2F62C3-3CCC-47E1-845E-B552D16675D4}" dt="2024-02-29T13:22:09.002" v="4618" actId="1076"/>
        <pc:sldMkLst>
          <pc:docMk/>
          <pc:sldMk cId="1773240421" sldId="285"/>
        </pc:sldMkLst>
      </pc:sldChg>
      <pc:sldChg chg="addSp delSp modSp add mod ord">
        <pc:chgData name="Jorge Fernandez" userId="4c6e7b83-2491-4138-819f-8a03ba2c3ce0" providerId="ADAL" clId="{CE2F62C3-3CCC-47E1-845E-B552D16675D4}" dt="2024-02-29T13:25:32.707" v="4736" actId="1035"/>
        <pc:sldMkLst>
          <pc:docMk/>
          <pc:sldMk cId="1570643817" sldId="286"/>
        </pc:sldMkLst>
      </pc:sldChg>
      <pc:sldChg chg="addSp delSp modSp add mod">
        <pc:chgData name="Jorge Fernandez" userId="4c6e7b83-2491-4138-819f-8a03ba2c3ce0" providerId="ADAL" clId="{CE2F62C3-3CCC-47E1-845E-B552D16675D4}" dt="2024-02-29T13:27:13.788" v="4813" actId="1076"/>
        <pc:sldMkLst>
          <pc:docMk/>
          <pc:sldMk cId="3046442956" sldId="287"/>
        </pc:sldMkLst>
      </pc:sldChg>
      <pc:sldChg chg="addSp delSp modSp add mod">
        <pc:chgData name="Jorge Fernandez" userId="4c6e7b83-2491-4138-819f-8a03ba2c3ce0" providerId="ADAL" clId="{CE2F62C3-3CCC-47E1-845E-B552D16675D4}" dt="2024-02-29T13:27:31.585" v="4818" actId="1076"/>
        <pc:sldMkLst>
          <pc:docMk/>
          <pc:sldMk cId="2957334722" sldId="288"/>
        </pc:sldMkLst>
      </pc:sldChg>
      <pc:sldChg chg="addSp delSp modSp add mod">
        <pc:chgData name="Jorge Fernandez" userId="4c6e7b83-2491-4138-819f-8a03ba2c3ce0" providerId="ADAL" clId="{CE2F62C3-3CCC-47E1-845E-B552D16675D4}" dt="2024-02-29T13:27:59.797" v="4821" actId="1076"/>
        <pc:sldMkLst>
          <pc:docMk/>
          <pc:sldMk cId="1658990834" sldId="289"/>
        </pc:sldMkLst>
      </pc:sldChg>
      <pc:sldChg chg="addSp delSp modSp add mod">
        <pc:chgData name="Jorge Fernandez" userId="4c6e7b83-2491-4138-819f-8a03ba2c3ce0" providerId="ADAL" clId="{CE2F62C3-3CCC-47E1-845E-B552D16675D4}" dt="2024-02-29T13:28:39.023" v="4823" actId="1076"/>
        <pc:sldMkLst>
          <pc:docMk/>
          <pc:sldMk cId="1223434631" sldId="290"/>
        </pc:sldMkLst>
      </pc:sldChg>
      <pc:sldChg chg="addSp delSp modSp add mod">
        <pc:chgData name="Jorge Fernandez" userId="4c6e7b83-2491-4138-819f-8a03ba2c3ce0" providerId="ADAL" clId="{CE2F62C3-3CCC-47E1-845E-B552D16675D4}" dt="2024-02-29T13:29:51.584" v="4833" actId="1076"/>
        <pc:sldMkLst>
          <pc:docMk/>
          <pc:sldMk cId="1706911303" sldId="291"/>
        </pc:sldMkLst>
      </pc:sldChg>
      <pc:sldChg chg="addSp delSp modSp add mod ord">
        <pc:chgData name="Jorge Fernandez" userId="4c6e7b83-2491-4138-819f-8a03ba2c3ce0" providerId="ADAL" clId="{CE2F62C3-3CCC-47E1-845E-B552D16675D4}" dt="2024-02-29T13:30:35.710" v="4835" actId="1076"/>
        <pc:sldMkLst>
          <pc:docMk/>
          <pc:sldMk cId="3663709863" sldId="292"/>
        </pc:sldMkLst>
      </pc:sldChg>
      <pc:sldChg chg="addSp delSp modSp add mod">
        <pc:chgData name="Jorge Fernandez" userId="4c6e7b83-2491-4138-819f-8a03ba2c3ce0" providerId="ADAL" clId="{CE2F62C3-3CCC-47E1-845E-B552D16675D4}" dt="2024-02-29T13:31:17.893" v="4844" actId="1076"/>
        <pc:sldMkLst>
          <pc:docMk/>
          <pc:sldMk cId="3413233853" sldId="293"/>
        </pc:sldMkLst>
      </pc:sldChg>
      <pc:sldChg chg="addSp delSp modSp add mod">
        <pc:chgData name="Jorge Fernandez" userId="4c6e7b83-2491-4138-819f-8a03ba2c3ce0" providerId="ADAL" clId="{CE2F62C3-3CCC-47E1-845E-B552D16675D4}" dt="2024-02-20T14:04:57.433" v="815" actId="1076"/>
        <pc:sldMkLst>
          <pc:docMk/>
          <pc:sldMk cId="2764826484" sldId="294"/>
        </pc:sldMkLst>
      </pc:sldChg>
      <pc:sldChg chg="addSp delSp modSp add mod ord">
        <pc:chgData name="Jorge Fernandez" userId="4c6e7b83-2491-4138-819f-8a03ba2c3ce0" providerId="ADAL" clId="{CE2F62C3-3CCC-47E1-845E-B552D16675D4}" dt="2024-02-29T13:32:42.193" v="4848" actId="1076"/>
        <pc:sldMkLst>
          <pc:docMk/>
          <pc:sldMk cId="36459285" sldId="295"/>
        </pc:sldMkLst>
      </pc:sldChg>
      <pc:sldChg chg="addSp delSp modSp add mod ord">
        <pc:chgData name="Jorge Fernandez" userId="4c6e7b83-2491-4138-819f-8a03ba2c3ce0" providerId="ADAL" clId="{CE2F62C3-3CCC-47E1-845E-B552D16675D4}" dt="2024-02-29T13:33:31.287" v="4856" actId="1076"/>
        <pc:sldMkLst>
          <pc:docMk/>
          <pc:sldMk cId="680564917" sldId="296"/>
        </pc:sldMkLst>
      </pc:sldChg>
      <pc:sldChg chg="addSp delSp modSp add mod">
        <pc:chgData name="Jorge Fernandez" userId="4c6e7b83-2491-4138-819f-8a03ba2c3ce0" providerId="ADAL" clId="{CE2F62C3-3CCC-47E1-845E-B552D16675D4}" dt="2024-02-29T13:37:24.156" v="5015" actId="14100"/>
        <pc:sldMkLst>
          <pc:docMk/>
          <pc:sldMk cId="2106846864" sldId="297"/>
        </pc:sldMkLst>
      </pc:sldChg>
      <pc:sldChg chg="addSp delSp modSp add mod ord">
        <pc:chgData name="Jorge Fernandez" userId="4c6e7b83-2491-4138-819f-8a03ba2c3ce0" providerId="ADAL" clId="{CE2F62C3-3CCC-47E1-845E-B552D16675D4}" dt="2024-02-29T13:37:44.023" v="5017" actId="14100"/>
        <pc:sldMkLst>
          <pc:docMk/>
          <pc:sldMk cId="1460704672" sldId="298"/>
        </pc:sldMkLst>
      </pc:sldChg>
      <pc:sldChg chg="addSp delSp modSp add mod ord">
        <pc:chgData name="Jorge Fernandez" userId="4c6e7b83-2491-4138-819f-8a03ba2c3ce0" providerId="ADAL" clId="{CE2F62C3-3CCC-47E1-845E-B552D16675D4}" dt="2024-02-20T14:09:58.951" v="966" actId="1076"/>
        <pc:sldMkLst>
          <pc:docMk/>
          <pc:sldMk cId="3930073126" sldId="299"/>
        </pc:sldMkLst>
      </pc:sldChg>
      <pc:sldChg chg="addSp delSp modSp add mod ord">
        <pc:chgData name="Jorge Fernandez" userId="4c6e7b83-2491-4138-819f-8a03ba2c3ce0" providerId="ADAL" clId="{CE2F62C3-3CCC-47E1-845E-B552D16675D4}" dt="2024-02-29T13:41:05.976" v="5091" actId="14100"/>
        <pc:sldMkLst>
          <pc:docMk/>
          <pc:sldMk cId="1753086508" sldId="300"/>
        </pc:sldMkLst>
      </pc:sldChg>
      <pc:sldChg chg="addSp delSp modSp add mod ord">
        <pc:chgData name="Jorge Fernandez" userId="4c6e7b83-2491-4138-819f-8a03ba2c3ce0" providerId="ADAL" clId="{CE2F62C3-3CCC-47E1-845E-B552D16675D4}" dt="2024-02-29T13:41:38.540" v="5095" actId="1076"/>
        <pc:sldMkLst>
          <pc:docMk/>
          <pc:sldMk cId="2590908354" sldId="301"/>
        </pc:sldMkLst>
      </pc:sldChg>
      <pc:sldChg chg="addSp delSp modSp add mod">
        <pc:chgData name="Jorge Fernandez" userId="4c6e7b83-2491-4138-819f-8a03ba2c3ce0" providerId="ADAL" clId="{CE2F62C3-3CCC-47E1-845E-B552D16675D4}" dt="2024-02-20T14:12:41.605" v="1018" actId="1076"/>
        <pc:sldMkLst>
          <pc:docMk/>
          <pc:sldMk cId="1189194156" sldId="302"/>
        </pc:sldMkLst>
      </pc:sldChg>
      <pc:sldChg chg="addSp delSp modSp add mod ord">
        <pc:chgData name="Jorge Fernandez" userId="4c6e7b83-2491-4138-819f-8a03ba2c3ce0" providerId="ADAL" clId="{CE2F62C3-3CCC-47E1-845E-B552D16675D4}" dt="2024-02-29T13:42:47.614" v="5105" actId="14100"/>
        <pc:sldMkLst>
          <pc:docMk/>
          <pc:sldMk cId="4042117502" sldId="303"/>
        </pc:sldMkLst>
      </pc:sldChg>
      <pc:sldChg chg="addSp delSp modSp add mod ord">
        <pc:chgData name="Jorge Fernandez" userId="4c6e7b83-2491-4138-819f-8a03ba2c3ce0" providerId="ADAL" clId="{CE2F62C3-3CCC-47E1-845E-B552D16675D4}" dt="2024-02-20T14:15:24.793" v="1090" actId="1076"/>
        <pc:sldMkLst>
          <pc:docMk/>
          <pc:sldMk cId="1050461011" sldId="304"/>
        </pc:sldMkLst>
      </pc:sldChg>
      <pc:sldChg chg="addSp delSp modSp add mod">
        <pc:chgData name="Jorge Fernandez" userId="4c6e7b83-2491-4138-819f-8a03ba2c3ce0" providerId="ADAL" clId="{CE2F62C3-3CCC-47E1-845E-B552D16675D4}" dt="2024-02-29T13:44:21.270" v="5117" actId="1076"/>
        <pc:sldMkLst>
          <pc:docMk/>
          <pc:sldMk cId="3404327783" sldId="305"/>
        </pc:sldMkLst>
      </pc:sldChg>
      <pc:sldChg chg="delSp modSp add mod">
        <pc:chgData name="Jorge Fernandez" userId="4c6e7b83-2491-4138-819f-8a03ba2c3ce0" providerId="ADAL" clId="{CE2F62C3-3CCC-47E1-845E-B552D16675D4}" dt="2024-02-29T11:21:36.528" v="1527" actId="1076"/>
        <pc:sldMkLst>
          <pc:docMk/>
          <pc:sldMk cId="2661209171" sldId="306"/>
        </pc:sldMkLst>
      </pc:sldChg>
      <pc:sldChg chg="addSp delSp modSp add mod">
        <pc:chgData name="Jorge Fernandez" userId="4c6e7b83-2491-4138-819f-8a03ba2c3ce0" providerId="ADAL" clId="{CE2F62C3-3CCC-47E1-845E-B552D16675D4}" dt="2024-02-29T13:02:00.046" v="3962" actId="14100"/>
        <pc:sldMkLst>
          <pc:docMk/>
          <pc:sldMk cId="767257609" sldId="30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628EB8-949E-4A49-BCFC-D69CB43FA443}" type="datetimeFigureOut">
              <a:rPr lang="es-ES" smtClean="0"/>
              <a:t>12/03/2025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26A500-1DA6-4541-BE61-DEBA7B33047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6110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6A500-1DA6-4541-BE61-DEBA7B330470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6170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916832"/>
            <a:ext cx="7315200" cy="1944215"/>
          </a:xfrm>
        </p:spPr>
        <p:txBody>
          <a:bodyPr>
            <a:normAutofit/>
          </a:bodyPr>
          <a:lstStyle>
            <a:lvl1pPr algn="ctr">
              <a:defRPr sz="36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HAGA CLIC PARA MODIFICAR EL TÍTULO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735796" y="5013176"/>
            <a:ext cx="3672408" cy="720080"/>
          </a:xfrm>
        </p:spPr>
        <p:txBody>
          <a:bodyPr>
            <a:normAutofit/>
          </a:bodyPr>
          <a:lstStyle>
            <a:lvl1pPr marL="0" indent="0" algn="ctr">
              <a:buNone/>
              <a:defRPr sz="160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Profesor / Curso académico: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914400" y="4077072"/>
            <a:ext cx="7315200" cy="526424"/>
          </a:xfr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Métodos matemáticos para Física</a:t>
            </a:r>
          </a:p>
        </p:txBody>
      </p:sp>
      <p:pic>
        <p:nvPicPr>
          <p:cNvPr id="1026" name="Picture 2" descr="C:\Users\eva.perandones\Downloads\Logo azu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404664"/>
            <a:ext cx="3309791" cy="1242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9"/>
          <p:cNvSpPr/>
          <p:nvPr userDrawn="1"/>
        </p:nvSpPr>
        <p:spPr>
          <a:xfrm>
            <a:off x="8766050" y="31235"/>
            <a:ext cx="67955" cy="3072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0"/>
          <p:cNvSpPr/>
          <p:nvPr userDrawn="1"/>
        </p:nvSpPr>
        <p:spPr>
          <a:xfrm>
            <a:off x="8857453" y="27078"/>
            <a:ext cx="258779" cy="3113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852883"/>
            <a:ext cx="8928991" cy="588848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60032" y="31429"/>
            <a:ext cx="3600400" cy="301227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r"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/>
              <a:t>Métodos matemáticos</a:t>
            </a:r>
          </a:p>
        </p:txBody>
      </p:sp>
      <p:sp>
        <p:nvSpPr>
          <p:cNvPr id="16" name="15 Título"/>
          <p:cNvSpPr>
            <a:spLocks noGrp="1"/>
          </p:cNvSpPr>
          <p:nvPr>
            <p:ph type="title"/>
          </p:nvPr>
        </p:nvSpPr>
        <p:spPr>
          <a:xfrm>
            <a:off x="107504" y="398212"/>
            <a:ext cx="8726501" cy="394936"/>
          </a:xfrm>
        </p:spPr>
        <p:txBody>
          <a:bodyPr/>
          <a:lstStyle>
            <a:lvl1pPr>
              <a:defRPr sz="2000" b="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18" name="5 Marcador de número de diapositiva"/>
          <p:cNvSpPr txBox="1">
            <a:spLocks/>
          </p:cNvSpPr>
          <p:nvPr userDrawn="1"/>
        </p:nvSpPr>
        <p:spPr>
          <a:xfrm>
            <a:off x="8774419" y="35642"/>
            <a:ext cx="424846" cy="297901"/>
          </a:xfrm>
          <a:prstGeom prst="rect">
            <a:avLst/>
          </a:prstGeom>
        </p:spPr>
        <p:txBody>
          <a:bodyPr anchor="ctr"/>
          <a:lstStyle>
            <a:defPPr>
              <a:defRPr lang="es-ES"/>
            </a:defPPr>
            <a:lvl1pPr marL="0" algn="l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D5034FA-E3E3-464F-AB21-ECE51F6ED024}" type="slidenum">
              <a:rPr lang="es-ES" sz="1200" b="0" smtClean="0"/>
              <a:pPr algn="ctr"/>
              <a:t>‹Nº›</a:t>
            </a:fld>
            <a:endParaRPr lang="es-ES" sz="1200" b="0"/>
          </a:p>
        </p:txBody>
      </p:sp>
      <p:pic>
        <p:nvPicPr>
          <p:cNvPr id="11" name="Picture 2" descr="C:\Users\eva.perandones\Downloads\Logo azu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7" y="0"/>
            <a:ext cx="956343" cy="359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/>
          <p:cNvSpPr/>
          <p:nvPr userDrawn="1"/>
        </p:nvSpPr>
        <p:spPr>
          <a:xfrm>
            <a:off x="8435268" y="213845"/>
            <a:ext cx="86236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0"/>
          <p:cNvSpPr/>
          <p:nvPr userDrawn="1"/>
        </p:nvSpPr>
        <p:spPr>
          <a:xfrm>
            <a:off x="8569419" y="213845"/>
            <a:ext cx="576072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205178"/>
            <a:ext cx="3566160" cy="4131614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204864"/>
            <a:ext cx="3566160" cy="413402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1519" y="1268760"/>
            <a:ext cx="8605935" cy="720080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cxnSp>
        <p:nvCxnSpPr>
          <p:cNvPr id="12" name="11 Conector recto"/>
          <p:cNvCxnSpPr/>
          <p:nvPr userDrawn="1"/>
        </p:nvCxnSpPr>
        <p:spPr>
          <a:xfrm>
            <a:off x="251520" y="1988840"/>
            <a:ext cx="8605935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4487" y="476672"/>
            <a:ext cx="3600400" cy="301227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r"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/>
              <a:t>Asignatura/Tema</a:t>
            </a:r>
          </a:p>
        </p:txBody>
      </p:sp>
      <p:sp>
        <p:nvSpPr>
          <p:cNvPr id="21" name="5 Marcador de número de diapositiva"/>
          <p:cNvSpPr txBox="1">
            <a:spLocks/>
          </p:cNvSpPr>
          <p:nvPr userDrawn="1"/>
        </p:nvSpPr>
        <p:spPr>
          <a:xfrm>
            <a:off x="8532438" y="404664"/>
            <a:ext cx="596305" cy="365125"/>
          </a:xfrm>
          <a:prstGeom prst="rect">
            <a:avLst/>
          </a:prstGeom>
        </p:spPr>
        <p:txBody>
          <a:bodyPr anchor="ctr"/>
          <a:lstStyle>
            <a:defPPr>
              <a:defRPr lang="es-ES"/>
            </a:defPPr>
            <a:lvl1pPr marL="0" algn="l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D5034FA-E3E3-464F-AB21-ECE51F6ED024}" type="slidenum">
              <a:rPr lang="es-ES" sz="1400" b="0" smtClean="0"/>
              <a:pPr algn="ctr"/>
              <a:t>‹Nº›</a:t>
            </a:fld>
            <a:endParaRPr lang="es-ES" sz="1400" b="0"/>
          </a:p>
        </p:txBody>
      </p:sp>
      <p:pic>
        <p:nvPicPr>
          <p:cNvPr id="13" name="Picture 2" descr="C:\Users\eva.perandones\Downloads\Logo azu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99254"/>
            <a:ext cx="1654895" cy="62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9"/>
          <p:cNvSpPr/>
          <p:nvPr userDrawn="1"/>
        </p:nvSpPr>
        <p:spPr>
          <a:xfrm>
            <a:off x="8435268" y="213845"/>
            <a:ext cx="86236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0"/>
          <p:cNvSpPr/>
          <p:nvPr userDrawn="1"/>
        </p:nvSpPr>
        <p:spPr>
          <a:xfrm>
            <a:off x="8569419" y="213845"/>
            <a:ext cx="576072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cxnSp>
        <p:nvCxnSpPr>
          <p:cNvPr id="10" name="9 Conector recto"/>
          <p:cNvCxnSpPr/>
          <p:nvPr userDrawn="1"/>
        </p:nvCxnSpPr>
        <p:spPr>
          <a:xfrm>
            <a:off x="251520" y="1988840"/>
            <a:ext cx="8605935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4487" y="476672"/>
            <a:ext cx="3600400" cy="301227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r"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/>
              <a:t>Asignatura/Tema</a:t>
            </a:r>
          </a:p>
        </p:txBody>
      </p:sp>
      <p:sp>
        <p:nvSpPr>
          <p:cNvPr id="15" name="5 Marcador de número de diapositiva"/>
          <p:cNvSpPr txBox="1">
            <a:spLocks/>
          </p:cNvSpPr>
          <p:nvPr userDrawn="1"/>
        </p:nvSpPr>
        <p:spPr>
          <a:xfrm>
            <a:off x="8532438" y="404664"/>
            <a:ext cx="596305" cy="365125"/>
          </a:xfrm>
          <a:prstGeom prst="rect">
            <a:avLst/>
          </a:prstGeom>
        </p:spPr>
        <p:txBody>
          <a:bodyPr anchor="ctr"/>
          <a:lstStyle>
            <a:defPPr>
              <a:defRPr lang="es-ES"/>
            </a:defPPr>
            <a:lvl1pPr marL="0" algn="l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D5034FA-E3E3-464F-AB21-ECE51F6ED024}" type="slidenum">
              <a:rPr lang="es-ES" sz="1400" b="0" smtClean="0"/>
              <a:pPr algn="ctr"/>
              <a:t>‹Nº›</a:t>
            </a:fld>
            <a:endParaRPr lang="es-ES" sz="1400" b="0"/>
          </a:p>
        </p:txBody>
      </p:sp>
      <p:pic>
        <p:nvPicPr>
          <p:cNvPr id="9" name="Picture 2" descr="C:\Users\eva.perandones\Downloads\Logo azu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99254"/>
            <a:ext cx="1654895" cy="62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/>
          <p:cNvSpPr/>
          <p:nvPr userDrawn="1"/>
        </p:nvSpPr>
        <p:spPr>
          <a:xfrm>
            <a:off x="8435268" y="213845"/>
            <a:ext cx="86236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/>
          <p:cNvSpPr/>
          <p:nvPr userDrawn="1"/>
        </p:nvSpPr>
        <p:spPr>
          <a:xfrm>
            <a:off x="8569419" y="213845"/>
            <a:ext cx="576072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4487" y="476672"/>
            <a:ext cx="3600400" cy="301227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r"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/>
              <a:t>Asignatura/Tema</a:t>
            </a:r>
          </a:p>
        </p:txBody>
      </p:sp>
      <p:sp>
        <p:nvSpPr>
          <p:cNvPr id="11" name="5 Marcador de número de diapositiva"/>
          <p:cNvSpPr txBox="1">
            <a:spLocks/>
          </p:cNvSpPr>
          <p:nvPr userDrawn="1"/>
        </p:nvSpPr>
        <p:spPr>
          <a:xfrm>
            <a:off x="8532438" y="404664"/>
            <a:ext cx="596305" cy="365125"/>
          </a:xfrm>
          <a:prstGeom prst="rect">
            <a:avLst/>
          </a:prstGeom>
        </p:spPr>
        <p:txBody>
          <a:bodyPr anchor="ctr"/>
          <a:lstStyle>
            <a:defPPr>
              <a:defRPr lang="es-ES"/>
            </a:defPPr>
            <a:lvl1pPr marL="0" algn="l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D5034FA-E3E3-464F-AB21-ECE51F6ED024}" type="slidenum">
              <a:rPr lang="es-ES" sz="1400" b="0" smtClean="0"/>
              <a:pPr algn="ctr"/>
              <a:t>‹Nº›</a:t>
            </a:fld>
            <a:endParaRPr lang="es-ES" sz="1400" b="0"/>
          </a:p>
        </p:txBody>
      </p:sp>
      <p:pic>
        <p:nvPicPr>
          <p:cNvPr id="7" name="Picture 2" descr="C:\Users\eva.perandones\Downloads\Logo azu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99254"/>
            <a:ext cx="1654895" cy="62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519" y="1268760"/>
            <a:ext cx="8605935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519" y="2276873"/>
            <a:ext cx="8605935" cy="4032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4487" y="476672"/>
            <a:ext cx="3600400" cy="301227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s-ES"/>
              <a:t>Asignatura/Tema</a:t>
            </a:r>
          </a:p>
        </p:txBody>
      </p:sp>
      <p:sp>
        <p:nvSpPr>
          <p:cNvPr id="15" name="14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567936" y="476672"/>
            <a:ext cx="576064" cy="301752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s-ES"/>
              <a:t>Nº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6" r:id="rId3"/>
    <p:sldLayoutId id="2147483798" r:id="rId4"/>
    <p:sldLayoutId id="2147483799" r:id="rId5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emf"/><Relationship Id="rId7" Type="http://schemas.openxmlformats.org/officeDocument/2006/relationships/image" Target="../media/image10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10" Type="http://schemas.openxmlformats.org/officeDocument/2006/relationships/image" Target="../media/image12.emf"/><Relationship Id="rId4" Type="http://schemas.openxmlformats.org/officeDocument/2006/relationships/image" Target="../media/image7.emf"/><Relationship Id="rId9" Type="http://schemas.openxmlformats.org/officeDocument/2006/relationships/image" Target="../media/image11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image" Target="../media/image15.emf"/><Relationship Id="rId7" Type="http://schemas.openxmlformats.org/officeDocument/2006/relationships/image" Target="../media/image19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13" Type="http://schemas.openxmlformats.org/officeDocument/2006/relationships/image" Target="../media/image36.emf"/><Relationship Id="rId18" Type="http://schemas.openxmlformats.org/officeDocument/2006/relationships/image" Target="../media/image41.emf"/><Relationship Id="rId3" Type="http://schemas.openxmlformats.org/officeDocument/2006/relationships/image" Target="../media/image26.emf"/><Relationship Id="rId21" Type="http://schemas.openxmlformats.org/officeDocument/2006/relationships/image" Target="../media/image44.emf"/><Relationship Id="rId7" Type="http://schemas.openxmlformats.org/officeDocument/2006/relationships/image" Target="../media/image30.emf"/><Relationship Id="rId12" Type="http://schemas.openxmlformats.org/officeDocument/2006/relationships/image" Target="../media/image35.emf"/><Relationship Id="rId17" Type="http://schemas.openxmlformats.org/officeDocument/2006/relationships/image" Target="../media/image40.emf"/><Relationship Id="rId2" Type="http://schemas.openxmlformats.org/officeDocument/2006/relationships/image" Target="../media/image25.emf"/><Relationship Id="rId16" Type="http://schemas.openxmlformats.org/officeDocument/2006/relationships/image" Target="../media/image39.emf"/><Relationship Id="rId20" Type="http://schemas.openxmlformats.org/officeDocument/2006/relationships/image" Target="../media/image4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emf"/><Relationship Id="rId11" Type="http://schemas.openxmlformats.org/officeDocument/2006/relationships/image" Target="../media/image34.emf"/><Relationship Id="rId5" Type="http://schemas.openxmlformats.org/officeDocument/2006/relationships/image" Target="../media/image28.emf"/><Relationship Id="rId15" Type="http://schemas.openxmlformats.org/officeDocument/2006/relationships/image" Target="../media/image38.emf"/><Relationship Id="rId10" Type="http://schemas.openxmlformats.org/officeDocument/2006/relationships/image" Target="../media/image33.emf"/><Relationship Id="rId19" Type="http://schemas.openxmlformats.org/officeDocument/2006/relationships/image" Target="../media/image42.emf"/><Relationship Id="rId4" Type="http://schemas.openxmlformats.org/officeDocument/2006/relationships/image" Target="../media/image27.emf"/><Relationship Id="rId9" Type="http://schemas.openxmlformats.org/officeDocument/2006/relationships/image" Target="../media/image32.emf"/><Relationship Id="rId14" Type="http://schemas.openxmlformats.org/officeDocument/2006/relationships/image" Target="../media/image37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3" Type="http://schemas.openxmlformats.org/officeDocument/2006/relationships/image" Target="../media/image49.emf"/><Relationship Id="rId7" Type="http://schemas.openxmlformats.org/officeDocument/2006/relationships/image" Target="../media/image53.emf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emf"/><Relationship Id="rId5" Type="http://schemas.openxmlformats.org/officeDocument/2006/relationships/image" Target="../media/image51.emf"/><Relationship Id="rId10" Type="http://schemas.openxmlformats.org/officeDocument/2006/relationships/image" Target="../media/image56.emf"/><Relationship Id="rId4" Type="http://schemas.openxmlformats.org/officeDocument/2006/relationships/image" Target="../media/image50.emf"/><Relationship Id="rId9" Type="http://schemas.openxmlformats.org/officeDocument/2006/relationships/image" Target="../media/image5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emf"/><Relationship Id="rId4" Type="http://schemas.openxmlformats.org/officeDocument/2006/relationships/image" Target="../media/image27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emf"/><Relationship Id="rId5" Type="http://schemas.openxmlformats.org/officeDocument/2006/relationships/image" Target="../media/image64.emf"/><Relationship Id="rId4" Type="http://schemas.openxmlformats.org/officeDocument/2006/relationships/image" Target="../media/image63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emf"/><Relationship Id="rId13" Type="http://schemas.openxmlformats.org/officeDocument/2006/relationships/image" Target="../media/image77.emf"/><Relationship Id="rId18" Type="http://schemas.openxmlformats.org/officeDocument/2006/relationships/image" Target="../media/image82.emf"/><Relationship Id="rId3" Type="http://schemas.openxmlformats.org/officeDocument/2006/relationships/image" Target="../media/image67.emf"/><Relationship Id="rId7" Type="http://schemas.openxmlformats.org/officeDocument/2006/relationships/image" Target="../media/image71.emf"/><Relationship Id="rId12" Type="http://schemas.openxmlformats.org/officeDocument/2006/relationships/image" Target="../media/image76.emf"/><Relationship Id="rId17" Type="http://schemas.openxmlformats.org/officeDocument/2006/relationships/image" Target="../media/image81.emf"/><Relationship Id="rId2" Type="http://schemas.openxmlformats.org/officeDocument/2006/relationships/image" Target="../media/image66.emf"/><Relationship Id="rId16" Type="http://schemas.openxmlformats.org/officeDocument/2006/relationships/image" Target="../media/image8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emf"/><Relationship Id="rId11" Type="http://schemas.openxmlformats.org/officeDocument/2006/relationships/image" Target="../media/image75.emf"/><Relationship Id="rId5" Type="http://schemas.openxmlformats.org/officeDocument/2006/relationships/image" Target="../media/image69.emf"/><Relationship Id="rId15" Type="http://schemas.openxmlformats.org/officeDocument/2006/relationships/image" Target="../media/image79.emf"/><Relationship Id="rId10" Type="http://schemas.openxmlformats.org/officeDocument/2006/relationships/image" Target="../media/image74.emf"/><Relationship Id="rId19" Type="http://schemas.openxmlformats.org/officeDocument/2006/relationships/image" Target="../media/image83.emf"/><Relationship Id="rId4" Type="http://schemas.openxmlformats.org/officeDocument/2006/relationships/image" Target="../media/image68.emf"/><Relationship Id="rId9" Type="http://schemas.openxmlformats.org/officeDocument/2006/relationships/image" Target="../media/image73.emf"/><Relationship Id="rId14" Type="http://schemas.openxmlformats.org/officeDocument/2006/relationships/image" Target="../media/image78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emf"/><Relationship Id="rId3" Type="http://schemas.openxmlformats.org/officeDocument/2006/relationships/image" Target="../media/image84.emf"/><Relationship Id="rId7" Type="http://schemas.openxmlformats.org/officeDocument/2006/relationships/image" Target="../media/image88.emf"/><Relationship Id="rId12" Type="http://schemas.openxmlformats.org/officeDocument/2006/relationships/image" Target="../media/image9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emf"/><Relationship Id="rId11" Type="http://schemas.openxmlformats.org/officeDocument/2006/relationships/image" Target="../media/image92.emf"/><Relationship Id="rId5" Type="http://schemas.openxmlformats.org/officeDocument/2006/relationships/image" Target="../media/image86.emf"/><Relationship Id="rId10" Type="http://schemas.openxmlformats.org/officeDocument/2006/relationships/image" Target="../media/image91.emf"/><Relationship Id="rId4" Type="http://schemas.openxmlformats.org/officeDocument/2006/relationships/image" Target="../media/image85.emf"/><Relationship Id="rId9" Type="http://schemas.openxmlformats.org/officeDocument/2006/relationships/image" Target="../media/image90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emf"/><Relationship Id="rId2" Type="http://schemas.openxmlformats.org/officeDocument/2006/relationships/image" Target="../media/image9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emf"/><Relationship Id="rId2" Type="http://schemas.openxmlformats.org/officeDocument/2006/relationships/image" Target="../media/image9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.emf"/><Relationship Id="rId4" Type="http://schemas.openxmlformats.org/officeDocument/2006/relationships/image" Target="../media/image100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2" Type="http://schemas.openxmlformats.org/officeDocument/2006/relationships/image" Target="../media/image10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emf"/><Relationship Id="rId4" Type="http://schemas.openxmlformats.org/officeDocument/2006/relationships/image" Target="../media/image104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108.emf"/><Relationship Id="rId7" Type="http://schemas.openxmlformats.org/officeDocument/2006/relationships/image" Target="../media/image112.emf"/><Relationship Id="rId2" Type="http://schemas.openxmlformats.org/officeDocument/2006/relationships/image" Target="../media/image10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emf"/><Relationship Id="rId5" Type="http://schemas.openxmlformats.org/officeDocument/2006/relationships/image" Target="../media/image110.emf"/><Relationship Id="rId10" Type="http://schemas.openxmlformats.org/officeDocument/2006/relationships/image" Target="../media/image116.png"/><Relationship Id="rId4" Type="http://schemas.openxmlformats.org/officeDocument/2006/relationships/image" Target="../media/image109.emf"/><Relationship Id="rId9" Type="http://schemas.openxmlformats.org/officeDocument/2006/relationships/image" Target="../media/image113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emf"/><Relationship Id="rId2" Type="http://schemas.openxmlformats.org/officeDocument/2006/relationships/image" Target="../media/image114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emf"/><Relationship Id="rId2" Type="http://schemas.openxmlformats.org/officeDocument/2006/relationships/image" Target="../media/image116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emf"/><Relationship Id="rId2" Type="http://schemas.openxmlformats.org/officeDocument/2006/relationships/image" Target="../media/image11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1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emf"/><Relationship Id="rId2" Type="http://schemas.openxmlformats.org/officeDocument/2006/relationships/image" Target="../media/image12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5.emf"/><Relationship Id="rId4" Type="http://schemas.openxmlformats.org/officeDocument/2006/relationships/image" Target="../media/image124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emf"/><Relationship Id="rId2" Type="http://schemas.openxmlformats.org/officeDocument/2006/relationships/image" Target="../media/image126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9.emf"/><Relationship Id="rId4" Type="http://schemas.openxmlformats.org/officeDocument/2006/relationships/image" Target="../media/image128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emf"/><Relationship Id="rId3" Type="http://schemas.openxmlformats.org/officeDocument/2006/relationships/image" Target="../media/image131.emf"/><Relationship Id="rId7" Type="http://schemas.openxmlformats.org/officeDocument/2006/relationships/image" Target="../media/image135.emf"/><Relationship Id="rId2" Type="http://schemas.openxmlformats.org/officeDocument/2006/relationships/image" Target="../media/image13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emf"/><Relationship Id="rId5" Type="http://schemas.openxmlformats.org/officeDocument/2006/relationships/image" Target="../media/image133.emf"/><Relationship Id="rId4" Type="http://schemas.openxmlformats.org/officeDocument/2006/relationships/image" Target="../media/image132.emf"/><Relationship Id="rId9" Type="http://schemas.openxmlformats.org/officeDocument/2006/relationships/image" Target="../media/image1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emf"/><Relationship Id="rId2" Type="http://schemas.openxmlformats.org/officeDocument/2006/relationships/image" Target="../media/image137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emf"/><Relationship Id="rId3" Type="http://schemas.openxmlformats.org/officeDocument/2006/relationships/image" Target="../media/image140.emf"/><Relationship Id="rId7" Type="http://schemas.openxmlformats.org/officeDocument/2006/relationships/image" Target="../media/image144.emf"/><Relationship Id="rId2" Type="http://schemas.openxmlformats.org/officeDocument/2006/relationships/image" Target="../media/image13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emf"/><Relationship Id="rId5" Type="http://schemas.openxmlformats.org/officeDocument/2006/relationships/image" Target="../media/image142.emf"/><Relationship Id="rId4" Type="http://schemas.openxmlformats.org/officeDocument/2006/relationships/image" Target="../media/image141.emf"/><Relationship Id="rId9" Type="http://schemas.openxmlformats.org/officeDocument/2006/relationships/image" Target="../media/image146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emf"/><Relationship Id="rId2" Type="http://schemas.openxmlformats.org/officeDocument/2006/relationships/image" Target="../media/image14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9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emf"/><Relationship Id="rId2" Type="http://schemas.openxmlformats.org/officeDocument/2006/relationships/image" Target="../media/image15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2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emf"/><Relationship Id="rId2" Type="http://schemas.openxmlformats.org/officeDocument/2006/relationships/image" Target="../media/image15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5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emf"/><Relationship Id="rId2" Type="http://schemas.openxmlformats.org/officeDocument/2006/relationships/image" Target="../media/image156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emf"/><Relationship Id="rId2" Type="http://schemas.openxmlformats.org/officeDocument/2006/relationships/image" Target="../media/image15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0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emf"/><Relationship Id="rId2" Type="http://schemas.openxmlformats.org/officeDocument/2006/relationships/image" Target="../media/image16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3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emf"/><Relationship Id="rId2" Type="http://schemas.openxmlformats.org/officeDocument/2006/relationships/image" Target="../media/image16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6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emf"/><Relationship Id="rId2" Type="http://schemas.openxmlformats.org/officeDocument/2006/relationships/image" Target="../media/image16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9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emf"/><Relationship Id="rId2" Type="http://schemas.openxmlformats.org/officeDocument/2006/relationships/image" Target="../media/image170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emf"/><Relationship Id="rId2" Type="http://schemas.openxmlformats.org/officeDocument/2006/relationships/image" Target="../media/image17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4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emf"/><Relationship Id="rId2" Type="http://schemas.openxmlformats.org/officeDocument/2006/relationships/image" Target="../media/image17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7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emf"/><Relationship Id="rId2" Type="http://schemas.openxmlformats.org/officeDocument/2006/relationships/image" Target="../media/image17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1.emf"/><Relationship Id="rId4" Type="http://schemas.openxmlformats.org/officeDocument/2006/relationships/image" Target="../media/image180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emf"/><Relationship Id="rId2" Type="http://schemas.openxmlformats.org/officeDocument/2006/relationships/image" Target="../media/image182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emf"/><Relationship Id="rId2" Type="http://schemas.openxmlformats.org/officeDocument/2006/relationships/image" Target="../media/image18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7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emf"/><Relationship Id="rId2" Type="http://schemas.openxmlformats.org/officeDocument/2006/relationships/image" Target="../media/image188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emf"/><Relationship Id="rId2" Type="http://schemas.openxmlformats.org/officeDocument/2006/relationships/image" Target="../media/image19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3.emf"/><Relationship Id="rId4" Type="http://schemas.openxmlformats.org/officeDocument/2006/relationships/image" Target="../media/image192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emf"/><Relationship Id="rId2" Type="http://schemas.openxmlformats.org/officeDocument/2006/relationships/image" Target="../media/image19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6.e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emf"/><Relationship Id="rId3" Type="http://schemas.openxmlformats.org/officeDocument/2006/relationships/image" Target="../media/image198.emf"/><Relationship Id="rId7" Type="http://schemas.openxmlformats.org/officeDocument/2006/relationships/image" Target="../media/image202.emf"/><Relationship Id="rId2" Type="http://schemas.openxmlformats.org/officeDocument/2006/relationships/image" Target="../media/image19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1.emf"/><Relationship Id="rId5" Type="http://schemas.openxmlformats.org/officeDocument/2006/relationships/image" Target="../media/image200.emf"/><Relationship Id="rId4" Type="http://schemas.openxmlformats.org/officeDocument/2006/relationships/image" Target="../media/image199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emf"/><Relationship Id="rId7" Type="http://schemas.openxmlformats.org/officeDocument/2006/relationships/image" Target="../media/image209.emf"/><Relationship Id="rId2" Type="http://schemas.openxmlformats.org/officeDocument/2006/relationships/image" Target="../media/image20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8.emf"/><Relationship Id="rId5" Type="http://schemas.openxmlformats.org/officeDocument/2006/relationships/image" Target="../media/image207.emf"/><Relationship Id="rId4" Type="http://schemas.openxmlformats.org/officeDocument/2006/relationships/image" Target="../media/image20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ctrTitle"/>
          </p:nvPr>
        </p:nvSpPr>
        <p:spPr>
          <a:xfrm>
            <a:off x="971600" y="2120306"/>
            <a:ext cx="7315200" cy="1944215"/>
          </a:xfrm>
        </p:spPr>
        <p:txBody>
          <a:bodyPr/>
          <a:lstStyle/>
          <a:p>
            <a:r>
              <a:rPr lang="es-ES"/>
              <a:t>Métodos matemáticos para Física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idx="11"/>
          </p:nvPr>
        </p:nvSpPr>
        <p:spPr>
          <a:xfrm>
            <a:off x="755576" y="4077072"/>
            <a:ext cx="7978080" cy="17281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chemeClr val="bg1">
                    <a:lumMod val="65000"/>
                  </a:schemeClr>
                </a:solidFill>
              </a:rPr>
              <a:t>Doble Grado en Ingeniería de Software y Física Computacional</a:t>
            </a:r>
          </a:p>
          <a:p>
            <a:pPr>
              <a:lnSpc>
                <a:spcPct val="150000"/>
              </a:lnSpc>
            </a:pPr>
            <a:r>
              <a:rPr lang="es-ES_tradnl" sz="1800" i="1" dirty="0">
                <a:solidFill>
                  <a:schemeClr val="bg1">
                    <a:lumMod val="65000"/>
                  </a:schemeClr>
                </a:solidFill>
              </a:rPr>
              <a:t>Curso 2024 – 2025</a:t>
            </a:r>
          </a:p>
          <a:p>
            <a:pPr>
              <a:lnSpc>
                <a:spcPct val="150000"/>
              </a:lnSpc>
            </a:pPr>
            <a:r>
              <a:rPr lang="es-ES_tradnl" sz="1800" i="1" dirty="0">
                <a:solidFill>
                  <a:schemeClr val="accent5">
                    <a:lumMod val="50000"/>
                  </a:schemeClr>
                </a:solidFill>
              </a:rPr>
              <a:t>Jorge Fernandez Hernandez</a:t>
            </a:r>
          </a:p>
          <a:p>
            <a:endParaRPr lang="es-ES_tradnl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69892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AECEAF-E743-176A-CBB1-5E52760C7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9974D1-9D75-AEF2-DFF8-D7A51EF12BBD}"/>
              </a:ext>
            </a:extLst>
          </p:cNvPr>
          <p:cNvSpPr txBox="1"/>
          <p:nvPr/>
        </p:nvSpPr>
        <p:spPr>
          <a:xfrm>
            <a:off x="179512" y="47667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Aceleración y segunda ley de Newton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A15AE0-E5D2-66EE-25DB-32FEDC57E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342" y="1484784"/>
            <a:ext cx="1510018" cy="11576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975035-8FDE-2B34-6F57-094BC25D5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466" y="1556792"/>
            <a:ext cx="1744910" cy="3187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A4B7EE-BA53-9198-2135-FA8052173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168" y="2326519"/>
            <a:ext cx="1342239" cy="3103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D719DB1-1F61-DA70-61BB-055E0F000B4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1108" b="-1"/>
          <a:stretch/>
        </p:blipFill>
        <p:spPr>
          <a:xfrm>
            <a:off x="2314941" y="1953701"/>
            <a:ext cx="1241571" cy="2386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AF3DA68-3498-FCB5-34A7-8FB9C36722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406" y="3467141"/>
            <a:ext cx="771787" cy="3020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88A733E-B015-B888-085B-EEADD2C255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5411" y="3515054"/>
            <a:ext cx="637563" cy="2432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12FECA-3165-78B1-D083-6712E2C34DD4}"/>
                  </a:ext>
                </a:extLst>
              </p:cNvPr>
              <p:cNvSpPr txBox="1"/>
              <p:nvPr/>
            </p:nvSpPr>
            <p:spPr>
              <a:xfrm>
                <a:off x="323528" y="1124744"/>
                <a:ext cx="856895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600" dirty="0"/>
                  <a:t>Una trayectoria 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s-ES" sz="1600" dirty="0"/>
                  <a:t> es una aplicación c de</a:t>
                </a:r>
                <a14:m>
                  <m:oMath xmlns:m="http://schemas.openxmlformats.org/officeDocument/2006/math">
                    <m:r>
                      <a:rPr lang="en-GB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E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ES" sz="1600" dirty="0"/>
                  <a:t> : un intervalo de </a:t>
                </a:r>
                <a14:m>
                  <m:oMath xmlns:m="http://schemas.openxmlformats.org/officeDocument/2006/math">
                    <m:r>
                      <a:rPr lang="es-E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s-ES" sz="1600" dirty="0"/>
                  <a:t> con valores 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s-ES" sz="16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712FECA-3165-78B1-D083-6712E2C34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124744"/>
                <a:ext cx="8568952" cy="338554"/>
              </a:xfrm>
              <a:prstGeom prst="rect">
                <a:avLst/>
              </a:prstGeom>
              <a:blipFill>
                <a:blip r:embed="rId8"/>
                <a:stretch>
                  <a:fillRect l="-356" t="-5455" b="-236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7F50A37-7ECB-E6A9-F403-B4F1A8F8959B}"/>
              </a:ext>
            </a:extLst>
          </p:cNvPr>
          <p:cNvSpPr txBox="1"/>
          <p:nvPr/>
        </p:nvSpPr>
        <p:spPr>
          <a:xfrm>
            <a:off x="339894" y="1900983"/>
            <a:ext cx="33123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Componentes de </a:t>
            </a:r>
            <a:r>
              <a:rPr lang="es-ES" sz="1600" b="1" i="1" dirty="0"/>
              <a:t>c</a:t>
            </a:r>
            <a:r>
              <a:rPr lang="es-ES" sz="1600" dirty="0"/>
              <a:t> :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9F29360-4250-F228-745B-892C8D04F3F7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3652262" y="2063625"/>
            <a:ext cx="443080" cy="6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3056B93-5BF0-2A22-1A95-31D6A5465660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5605360" y="1716183"/>
            <a:ext cx="414106" cy="347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1BE9C9-7392-13B7-D3E0-3233154943EB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5605360" y="2063625"/>
            <a:ext cx="478808" cy="418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BD03A0B6-4019-E413-2071-DCF590A902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424" y="2924944"/>
            <a:ext cx="369116" cy="26844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2D86FD1-37C9-C0E8-0BEE-532F74D13E7B}"/>
              </a:ext>
            </a:extLst>
          </p:cNvPr>
          <p:cNvSpPr txBox="1"/>
          <p:nvPr/>
        </p:nvSpPr>
        <p:spPr>
          <a:xfrm>
            <a:off x="827176" y="2882752"/>
            <a:ext cx="36008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es el vector tangente a la trayectoria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6AAD691-A905-197D-AD5E-FBDCDD6C01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69996" y="2958500"/>
            <a:ext cx="302004" cy="234892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95C0AA2-65D7-22C5-BF97-CAB66DBF493C}"/>
              </a:ext>
            </a:extLst>
          </p:cNvPr>
          <p:cNvCxnSpPr>
            <a:cxnSpLocks/>
          </p:cNvCxnSpPr>
          <p:nvPr/>
        </p:nvCxnSpPr>
        <p:spPr>
          <a:xfrm>
            <a:off x="624907" y="3224623"/>
            <a:ext cx="0" cy="35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6DEB25A-5D8C-63C2-25C2-76FED0458CF4}"/>
              </a:ext>
            </a:extLst>
          </p:cNvPr>
          <p:cNvSpPr txBox="1"/>
          <p:nvPr/>
        </p:nvSpPr>
        <p:spPr>
          <a:xfrm>
            <a:off x="1135322" y="3454957"/>
            <a:ext cx="9884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rapidez :</a:t>
            </a:r>
          </a:p>
        </p:txBody>
      </p:sp>
    </p:spTree>
    <p:extLst>
      <p:ext uri="{BB962C8B-B14F-4D97-AF65-F5344CB8AC3E}">
        <p14:creationId xmlns:p14="http://schemas.microsoft.com/office/powerpoint/2010/main" val="473855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AECEAF-E743-176A-CBB1-5E52760C7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8CA9A53-888E-9611-635F-806385640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548680"/>
            <a:ext cx="7162633" cy="298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209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3A5E-9ADA-DFAF-4368-8B928820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D40593-62CF-E148-092F-7A269CEAA4F7}"/>
              </a:ext>
            </a:extLst>
          </p:cNvPr>
          <p:cNvSpPr txBox="1"/>
          <p:nvPr/>
        </p:nvSpPr>
        <p:spPr>
          <a:xfrm>
            <a:off x="179512" y="476672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D37986-19B4-9A8C-DFA7-ED8EAF349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923949"/>
            <a:ext cx="6192688" cy="488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F16962-765B-C0BB-E1F6-C242EDEF6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882497"/>
            <a:ext cx="503339" cy="2432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3C14AD-A774-8065-38DB-5E9EB308C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331" y="1873055"/>
            <a:ext cx="1577130" cy="2768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3E3D6A7-C88D-1D48-391D-686F6088CA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576" y="2565161"/>
            <a:ext cx="4597167" cy="5285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456955-EED5-FE10-EBED-9E0DC5AF73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7900" y="2716589"/>
            <a:ext cx="1140903" cy="2936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6146B72-59C4-1A4F-B8CE-5B25AAB008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2497" y="3536126"/>
            <a:ext cx="402672" cy="2600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F46C6B0-8183-DBBA-1837-7F824ED2A6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4745" y="3561631"/>
            <a:ext cx="335560" cy="2600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2B81D9-1019-3F5D-85DA-D1474497675B}"/>
              </a:ext>
            </a:extLst>
          </p:cNvPr>
          <p:cNvSpPr txBox="1"/>
          <p:nvPr/>
        </p:nvSpPr>
        <p:spPr>
          <a:xfrm>
            <a:off x="1246380" y="1842197"/>
            <a:ext cx="33123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es constante </a:t>
            </a:r>
            <a:r>
              <a:rPr lang="es-ES" sz="1600" dirty="0">
                <a:sym typeface="Wingdings" panose="05000000000000000000" pitchFamily="2" charset="2"/>
              </a:rPr>
              <a:t></a:t>
            </a:r>
            <a:endParaRPr lang="es-E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746D1B-5008-CE5B-1E84-75AA5FB3853A}"/>
              </a:ext>
            </a:extLst>
          </p:cNvPr>
          <p:cNvSpPr txBox="1"/>
          <p:nvPr/>
        </p:nvSpPr>
        <p:spPr>
          <a:xfrm>
            <a:off x="4424461" y="1834860"/>
            <a:ext cx="33123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es constante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1A0F2E0-F4FC-9FF0-7136-0A27442BA939}"/>
              </a:ext>
            </a:extLst>
          </p:cNvPr>
          <p:cNvCxnSpPr/>
          <p:nvPr/>
        </p:nvCxnSpPr>
        <p:spPr>
          <a:xfrm flipV="1">
            <a:off x="5422844" y="2882054"/>
            <a:ext cx="443080" cy="6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17E4E68-C1AA-EBD6-79AF-C5EC80EC67C5}"/>
              </a:ext>
            </a:extLst>
          </p:cNvPr>
          <p:cNvSpPr txBox="1"/>
          <p:nvPr/>
        </p:nvSpPr>
        <p:spPr>
          <a:xfrm>
            <a:off x="5890285" y="3506341"/>
            <a:ext cx="23170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es perpendicular 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681F7E1-A4DE-D493-3276-D7E688D63823}"/>
              </a:ext>
            </a:extLst>
          </p:cNvPr>
          <p:cNvCxnSpPr>
            <a:cxnSpLocks/>
          </p:cNvCxnSpPr>
          <p:nvPr/>
        </p:nvCxnSpPr>
        <p:spPr>
          <a:xfrm>
            <a:off x="6835213" y="3045480"/>
            <a:ext cx="4868" cy="547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0557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3A5E-9ADA-DFAF-4368-8B928820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A225B0-F71A-33C8-9E6F-E196EDC20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168550"/>
            <a:ext cx="872455" cy="2600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C81A25-93A7-04EC-31C2-48FD331A1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442" y="1197243"/>
            <a:ext cx="1543574" cy="2181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DE45EE0-5BFC-A1FF-7BE6-0DD331337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1974631"/>
            <a:ext cx="1308683" cy="2432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ECC05D0-6071-214C-34F8-DF25C0153F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4756" y="1912514"/>
            <a:ext cx="2516697" cy="2684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73DA99-6593-C846-2F57-F39A82911053}"/>
              </a:ext>
            </a:extLst>
          </p:cNvPr>
          <p:cNvSpPr txBox="1"/>
          <p:nvPr/>
        </p:nvSpPr>
        <p:spPr>
          <a:xfrm>
            <a:off x="139925" y="432637"/>
            <a:ext cx="6408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Movimiento rectilíneo y uniforma </a:t>
            </a:r>
            <a:r>
              <a:rPr lang="es-ES" sz="1600" dirty="0">
                <a:sym typeface="Wingdings" panose="05000000000000000000" pitchFamily="2" charset="2"/>
              </a:rPr>
              <a:t> vector velocidad es constante</a:t>
            </a:r>
            <a:endParaRPr lang="es-ES" sz="16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15CA1A6-F0B8-E868-7905-2C17E3A463DB}"/>
              </a:ext>
            </a:extLst>
          </p:cNvPr>
          <p:cNvCxnSpPr>
            <a:cxnSpLocks/>
          </p:cNvCxnSpPr>
          <p:nvPr/>
        </p:nvCxnSpPr>
        <p:spPr>
          <a:xfrm>
            <a:off x="1195983" y="1308261"/>
            <a:ext cx="6239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130B3B9-3DCE-AFEB-5BA9-07C96AF01BE4}"/>
              </a:ext>
            </a:extLst>
          </p:cNvPr>
          <p:cNvSpPr txBox="1"/>
          <p:nvPr/>
        </p:nvSpPr>
        <p:spPr>
          <a:xfrm>
            <a:off x="1809387" y="1122685"/>
            <a:ext cx="1431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aceleración 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21D544-9331-E87F-0C85-F23CB14B7E8F}"/>
              </a:ext>
            </a:extLst>
          </p:cNvPr>
          <p:cNvSpPr txBox="1"/>
          <p:nvPr/>
        </p:nvSpPr>
        <p:spPr>
          <a:xfrm>
            <a:off x="272041" y="1912514"/>
            <a:ext cx="1431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Curva :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68D133-98AE-C345-7E7D-F1B8899B9232}"/>
              </a:ext>
            </a:extLst>
          </p:cNvPr>
          <p:cNvCxnSpPr>
            <a:cxnSpLocks/>
          </p:cNvCxnSpPr>
          <p:nvPr/>
        </p:nvCxnSpPr>
        <p:spPr>
          <a:xfrm>
            <a:off x="2424299" y="2096271"/>
            <a:ext cx="6239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789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3A5E-9ADA-DFAF-4368-8B928820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D40593-62CF-E148-092F-7A269CEAA4F7}"/>
              </a:ext>
            </a:extLst>
          </p:cNvPr>
          <p:cNvSpPr txBox="1"/>
          <p:nvPr/>
        </p:nvSpPr>
        <p:spPr>
          <a:xfrm>
            <a:off x="179512" y="476672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5959FA-112E-E536-3038-9417696D1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852676"/>
            <a:ext cx="5320770" cy="10782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893C3B-C4A9-68B7-8476-456512493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859" y="476672"/>
            <a:ext cx="2483141" cy="32549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7720471-6CAF-CCE4-1F52-DBBE83CB84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3795" y="2169835"/>
            <a:ext cx="4026716" cy="2852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A82CB4D-23FF-358B-E67D-AF3A8021525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9374" b="1"/>
          <a:stretch/>
        </p:blipFill>
        <p:spPr>
          <a:xfrm>
            <a:off x="1816112" y="2675181"/>
            <a:ext cx="2449585" cy="2432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DE7317A-B957-FE8C-D28C-487F13949B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0081" y="3493208"/>
            <a:ext cx="436228" cy="22650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3C20E68-7559-8C82-2786-7C476C8ACC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6671" y="3518374"/>
            <a:ext cx="268448" cy="17616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4C9B0BB-261E-D10A-0B7D-8053D89943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4770" y="3147897"/>
            <a:ext cx="805343" cy="24328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86A7C5A-5FCB-28F3-610B-A3E0BD9419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54770" y="3503184"/>
            <a:ext cx="771787" cy="23489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24FFF30-AFE9-39FC-5C85-035985C7E5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54770" y="3890570"/>
            <a:ext cx="872455" cy="23489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20FBC98-952F-497C-658C-46F2835F8D2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9145" y="4631216"/>
            <a:ext cx="1073791" cy="25167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C6F5F0F-75D0-2BC7-480F-98EFF9DC93E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93613" y="4625546"/>
            <a:ext cx="1442906" cy="243281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56531ED-05AF-CF62-6B25-047D52E3FA0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01629" y="5249757"/>
            <a:ext cx="671119" cy="26844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082EE4F-F3F9-85F9-EEF0-68874621302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16121" y="5228098"/>
            <a:ext cx="2617365" cy="26005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291F888-75B0-6197-FAB4-91EF08BB83A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59663" y="5879040"/>
            <a:ext cx="1073791" cy="25167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0ACDE99-3B35-BA6D-755E-8D4813403ED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66107" y="5871504"/>
            <a:ext cx="738231" cy="25167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23007409-D873-62DD-3897-100B6FE63ED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11903" y="5628052"/>
            <a:ext cx="939567" cy="2600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ABD011-45DE-4AB6-2C76-2C6D53C16DA6}"/>
              </a:ext>
            </a:extLst>
          </p:cNvPr>
          <p:cNvSpPr txBox="1"/>
          <p:nvPr/>
        </p:nvSpPr>
        <p:spPr>
          <a:xfrm>
            <a:off x="617828" y="2131916"/>
            <a:ext cx="1431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Trayectoria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B0DFD9-9A46-B8EB-FCD1-22D0C1E7E77C}"/>
              </a:ext>
            </a:extLst>
          </p:cNvPr>
          <p:cNvSpPr txBox="1"/>
          <p:nvPr/>
        </p:nvSpPr>
        <p:spPr>
          <a:xfrm>
            <a:off x="691927" y="2602367"/>
            <a:ext cx="1431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Velocidad 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A19CC7-990E-EE12-1C1B-8149931AAB2E}"/>
              </a:ext>
            </a:extLst>
          </p:cNvPr>
          <p:cNvSpPr txBox="1"/>
          <p:nvPr/>
        </p:nvSpPr>
        <p:spPr>
          <a:xfrm>
            <a:off x="707347" y="3391178"/>
            <a:ext cx="1431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Aceleración 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F786B5-EDB4-69EF-F548-4D07AB7DAED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5093" t="21610" r="74982" b="1"/>
          <a:stretch/>
        </p:blipFill>
        <p:spPr>
          <a:xfrm>
            <a:off x="2429620" y="3501242"/>
            <a:ext cx="243128" cy="210432"/>
          </a:xfrm>
          <a:prstGeom prst="rect">
            <a:avLst/>
          </a:prstGeom>
        </p:spPr>
      </p:pic>
      <p:sp>
        <p:nvSpPr>
          <p:cNvPr id="10" name="Left Brace 9">
            <a:extLst>
              <a:ext uri="{FF2B5EF4-FFF2-40B4-BE49-F238E27FC236}">
                <a16:creationId xmlns:a16="http://schemas.microsoft.com/office/drawing/2014/main" id="{218E7117-B86A-3C7D-898F-01C26EC49EE4}"/>
              </a:ext>
            </a:extLst>
          </p:cNvPr>
          <p:cNvSpPr/>
          <p:nvPr/>
        </p:nvSpPr>
        <p:spPr>
          <a:xfrm>
            <a:off x="2992465" y="3086448"/>
            <a:ext cx="228832" cy="103901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2726533-2B76-71FF-E491-8393FE8D72F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03230" y="3266705"/>
            <a:ext cx="2147582" cy="2265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268F75D-F65F-FA4C-524B-F1329A7B8E4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15928" y="3299332"/>
            <a:ext cx="872455" cy="176169"/>
          </a:xfrm>
          <a:prstGeom prst="rect">
            <a:avLst/>
          </a:prstGeom>
        </p:spPr>
      </p:pic>
      <p:sp>
        <p:nvSpPr>
          <p:cNvPr id="19" name="Left Brace 18">
            <a:extLst>
              <a:ext uri="{FF2B5EF4-FFF2-40B4-BE49-F238E27FC236}">
                <a16:creationId xmlns:a16="http://schemas.microsoft.com/office/drawing/2014/main" id="{41EE5E00-910D-F705-DBA6-CAAFC1EDD9E6}"/>
              </a:ext>
            </a:extLst>
          </p:cNvPr>
          <p:cNvSpPr/>
          <p:nvPr/>
        </p:nvSpPr>
        <p:spPr>
          <a:xfrm rot="10800000">
            <a:off x="4067945" y="3068960"/>
            <a:ext cx="228832" cy="103901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B58AD33-C991-0F1C-18E4-367FEE437E9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79343" y="3719711"/>
            <a:ext cx="2080470" cy="218114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4C4C72C-6512-E355-41D9-5F83BB8196B4}"/>
              </a:ext>
            </a:extLst>
          </p:cNvPr>
          <p:cNvCxnSpPr>
            <a:cxnSpLocks/>
          </p:cNvCxnSpPr>
          <p:nvPr/>
        </p:nvCxnSpPr>
        <p:spPr>
          <a:xfrm>
            <a:off x="1950299" y="4740616"/>
            <a:ext cx="6239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7DC5134-5B83-4CFD-E722-0EBE660D6928}"/>
              </a:ext>
            </a:extLst>
          </p:cNvPr>
          <p:cNvSpPr txBox="1"/>
          <p:nvPr/>
        </p:nvSpPr>
        <p:spPr>
          <a:xfrm>
            <a:off x="677506" y="5188851"/>
            <a:ext cx="14318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Punto inicial :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5881E52-6CAD-0A97-A5C6-8C1D370ED45C}"/>
              </a:ext>
            </a:extLst>
          </p:cNvPr>
          <p:cNvCxnSpPr>
            <a:cxnSpLocks/>
          </p:cNvCxnSpPr>
          <p:nvPr/>
        </p:nvCxnSpPr>
        <p:spPr>
          <a:xfrm>
            <a:off x="2672748" y="5373693"/>
            <a:ext cx="6239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575AF8A-77C5-F61D-1512-5C026D12E55C}"/>
              </a:ext>
            </a:extLst>
          </p:cNvPr>
          <p:cNvSpPr txBox="1"/>
          <p:nvPr/>
        </p:nvSpPr>
        <p:spPr>
          <a:xfrm>
            <a:off x="677506" y="5828062"/>
            <a:ext cx="23823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Cruze del plano </a:t>
            </a:r>
            <a:r>
              <a:rPr lang="es-ES" sz="1600" dirty="0">
                <a:sym typeface="Wingdings" panose="05000000000000000000" pitchFamily="2" charset="2"/>
              </a:rPr>
              <a:t></a:t>
            </a:r>
            <a:endParaRPr lang="es-ES" sz="16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4DF1544-3DE9-BAB7-5F3C-B8FCB25522E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90426" y="5913449"/>
            <a:ext cx="436228" cy="167780"/>
          </a:xfrm>
          <a:prstGeom prst="rect">
            <a:avLst/>
          </a:prstGeom>
        </p:spPr>
      </p:pic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7FB4162-771A-5C65-9AD4-F38A5FCE09B1}"/>
              </a:ext>
            </a:extLst>
          </p:cNvPr>
          <p:cNvCxnSpPr>
            <a:cxnSpLocks/>
          </p:cNvCxnSpPr>
          <p:nvPr/>
        </p:nvCxnSpPr>
        <p:spPr>
          <a:xfrm>
            <a:off x="2942778" y="5997339"/>
            <a:ext cx="6239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D3DA380-1549-EDBF-9786-207A086BC7B3}"/>
              </a:ext>
            </a:extLst>
          </p:cNvPr>
          <p:cNvCxnSpPr>
            <a:cxnSpLocks/>
          </p:cNvCxnSpPr>
          <p:nvPr/>
        </p:nvCxnSpPr>
        <p:spPr>
          <a:xfrm>
            <a:off x="4633454" y="5997339"/>
            <a:ext cx="6239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1C87416-5BB9-E271-90C4-A983219604A7}"/>
              </a:ext>
            </a:extLst>
          </p:cNvPr>
          <p:cNvCxnSpPr>
            <a:cxnSpLocks/>
          </p:cNvCxnSpPr>
          <p:nvPr/>
        </p:nvCxnSpPr>
        <p:spPr>
          <a:xfrm flipV="1">
            <a:off x="5519578" y="5591772"/>
            <a:ext cx="0" cy="321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3BAC198-E8E0-4E88-3D07-B7C216405508}"/>
              </a:ext>
            </a:extLst>
          </p:cNvPr>
          <p:cNvCxnSpPr>
            <a:cxnSpLocks/>
          </p:cNvCxnSpPr>
          <p:nvPr/>
        </p:nvCxnSpPr>
        <p:spPr>
          <a:xfrm>
            <a:off x="5692346" y="5721801"/>
            <a:ext cx="6239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44">
            <a:extLst>
              <a:ext uri="{FF2B5EF4-FFF2-40B4-BE49-F238E27FC236}">
                <a16:creationId xmlns:a16="http://schemas.microsoft.com/office/drawing/2014/main" id="{76E09792-4E30-43FB-B3F5-C5CCDB639F29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r="41747"/>
          <a:stretch/>
        </p:blipFill>
        <p:spPr>
          <a:xfrm>
            <a:off x="6330846" y="5618981"/>
            <a:ext cx="1524707" cy="26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076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3A5E-9ADA-DFAF-4368-8B928820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D40593-62CF-E148-092F-7A269CEAA4F7}"/>
              </a:ext>
            </a:extLst>
          </p:cNvPr>
          <p:cNvSpPr txBox="1"/>
          <p:nvPr/>
        </p:nvSpPr>
        <p:spPr>
          <a:xfrm>
            <a:off x="179512" y="476672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5BFA2F-0F65-7E55-AD3C-BE9965308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837859"/>
            <a:ext cx="4915292" cy="9048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FF0D95-7E51-E341-5323-CBAD9D286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2060848"/>
            <a:ext cx="4328719" cy="5704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1BE69A-4742-F2B8-13D1-E0737E20A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028" y="2790036"/>
            <a:ext cx="5033394" cy="318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832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3A5E-9ADA-DFAF-4368-8B928820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D40593-62CF-E148-092F-7A269CEAA4F7}"/>
              </a:ext>
            </a:extLst>
          </p:cNvPr>
          <p:cNvSpPr txBox="1"/>
          <p:nvPr/>
        </p:nvSpPr>
        <p:spPr>
          <a:xfrm>
            <a:off x="179512" y="476672"/>
            <a:ext cx="2448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Orbitas circulares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F1803C6-3D82-F8C1-ABBF-CE5AE5C43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441" y="2173033"/>
            <a:ext cx="2315361" cy="57045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04D04DC-BAEB-8570-DC2C-7246B15A0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3588" y="1412655"/>
            <a:ext cx="2281806" cy="31878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F49DC53-BF95-2EFC-113D-CDD91C7B63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2869492"/>
            <a:ext cx="5301842" cy="61239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A4BFB88-CA7C-03CA-65B9-35B7F655EE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9231" y="4866260"/>
            <a:ext cx="2114026" cy="61239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5BF0ACB-6B32-5A3B-BA40-7A996047F0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7543" y="4872329"/>
            <a:ext cx="872455" cy="61239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237C846-4C65-E37D-AF47-D82DBA5F9A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3481" y="5031805"/>
            <a:ext cx="1006679" cy="24328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B1C8010-A110-994B-855B-01775D27D7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11760" y="5560970"/>
            <a:ext cx="5445918" cy="12656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E27B6C-BF90-66AE-E35C-45CD8B8D611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4934" y="645949"/>
            <a:ext cx="2149066" cy="21066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23CC73-24DF-E29F-AFA8-C39F1993199C}"/>
              </a:ext>
            </a:extLst>
          </p:cNvPr>
          <p:cNvSpPr txBox="1"/>
          <p:nvPr/>
        </p:nvSpPr>
        <p:spPr>
          <a:xfrm>
            <a:off x="280042" y="921697"/>
            <a:ext cx="71002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Movimiento con rapidez constante </a:t>
            </a:r>
            <a:r>
              <a:rPr lang="es-ES" sz="1600" i="1" dirty="0"/>
              <a:t>s</a:t>
            </a:r>
            <a:r>
              <a:rPr lang="es-ES" sz="1600" dirty="0"/>
              <a:t> con una trayectoria circular de radio </a:t>
            </a:r>
            <a:r>
              <a:rPr lang="es-ES" sz="1600" i="1" dirty="0"/>
              <a:t>r</a:t>
            </a:r>
            <a:r>
              <a:rPr lang="es-ES" sz="1600" i="1" baseline="-25000" dirty="0"/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5E0D90-F8F0-C8BC-6595-4CCF0C9EB6AB}"/>
              </a:ext>
            </a:extLst>
          </p:cNvPr>
          <p:cNvSpPr txBox="1"/>
          <p:nvPr/>
        </p:nvSpPr>
        <p:spPr>
          <a:xfrm>
            <a:off x="296607" y="1438516"/>
            <a:ext cx="26303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Movimiento en un plano </a:t>
            </a:r>
            <a:r>
              <a:rPr lang="es-ES" sz="1600" dirty="0">
                <a:sym typeface="Wingdings" panose="05000000000000000000" pitchFamily="2" charset="2"/>
              </a:rPr>
              <a:t></a:t>
            </a:r>
            <a:endParaRPr lang="es-ES" sz="1600" i="1" baseline="-25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B351A4-9CDF-4D31-398F-A2608200EB05}"/>
              </a:ext>
            </a:extLst>
          </p:cNvPr>
          <p:cNvSpPr txBox="1"/>
          <p:nvPr/>
        </p:nvSpPr>
        <p:spPr>
          <a:xfrm>
            <a:off x="349128" y="2302804"/>
            <a:ext cx="21059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Frecuencia </a:t>
            </a:r>
            <a:r>
              <a:rPr lang="es-ES" sz="1600" dirty="0">
                <a:sym typeface="Wingdings" panose="05000000000000000000" pitchFamily="2" charset="2"/>
              </a:rPr>
              <a:t></a:t>
            </a:r>
            <a:r>
              <a:rPr lang="es-ES" sz="1600" dirty="0"/>
              <a:t> </a:t>
            </a:r>
            <a:r>
              <a:rPr lang="es-ES" sz="1600" i="1" dirty="0"/>
              <a:t>s</a:t>
            </a:r>
            <a:r>
              <a:rPr lang="es-ES" sz="1600" dirty="0"/>
              <a:t>/</a:t>
            </a:r>
            <a:r>
              <a:rPr lang="es-ES" sz="1600" i="1" dirty="0"/>
              <a:t>r</a:t>
            </a:r>
            <a:r>
              <a:rPr lang="es-ES" sz="1600" i="1" baseline="-25000" dirty="0"/>
              <a:t>0</a:t>
            </a:r>
            <a:r>
              <a:rPr lang="es-ES" sz="1600" dirty="0"/>
              <a:t> </a:t>
            </a:r>
            <a:r>
              <a:rPr lang="es-ES" sz="1600" dirty="0">
                <a:sym typeface="Wingdings" panose="05000000000000000000" pitchFamily="2" charset="2"/>
              </a:rPr>
              <a:t></a:t>
            </a:r>
            <a:r>
              <a:rPr lang="es-ES" sz="1600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6792B4-A7D5-AA13-9E02-CB862C54CCE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2193" y="1922857"/>
            <a:ext cx="939567" cy="2265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98D3B9-C11D-8844-871E-2BF839C4DA7B}"/>
              </a:ext>
            </a:extLst>
          </p:cNvPr>
          <p:cNvSpPr txBox="1"/>
          <p:nvPr/>
        </p:nvSpPr>
        <p:spPr>
          <a:xfrm>
            <a:off x="314038" y="1863718"/>
            <a:ext cx="26303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Rapidez </a:t>
            </a:r>
            <a:r>
              <a:rPr lang="es-ES" sz="1600" dirty="0">
                <a:sym typeface="Wingdings" panose="05000000000000000000" pitchFamily="2" charset="2"/>
              </a:rPr>
              <a:t></a:t>
            </a:r>
            <a:endParaRPr lang="es-ES" sz="1600" i="1" baseline="-25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B14F90-14F3-61DE-6AEC-DB67779E039B}"/>
              </a:ext>
            </a:extLst>
          </p:cNvPr>
          <p:cNvSpPr txBox="1"/>
          <p:nvPr/>
        </p:nvSpPr>
        <p:spPr>
          <a:xfrm>
            <a:off x="1043608" y="3554714"/>
            <a:ext cx="71002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Aceleración opuesta a        (fuerza centrípeta) </a:t>
            </a:r>
            <a:endParaRPr lang="es-ES" sz="1600" i="1" baseline="-25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5B16167-2334-10E5-B034-A21CF4954D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2603" b="-4495"/>
          <a:stretch/>
        </p:blipFill>
        <p:spPr>
          <a:xfrm>
            <a:off x="3159355" y="3552008"/>
            <a:ext cx="396954" cy="33311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C64A120-40CE-E45E-4C1A-6A09773E7B06}"/>
              </a:ext>
            </a:extLst>
          </p:cNvPr>
          <p:cNvSpPr txBox="1"/>
          <p:nvPr/>
        </p:nvSpPr>
        <p:spPr>
          <a:xfrm>
            <a:off x="277811" y="4321698"/>
            <a:ext cx="8592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Aplicación: movimiento de un satélite de masa </a:t>
            </a:r>
            <a:r>
              <a:rPr lang="es-ES" sz="1600" i="1" dirty="0"/>
              <a:t>m</a:t>
            </a:r>
            <a:r>
              <a:rPr lang="es-ES" sz="1600" dirty="0"/>
              <a:t> con rapidez </a:t>
            </a:r>
            <a:r>
              <a:rPr lang="es-ES" sz="1600" i="1" dirty="0"/>
              <a:t>s</a:t>
            </a:r>
            <a:r>
              <a:rPr lang="es-ES" sz="1600" dirty="0"/>
              <a:t> alrededor cuerpo central de masa </a:t>
            </a:r>
            <a:r>
              <a:rPr lang="es-ES" sz="1600" i="1" dirty="0"/>
              <a:t>M</a:t>
            </a:r>
            <a:endParaRPr lang="es-ES" sz="1600" i="1" baseline="-250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62FE8B-8864-E211-CA2C-A04665971394}"/>
              </a:ext>
            </a:extLst>
          </p:cNvPr>
          <p:cNvCxnSpPr>
            <a:cxnSpLocks/>
          </p:cNvCxnSpPr>
          <p:nvPr/>
        </p:nvCxnSpPr>
        <p:spPr>
          <a:xfrm>
            <a:off x="4503257" y="5195170"/>
            <a:ext cx="6239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6EB2AA8-AD33-43BA-27F2-8972CF54424A}"/>
              </a:ext>
            </a:extLst>
          </p:cNvPr>
          <p:cNvCxnSpPr>
            <a:cxnSpLocks/>
          </p:cNvCxnSpPr>
          <p:nvPr/>
        </p:nvCxnSpPr>
        <p:spPr>
          <a:xfrm>
            <a:off x="6204405" y="5195170"/>
            <a:ext cx="6239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9840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AECEAF-E743-176A-CBB1-5E52760C7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9974D1-9D75-AEF2-DFF8-D7A51EF12BBD}"/>
              </a:ext>
            </a:extLst>
          </p:cNvPr>
          <p:cNvSpPr txBox="1"/>
          <p:nvPr/>
        </p:nvSpPr>
        <p:spPr>
          <a:xfrm>
            <a:off x="179512" y="47667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Longitud de arco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66B368-45CB-C681-C358-532D16932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2399" y="1736582"/>
            <a:ext cx="1744910" cy="5788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04C37F-EDEB-447C-3DE3-6A506CE2E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368" y="2996952"/>
            <a:ext cx="5047426" cy="12031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B885E2-4460-155F-E727-2956340CF958}"/>
              </a:ext>
            </a:extLst>
          </p:cNvPr>
          <p:cNvSpPr txBox="1"/>
          <p:nvPr/>
        </p:nvSpPr>
        <p:spPr>
          <a:xfrm>
            <a:off x="323528" y="908720"/>
            <a:ext cx="71002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¿Cuál es la longitud de una trayectoria      ? </a:t>
            </a:r>
            <a:endParaRPr lang="es-ES" sz="1600" i="1" baseline="-25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EC6025-8AE9-B7CD-92A1-B72E598397C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1" r="91599" b="11462"/>
          <a:stretch/>
        </p:blipFill>
        <p:spPr>
          <a:xfrm>
            <a:off x="3925793" y="950843"/>
            <a:ext cx="338297" cy="2525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4C5DDB-0FF7-31BF-CF55-894B96B6E5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1117" y="1422068"/>
            <a:ext cx="570451" cy="23489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87AE35-5811-3263-566B-D5EBD633F2CE}"/>
              </a:ext>
            </a:extLst>
          </p:cNvPr>
          <p:cNvSpPr txBox="1"/>
          <p:nvPr/>
        </p:nvSpPr>
        <p:spPr>
          <a:xfrm>
            <a:off x="302162" y="1359330"/>
            <a:ext cx="71002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Rapidez          </a:t>
            </a:r>
            <a:r>
              <a:rPr lang="es-ES" sz="1600" dirty="0">
                <a:sym typeface="Wingdings" panose="05000000000000000000" pitchFamily="2" charset="2"/>
              </a:rPr>
              <a:t> tasa de cambio de la distancia recorrida respecto al tiempo</a:t>
            </a:r>
            <a:r>
              <a:rPr lang="es-ES" sz="1600" dirty="0"/>
              <a:t> </a:t>
            </a:r>
            <a:endParaRPr lang="es-ES" sz="1600" i="1" baseline="-25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E72A32-DC86-4189-E1DD-3A26A7AD0BA6}"/>
              </a:ext>
            </a:extLst>
          </p:cNvPr>
          <p:cNvSpPr txBox="1"/>
          <p:nvPr/>
        </p:nvSpPr>
        <p:spPr>
          <a:xfrm>
            <a:off x="1835696" y="1839587"/>
            <a:ext cx="18722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Longitud del arco:</a:t>
            </a:r>
            <a:endParaRPr lang="es-ES" sz="1600" i="1" baseline="-25000" dirty="0"/>
          </a:p>
        </p:txBody>
      </p:sp>
    </p:spTree>
    <p:extLst>
      <p:ext uri="{BB962C8B-B14F-4D97-AF65-F5344CB8AC3E}">
        <p14:creationId xmlns:p14="http://schemas.microsoft.com/office/powerpoint/2010/main" val="595816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3A5E-9ADA-DFAF-4368-8B928820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D40593-62CF-E148-092F-7A269CEAA4F7}"/>
              </a:ext>
            </a:extLst>
          </p:cNvPr>
          <p:cNvSpPr txBox="1"/>
          <p:nvPr/>
        </p:nvSpPr>
        <p:spPr>
          <a:xfrm>
            <a:off x="179512" y="476672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348D88-2FB5-2461-E3E6-BB9B95E6C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900484"/>
            <a:ext cx="6633692" cy="181844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2843040-5775-2B85-2AA8-BFD20EFC6158}"/>
              </a:ext>
            </a:extLst>
          </p:cNvPr>
          <p:cNvSpPr/>
          <p:nvPr/>
        </p:nvSpPr>
        <p:spPr>
          <a:xfrm>
            <a:off x="5724128" y="2348880"/>
            <a:ext cx="1872208" cy="3700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6488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3A5E-9ADA-DFAF-4368-8B928820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A002D-BAEC-BE11-FEDF-D0D28F32490C}"/>
              </a:ext>
            </a:extLst>
          </p:cNvPr>
          <p:cNvSpPr txBox="1"/>
          <p:nvPr/>
        </p:nvSpPr>
        <p:spPr>
          <a:xfrm>
            <a:off x="117541" y="404664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2D113C-FD4C-451C-991D-56C8E3E7D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836712"/>
            <a:ext cx="6141517" cy="129815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27E6CE0-564C-F23B-E53A-8421E9F250FB}"/>
              </a:ext>
            </a:extLst>
          </p:cNvPr>
          <p:cNvSpPr/>
          <p:nvPr/>
        </p:nvSpPr>
        <p:spPr>
          <a:xfrm>
            <a:off x="2771800" y="1700808"/>
            <a:ext cx="4032448" cy="2260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7F56F5-CB56-23D7-A349-B2D936429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2381347"/>
            <a:ext cx="1912690" cy="2516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5FD73C-D4C0-6594-CFA9-70B7FAB4F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744" y="2876623"/>
            <a:ext cx="3926048" cy="38589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A90457-0B6B-35D9-7C0E-093394484AC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34534"/>
          <a:stretch/>
        </p:blipFill>
        <p:spPr>
          <a:xfrm>
            <a:off x="474704" y="4740656"/>
            <a:ext cx="6375633" cy="121921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5276A71-6492-7A79-F9B3-1FD67B7B92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6256" y="5391396"/>
            <a:ext cx="1879134" cy="5368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32AC05-6F85-C73A-360E-0265379A993A}"/>
              </a:ext>
            </a:extLst>
          </p:cNvPr>
          <p:cNvSpPr txBox="1"/>
          <p:nvPr/>
        </p:nvSpPr>
        <p:spPr>
          <a:xfrm>
            <a:off x="348207" y="2347239"/>
            <a:ext cx="19915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Vector velocidad </a:t>
            </a:r>
            <a:r>
              <a:rPr lang="es-ES" sz="1600" dirty="0">
                <a:sym typeface="Wingdings" panose="05000000000000000000" pitchFamily="2" charset="2"/>
              </a:rPr>
              <a:t></a:t>
            </a:r>
            <a:endParaRPr lang="es-ES" sz="1600" i="1" baseline="-25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71C912-BB09-59CB-3561-485EE16444D2}"/>
              </a:ext>
            </a:extLst>
          </p:cNvPr>
          <p:cNvSpPr txBox="1"/>
          <p:nvPr/>
        </p:nvSpPr>
        <p:spPr>
          <a:xfrm>
            <a:off x="1115616" y="2945488"/>
            <a:ext cx="19915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Rapidez </a:t>
            </a:r>
            <a:r>
              <a:rPr lang="es-ES" sz="1600" dirty="0">
                <a:sym typeface="Wingdings" panose="05000000000000000000" pitchFamily="2" charset="2"/>
              </a:rPr>
              <a:t></a:t>
            </a:r>
            <a:endParaRPr lang="es-ES" sz="1600" i="1" baseline="-25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29FDD5-6611-E47F-BA2A-A04AACF47D32}"/>
              </a:ext>
            </a:extLst>
          </p:cNvPr>
          <p:cNvSpPr txBox="1"/>
          <p:nvPr/>
        </p:nvSpPr>
        <p:spPr>
          <a:xfrm>
            <a:off x="1103918" y="3448434"/>
            <a:ext cx="80400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El circulo se desplaza con velocidad constante, pero la trayectoria se desplaza con rapidez variable</a:t>
            </a:r>
            <a:endParaRPr lang="es-ES" sz="1600" i="1" baseline="-25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DCD67B-28B5-8D2A-182E-EED2055925BC}"/>
              </a:ext>
            </a:extLst>
          </p:cNvPr>
          <p:cNvSpPr txBox="1"/>
          <p:nvPr/>
        </p:nvSpPr>
        <p:spPr>
          <a:xfrm>
            <a:off x="348207" y="4312428"/>
            <a:ext cx="30716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Longitud de arco de un ciclo</a:t>
            </a:r>
            <a:endParaRPr lang="es-ES" sz="1600" i="1" baseline="-25000" dirty="0"/>
          </a:p>
        </p:txBody>
      </p:sp>
    </p:spTree>
    <p:extLst>
      <p:ext uri="{BB962C8B-B14F-4D97-AF65-F5344CB8AC3E}">
        <p14:creationId xmlns:p14="http://schemas.microsoft.com/office/powerpoint/2010/main" val="3777436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3A5E-9ADA-DFAF-4368-8B928820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A002D-BAEC-BE11-FEDF-D0D28F32490C}"/>
              </a:ext>
            </a:extLst>
          </p:cNvPr>
          <p:cNvSpPr txBox="1"/>
          <p:nvPr/>
        </p:nvSpPr>
        <p:spPr>
          <a:xfrm>
            <a:off x="117540" y="404664"/>
            <a:ext cx="31583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Ejemplo: trayectoria a trozos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8712EB-CF36-BA3D-8F9E-449CFF653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836712"/>
            <a:ext cx="6163192" cy="7904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B43315-12D3-301D-CF85-E33DBA76D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4" y="1772816"/>
            <a:ext cx="3221372" cy="20301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482D0F-EC4B-A9FC-A7B3-F56CBB971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9912" y="1879594"/>
            <a:ext cx="872455" cy="2516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33602AE-E03C-8160-AA82-5BC8E4F417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6416" y="2282982"/>
            <a:ext cx="637563" cy="20133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68C58C9-9381-5D95-5B8E-7E7F18DD93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4797" y="2219183"/>
            <a:ext cx="570451" cy="26844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B14700D-4B98-06E5-96D0-AF0D2FCFAE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3528" y="3028787"/>
            <a:ext cx="570451" cy="26005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D721533-77D7-0FAD-2336-2FC0CB9DC2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5613" y="3005931"/>
            <a:ext cx="1174459" cy="27683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43BCC57-6D62-A36D-8225-97EF7A68D0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60072" y="2978464"/>
            <a:ext cx="436228" cy="29361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71D66F4-6822-426D-445F-8FFF9AC2B9B0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12121" r="51805" b="12121"/>
          <a:stretch/>
        </p:blipFill>
        <p:spPr>
          <a:xfrm>
            <a:off x="117541" y="4199060"/>
            <a:ext cx="566027" cy="20972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2E6842D-3104-955A-1BC1-6D5737D0998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5332" y="5130759"/>
            <a:ext cx="436228" cy="27683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C43E6F1-FFCE-5A15-4207-F523A8F0CE5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16323" y="4171455"/>
            <a:ext cx="2147582" cy="24328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ADC3AD0-8505-B881-FC64-D3972732850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17140" y="4111175"/>
            <a:ext cx="1107347" cy="31039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BD702B6-AB2A-DD14-7285-827906B882C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77722" y="4161686"/>
            <a:ext cx="1308683" cy="26844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8C8C1FEB-96DF-EC8A-BCC3-04A64DFE096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83930" y="4610961"/>
            <a:ext cx="1912690" cy="27683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71F9844B-01D3-AD2D-F2F3-04B3D351EE3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58753" y="4610961"/>
            <a:ext cx="1107347" cy="25167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612760D-BABF-C556-159B-C821A9B0D5B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63782" y="5143342"/>
            <a:ext cx="1711354" cy="25167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378F58FD-EA38-68CF-23E5-29AA4E3E64F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00022" y="5101397"/>
            <a:ext cx="402672" cy="293615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8EE96FA1-653F-6C88-5561-0040A95B12E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908869" y="4665781"/>
            <a:ext cx="402672" cy="251670"/>
          </a:xfrm>
          <a:prstGeom prst="rect">
            <a:avLst/>
          </a:prstGeom>
        </p:spPr>
      </p:pic>
      <p:sp>
        <p:nvSpPr>
          <p:cNvPr id="2" name="Right Brace 1">
            <a:extLst>
              <a:ext uri="{FF2B5EF4-FFF2-40B4-BE49-F238E27FC236}">
                <a16:creationId xmlns:a16="http://schemas.microsoft.com/office/drawing/2014/main" id="{5B0F959F-02EF-B525-1200-C421154FACFC}"/>
              </a:ext>
            </a:extLst>
          </p:cNvPr>
          <p:cNvSpPr/>
          <p:nvPr/>
        </p:nvSpPr>
        <p:spPr>
          <a:xfrm>
            <a:off x="4909365" y="1791711"/>
            <a:ext cx="281367" cy="91446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A7BF55-C4C1-A122-AB06-4B98FDFD13FF}"/>
              </a:ext>
            </a:extLst>
          </p:cNvPr>
          <p:cNvSpPr txBox="1"/>
          <p:nvPr/>
        </p:nvSpPr>
        <p:spPr>
          <a:xfrm>
            <a:off x="5175045" y="2048745"/>
            <a:ext cx="31583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No son diferenciables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467A9019-7CB8-FE33-5A18-37917F201FA2}"/>
              </a:ext>
            </a:extLst>
          </p:cNvPr>
          <p:cNvSpPr/>
          <p:nvPr/>
        </p:nvSpPr>
        <p:spPr>
          <a:xfrm>
            <a:off x="4396545" y="2817253"/>
            <a:ext cx="281367" cy="65959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C001AB0-7347-66E1-122A-C9032E18804D}"/>
              </a:ext>
            </a:extLst>
          </p:cNvPr>
          <p:cNvCxnSpPr>
            <a:cxnSpLocks/>
          </p:cNvCxnSpPr>
          <p:nvPr/>
        </p:nvCxnSpPr>
        <p:spPr>
          <a:xfrm>
            <a:off x="755576" y="4293096"/>
            <a:ext cx="6239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23EBF2F-1FE0-12DF-256F-A927A759F282}"/>
              </a:ext>
            </a:extLst>
          </p:cNvPr>
          <p:cNvCxnSpPr>
            <a:cxnSpLocks/>
          </p:cNvCxnSpPr>
          <p:nvPr/>
        </p:nvCxnSpPr>
        <p:spPr>
          <a:xfrm>
            <a:off x="3693156" y="4303922"/>
            <a:ext cx="6239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388D245-5230-123E-4002-67167CBA92A3}"/>
              </a:ext>
            </a:extLst>
          </p:cNvPr>
          <p:cNvCxnSpPr>
            <a:cxnSpLocks/>
          </p:cNvCxnSpPr>
          <p:nvPr/>
        </p:nvCxnSpPr>
        <p:spPr>
          <a:xfrm>
            <a:off x="5424487" y="4293095"/>
            <a:ext cx="6239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EA05A14C-D0ED-B448-80A1-4E1E795E89B5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4326" t="8211" r="2756"/>
          <a:stretch/>
        </p:blipFill>
        <p:spPr>
          <a:xfrm>
            <a:off x="117540" y="4663345"/>
            <a:ext cx="504056" cy="254106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F6E395A-F57D-317F-2EF1-4DB460A5D8F9}"/>
              </a:ext>
            </a:extLst>
          </p:cNvPr>
          <p:cNvCxnSpPr>
            <a:cxnSpLocks/>
          </p:cNvCxnSpPr>
          <p:nvPr/>
        </p:nvCxnSpPr>
        <p:spPr>
          <a:xfrm>
            <a:off x="683568" y="4776090"/>
            <a:ext cx="6239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370D248-E9F4-D9D9-9703-2E8FDAFCF750}"/>
              </a:ext>
            </a:extLst>
          </p:cNvPr>
          <p:cNvCxnSpPr>
            <a:cxnSpLocks/>
          </p:cNvCxnSpPr>
          <p:nvPr/>
        </p:nvCxnSpPr>
        <p:spPr>
          <a:xfrm>
            <a:off x="3467920" y="4760411"/>
            <a:ext cx="6239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4CFFCC7-910F-4FC6-0F89-09D1A86F69AE}"/>
              </a:ext>
            </a:extLst>
          </p:cNvPr>
          <p:cNvCxnSpPr>
            <a:cxnSpLocks/>
          </p:cNvCxnSpPr>
          <p:nvPr/>
        </p:nvCxnSpPr>
        <p:spPr>
          <a:xfrm>
            <a:off x="683568" y="5261232"/>
            <a:ext cx="6239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1C7A1E3-D251-E83F-D06D-DBB64201CBB8}"/>
              </a:ext>
            </a:extLst>
          </p:cNvPr>
          <p:cNvCxnSpPr>
            <a:cxnSpLocks/>
          </p:cNvCxnSpPr>
          <p:nvPr/>
        </p:nvCxnSpPr>
        <p:spPr>
          <a:xfrm>
            <a:off x="3275856" y="5261232"/>
            <a:ext cx="6239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84C16C31-8658-4BD1-E573-38A619A3588C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r="33458" b="14142"/>
          <a:stretch/>
        </p:blipFill>
        <p:spPr>
          <a:xfrm>
            <a:off x="3941059" y="5100390"/>
            <a:ext cx="736853" cy="216077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EA4B4E9-C960-0421-B102-C977D59744D5}"/>
              </a:ext>
            </a:extLst>
          </p:cNvPr>
          <p:cNvCxnSpPr>
            <a:cxnSpLocks/>
          </p:cNvCxnSpPr>
          <p:nvPr/>
        </p:nvCxnSpPr>
        <p:spPr>
          <a:xfrm>
            <a:off x="5453738" y="4748770"/>
            <a:ext cx="6239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830213BF-CDAB-1A75-1731-CDAB892AFBC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178186" y="4613603"/>
            <a:ext cx="402672" cy="293615"/>
          </a:xfrm>
          <a:prstGeom prst="rect">
            <a:avLst/>
          </a:prstGeom>
        </p:spPr>
      </p:pic>
      <p:sp>
        <p:nvSpPr>
          <p:cNvPr id="25" name="Right Brace 24">
            <a:extLst>
              <a:ext uri="{FF2B5EF4-FFF2-40B4-BE49-F238E27FC236}">
                <a16:creationId xmlns:a16="http://schemas.microsoft.com/office/drawing/2014/main" id="{742F1F27-9764-0A86-1DCC-780D9AA7138A}"/>
              </a:ext>
            </a:extLst>
          </p:cNvPr>
          <p:cNvSpPr/>
          <p:nvPr/>
        </p:nvSpPr>
        <p:spPr>
          <a:xfrm>
            <a:off x="7486869" y="4111174"/>
            <a:ext cx="281367" cy="140605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E8559-590F-49C6-04DC-0C6A672B53E7}"/>
              </a:ext>
            </a:extLst>
          </p:cNvPr>
          <p:cNvSpPr txBox="1"/>
          <p:nvPr/>
        </p:nvSpPr>
        <p:spPr>
          <a:xfrm>
            <a:off x="7685881" y="4193703"/>
            <a:ext cx="1405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Longitud del arco</a:t>
            </a:r>
          </a:p>
        </p:txBody>
      </p:sp>
    </p:spTree>
    <p:extLst>
      <p:ext uri="{BB962C8B-B14F-4D97-AF65-F5344CB8AC3E}">
        <p14:creationId xmlns:p14="http://schemas.microsoft.com/office/powerpoint/2010/main" val="2072807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3A5E-9ADA-DFAF-4368-8B928820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A002D-BAEC-BE11-FEDF-D0D28F32490C}"/>
              </a:ext>
            </a:extLst>
          </p:cNvPr>
          <p:cNvSpPr txBox="1"/>
          <p:nvPr/>
        </p:nvSpPr>
        <p:spPr>
          <a:xfrm>
            <a:off x="117541" y="404664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E08B7A-F3EC-35EF-31AF-1A6347BE1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743218"/>
            <a:ext cx="5345967" cy="3322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7E9A19-603D-020E-ED19-8190924E0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077" y="1345980"/>
            <a:ext cx="1778466" cy="2265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5869D2-289F-0133-57CD-4ED445ACDE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5301" y="1730710"/>
            <a:ext cx="1711354" cy="2684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4D6DABA-C0C2-C8F0-6148-85411979D4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7137" y="1542602"/>
            <a:ext cx="4832059" cy="5956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BFFEF86-73D7-2452-DAB2-41837699FE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9749" y="2272387"/>
            <a:ext cx="2416029" cy="82212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BD545F2-008D-D960-B092-2B5BC866DD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3808" y="3380537"/>
            <a:ext cx="5301842" cy="53689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15ED8B4-8707-9AE0-A387-BEC3138654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842" y="4162370"/>
            <a:ext cx="5637402" cy="187074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ED32E1-54C3-D9D4-7F9F-BE3A3AE6572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79653" y="6361362"/>
            <a:ext cx="610108" cy="21353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03241FB-673F-0296-0756-01E37D264CB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49149" y="6358587"/>
            <a:ext cx="823646" cy="21353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77E6529-BFDA-E04D-7A47-6373E9FA553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6904" y="6347910"/>
            <a:ext cx="1342239" cy="2348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22D7E0-59FA-3EAE-D1BB-66A62111C49D}"/>
              </a:ext>
            </a:extLst>
          </p:cNvPr>
          <p:cNvSpPr txBox="1"/>
          <p:nvPr/>
        </p:nvSpPr>
        <p:spPr>
          <a:xfrm>
            <a:off x="294392" y="1290616"/>
            <a:ext cx="12890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Trayectoria: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90B2E1-92C0-5B5C-5C4F-F20CCDDD2A8D}"/>
              </a:ext>
            </a:extLst>
          </p:cNvPr>
          <p:cNvSpPr txBox="1"/>
          <p:nvPr/>
        </p:nvSpPr>
        <p:spPr>
          <a:xfrm>
            <a:off x="323528" y="1695657"/>
            <a:ext cx="12890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Velocidad: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CD91695-50F1-28A5-4EBC-0677FB47B871}"/>
              </a:ext>
            </a:extLst>
          </p:cNvPr>
          <p:cNvCxnSpPr>
            <a:cxnSpLocks/>
          </p:cNvCxnSpPr>
          <p:nvPr/>
        </p:nvCxnSpPr>
        <p:spPr>
          <a:xfrm>
            <a:off x="3163153" y="1896954"/>
            <a:ext cx="6239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3C6242C-36DB-9B40-D635-218E636DBF21}"/>
              </a:ext>
            </a:extLst>
          </p:cNvPr>
          <p:cNvSpPr txBox="1"/>
          <p:nvPr/>
        </p:nvSpPr>
        <p:spPr>
          <a:xfrm>
            <a:off x="339590" y="2564838"/>
            <a:ext cx="21441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Longitud del arco: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07ABA26-BCFB-6F7F-3911-857D7B2D3B6E}"/>
              </a:ext>
            </a:extLst>
          </p:cNvPr>
          <p:cNvCxnSpPr>
            <a:cxnSpLocks/>
          </p:cNvCxnSpPr>
          <p:nvPr/>
        </p:nvCxnSpPr>
        <p:spPr>
          <a:xfrm flipV="1">
            <a:off x="3563888" y="2913516"/>
            <a:ext cx="0" cy="515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5B59F60-4315-0622-E000-95076522C93E}"/>
              </a:ext>
            </a:extLst>
          </p:cNvPr>
          <p:cNvSpPr txBox="1"/>
          <p:nvPr/>
        </p:nvSpPr>
        <p:spPr>
          <a:xfrm>
            <a:off x="409142" y="6285602"/>
            <a:ext cx="62510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La trayectoria </a:t>
            </a:r>
            <a:r>
              <a:rPr lang="es-ES" sz="1600" b="1" i="1" dirty="0"/>
              <a:t>c</a:t>
            </a:r>
            <a:r>
              <a:rPr lang="es-ES" sz="1600" dirty="0"/>
              <a:t> conecta los puntos           y                : distancia</a:t>
            </a:r>
          </a:p>
        </p:txBody>
      </p:sp>
    </p:spTree>
    <p:extLst>
      <p:ext uri="{BB962C8B-B14F-4D97-AF65-F5344CB8AC3E}">
        <p14:creationId xmlns:p14="http://schemas.microsoft.com/office/powerpoint/2010/main" val="374789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AECEAF-E743-176A-CBB1-5E52760C7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9974D1-9D75-AEF2-DFF8-D7A51EF12BBD}"/>
              </a:ext>
            </a:extLst>
          </p:cNvPr>
          <p:cNvSpPr txBox="1"/>
          <p:nvPr/>
        </p:nvSpPr>
        <p:spPr>
          <a:xfrm>
            <a:off x="179512" y="47667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Diferencial de la longitud de arco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B55624-64C2-18C0-B4F6-6EF970981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40" y="1124744"/>
            <a:ext cx="5856292" cy="29620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DDFE94-1216-C5FC-BA02-30DBDA630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1" y="3717032"/>
            <a:ext cx="2016224" cy="3012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8F3B48-97E6-9A6A-2D25-1E3BCF4AB1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632" y="4519097"/>
            <a:ext cx="4752528" cy="214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541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AECEAF-E743-176A-CBB1-5E52760C7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44209-DBF5-C4E1-2439-11272E51D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248" y="438395"/>
            <a:ext cx="5995072" cy="347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788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3A5E-9ADA-DFAF-4368-8B928820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A002D-BAEC-BE11-FEDF-D0D28F32490C}"/>
              </a:ext>
            </a:extLst>
          </p:cNvPr>
          <p:cNvSpPr txBox="1"/>
          <p:nvPr/>
        </p:nvSpPr>
        <p:spPr>
          <a:xfrm>
            <a:off x="117541" y="404664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F9A936-D746-04ED-E2D7-7F1DD0113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759783"/>
            <a:ext cx="6523232" cy="6523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68C999-7C2D-E8C1-2411-E4B07BD71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812930"/>
            <a:ext cx="3288484" cy="2432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28BF8F-0304-E9A1-753D-29B4FC4689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8" y="2234324"/>
            <a:ext cx="5335398" cy="3355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62D62C3-C220-A8AC-9A3F-82E3E88EA5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60" y="2897808"/>
            <a:ext cx="1476462" cy="52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375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AECEAF-E743-176A-CBB1-5E52760C7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05B2ED-B114-2667-9227-3DED97896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733" y="1157392"/>
            <a:ext cx="1744910" cy="5033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D5BA6A-5F9F-105B-91B2-956BEA994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421" y="1247526"/>
            <a:ext cx="1308683" cy="3775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C078AD-9FA3-6A19-855C-870F09EF2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0536" y="2420888"/>
            <a:ext cx="2650921" cy="5368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3A8092-32BD-5D18-506B-8BC60D999D07}"/>
              </a:ext>
            </a:extLst>
          </p:cNvPr>
          <p:cNvSpPr txBox="1"/>
          <p:nvPr/>
        </p:nvSpPr>
        <p:spPr>
          <a:xfrm>
            <a:off x="117540" y="404664"/>
            <a:ext cx="5822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Función longitud del arco       asociada a una trayectoria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8FD8E1-9964-D0CC-BA74-77FDC4EF74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19" t="23512" r="79366" b="20206"/>
          <a:stretch/>
        </p:blipFill>
        <p:spPr>
          <a:xfrm>
            <a:off x="2483768" y="459924"/>
            <a:ext cx="333536" cy="2832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B384F8-D9B6-BC6F-93CD-621CAA9F87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7828" y="466550"/>
            <a:ext cx="335560" cy="25167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F412401-26DB-8118-7EAF-17358EF7B028}"/>
              </a:ext>
            </a:extLst>
          </p:cNvPr>
          <p:cNvCxnSpPr>
            <a:cxnSpLocks/>
          </p:cNvCxnSpPr>
          <p:nvPr/>
        </p:nvCxnSpPr>
        <p:spPr>
          <a:xfrm>
            <a:off x="3554437" y="1446376"/>
            <a:ext cx="6239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58C2851-FFDE-9D5E-F274-599D3ECAFA34}"/>
              </a:ext>
            </a:extLst>
          </p:cNvPr>
          <p:cNvSpPr txBox="1"/>
          <p:nvPr/>
        </p:nvSpPr>
        <p:spPr>
          <a:xfrm>
            <a:off x="2535837" y="1786671"/>
            <a:ext cx="34563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Teorema fundamental del calculo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0FD569D-29D1-CA0B-0DBE-47BD4CD7D018}"/>
              </a:ext>
            </a:extLst>
          </p:cNvPr>
          <p:cNvCxnSpPr>
            <a:cxnSpLocks/>
          </p:cNvCxnSpPr>
          <p:nvPr/>
        </p:nvCxnSpPr>
        <p:spPr>
          <a:xfrm flipV="1">
            <a:off x="3852171" y="1510000"/>
            <a:ext cx="0" cy="276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0535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3A5E-9ADA-DFAF-4368-8B928820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A002D-BAEC-BE11-FEDF-D0D28F32490C}"/>
              </a:ext>
            </a:extLst>
          </p:cNvPr>
          <p:cNvSpPr txBox="1"/>
          <p:nvPr/>
        </p:nvSpPr>
        <p:spPr>
          <a:xfrm>
            <a:off x="117541" y="404664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8F7B72-C974-A11D-425B-F73151135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908720"/>
            <a:ext cx="6307208" cy="227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8521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AECEAF-E743-176A-CBB1-5E52760C7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9974D1-9D75-AEF2-DFF8-D7A51EF12BBD}"/>
              </a:ext>
            </a:extLst>
          </p:cNvPr>
          <p:cNvSpPr txBox="1"/>
          <p:nvPr/>
        </p:nvSpPr>
        <p:spPr>
          <a:xfrm>
            <a:off x="179512" y="47667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Campos vectoriales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75266F-45CA-DFE2-4052-22ADA2C80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287" y="1030224"/>
            <a:ext cx="5459263" cy="10316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1FCFD0-D4AE-28ED-EFC2-3921AEF25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04" y="2106671"/>
            <a:ext cx="3245566" cy="24020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2860244-5ABE-831E-01E2-3370789321F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r="6107" b="20400"/>
          <a:stretch/>
        </p:blipFill>
        <p:spPr>
          <a:xfrm>
            <a:off x="4644008" y="2391058"/>
            <a:ext cx="1386303" cy="1936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02BE21E-845F-885A-F396-D5536F95CC2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" r="39270" b="6315"/>
          <a:stretch/>
        </p:blipFill>
        <p:spPr>
          <a:xfrm>
            <a:off x="5101038" y="3506245"/>
            <a:ext cx="815136" cy="25935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69166D7-E8D0-EC17-2CBC-84CD4C9FA4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6301" y="4795674"/>
            <a:ext cx="3926048" cy="3355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21044DD-9545-1EB6-4976-7D6C2C6D23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918" y="5566844"/>
            <a:ext cx="906011" cy="2516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505E6C3-9ABA-0E68-E8A1-829871961902}"/>
              </a:ext>
            </a:extLst>
          </p:cNvPr>
          <p:cNvSpPr txBox="1"/>
          <p:nvPr/>
        </p:nvSpPr>
        <p:spPr>
          <a:xfrm>
            <a:off x="3168584" y="2328040"/>
            <a:ext cx="5822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Campo escalar                          , a cada punto le asignamos un numero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92F190-0442-88CB-C24D-21CA61325041}"/>
                  </a:ext>
                </a:extLst>
              </p:cNvPr>
              <p:cNvSpPr txBox="1"/>
              <p:nvPr/>
            </p:nvSpPr>
            <p:spPr>
              <a:xfrm>
                <a:off x="3537581" y="3506245"/>
                <a:ext cx="51845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600" dirty="0"/>
                  <a:t>Campo vectorial               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s-ES" sz="1600" dirty="0"/>
                  <a:t> tiene 3 componentes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92F190-0442-88CB-C24D-21CA61325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581" y="3506245"/>
                <a:ext cx="5184576" cy="338554"/>
              </a:xfrm>
              <a:prstGeom prst="rect">
                <a:avLst/>
              </a:prstGeom>
              <a:blipFill>
                <a:blip r:embed="rId8"/>
                <a:stretch>
                  <a:fillRect l="-588" t="-5357" b="-2142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0A99969-4999-7749-D40F-84928DC7EF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8606" y="3963983"/>
            <a:ext cx="872455" cy="2265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CECC341-A92F-1AB2-E295-D938C4170A2F}"/>
              </a:ext>
            </a:extLst>
          </p:cNvPr>
          <p:cNvSpPr txBox="1"/>
          <p:nvPr/>
        </p:nvSpPr>
        <p:spPr>
          <a:xfrm>
            <a:off x="3563888" y="4276411"/>
            <a:ext cx="5822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err="1"/>
              <a:t>cada</a:t>
            </a:r>
            <a:r>
              <a:rPr lang="en-GB" sz="1600" dirty="0"/>
              <a:t> uno es un campo </a:t>
            </a:r>
            <a:r>
              <a:rPr lang="en-GB" sz="1600" dirty="0" err="1"/>
              <a:t>escalar</a:t>
            </a:r>
            <a:endParaRPr lang="es-E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2EC60E1-78D3-2D36-7634-2CED29A24391}"/>
                  </a:ext>
                </a:extLst>
              </p:cNvPr>
              <p:cNvSpPr txBox="1"/>
              <p:nvPr/>
            </p:nvSpPr>
            <p:spPr>
              <a:xfrm>
                <a:off x="347067" y="5533753"/>
                <a:ext cx="51845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600" dirty="0"/>
                  <a:t>Campo vectorial 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s-ES" sz="1600" dirty="0"/>
                  <a:t> tiene </a:t>
                </a:r>
                <a:r>
                  <a:rPr lang="es-ES" sz="1600" i="1" dirty="0"/>
                  <a:t>n</a:t>
                </a:r>
                <a:r>
                  <a:rPr lang="es-ES" sz="1600" dirty="0"/>
                  <a:t> componentes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2EC60E1-78D3-2D36-7634-2CED29A24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67" y="5533753"/>
                <a:ext cx="5184576" cy="338554"/>
              </a:xfrm>
              <a:prstGeom prst="rect">
                <a:avLst/>
              </a:prstGeom>
              <a:blipFill>
                <a:blip r:embed="rId10"/>
                <a:stretch>
                  <a:fillRect l="-706" t="-5455" b="-236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0450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3A5E-9ADA-DFAF-4368-8B928820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A002D-BAEC-BE11-FEDF-D0D28F32490C}"/>
              </a:ext>
            </a:extLst>
          </p:cNvPr>
          <p:cNvSpPr txBox="1"/>
          <p:nvPr/>
        </p:nvSpPr>
        <p:spPr>
          <a:xfrm>
            <a:off x="117541" y="404664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F0D2A7-6D9C-618C-5666-BF2B50DAE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908720"/>
            <a:ext cx="6201644" cy="1230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F49B33-B1A6-E5C6-A4F0-0D7CE573C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2636912"/>
            <a:ext cx="4194495" cy="269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240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3A5E-9ADA-DFAF-4368-8B928820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A002D-BAEC-BE11-FEDF-D0D28F32490C}"/>
              </a:ext>
            </a:extLst>
          </p:cNvPr>
          <p:cNvSpPr txBox="1"/>
          <p:nvPr/>
        </p:nvSpPr>
        <p:spPr>
          <a:xfrm>
            <a:off x="117541" y="404664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A25C47-E7C5-5776-3C67-80A548F15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645" y="908720"/>
            <a:ext cx="6290430" cy="22112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5231B0-A741-8158-11D7-9F4CE69FE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32" y="3356992"/>
            <a:ext cx="2650921" cy="312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630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AECEAF-E743-176A-CBB1-5E52760C7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923E8F-E281-011C-AA49-C8D76C608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255019"/>
            <a:ext cx="4362275" cy="4530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5049FD-F156-2A86-4E66-90071AA63062}"/>
              </a:ext>
            </a:extLst>
          </p:cNvPr>
          <p:cNvSpPr txBox="1"/>
          <p:nvPr/>
        </p:nvSpPr>
        <p:spPr>
          <a:xfrm>
            <a:off x="251520" y="642174"/>
            <a:ext cx="5184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Recordatorio, gradiente de una función: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0542E5-8D57-0784-C9BD-670C46B04F77}"/>
              </a:ext>
            </a:extLst>
          </p:cNvPr>
          <p:cNvSpPr txBox="1"/>
          <p:nvPr/>
        </p:nvSpPr>
        <p:spPr>
          <a:xfrm>
            <a:off x="279647" y="2132856"/>
            <a:ext cx="51845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Se puede interpretar como un campo vectorial</a:t>
            </a:r>
          </a:p>
        </p:txBody>
      </p:sp>
    </p:spTree>
    <p:extLst>
      <p:ext uri="{BB962C8B-B14F-4D97-AF65-F5344CB8AC3E}">
        <p14:creationId xmlns:p14="http://schemas.microsoft.com/office/powerpoint/2010/main" val="23005498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AECEAF-E743-176A-CBB1-5E52760C7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9974D1-9D75-AEF2-DFF8-D7A51EF12BBD}"/>
              </a:ext>
            </a:extLst>
          </p:cNvPr>
          <p:cNvSpPr txBox="1"/>
          <p:nvPr/>
        </p:nvSpPr>
        <p:spPr>
          <a:xfrm>
            <a:off x="179512" y="47667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Líneas de flujo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9ED6D0-3DF8-B1B3-B588-A069DE429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270" y="977353"/>
            <a:ext cx="5839514" cy="11950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65D9B3-0193-4046-048C-A3329C43E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13057"/>
            <a:ext cx="3609463" cy="10081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EA8E59-8B12-E9EC-50C2-3510A8153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180" y="3524199"/>
            <a:ext cx="2679166" cy="23564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1BC14F0-494A-E64E-5842-5B0184ACE7B1}"/>
              </a:ext>
            </a:extLst>
          </p:cNvPr>
          <p:cNvSpPr txBox="1"/>
          <p:nvPr/>
        </p:nvSpPr>
        <p:spPr>
          <a:xfrm>
            <a:off x="3923928" y="3524199"/>
            <a:ext cx="50440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Es una curva que describe su trayectoria a través del dominio del campo vectorial : el vector tangente a la curva coincide con el campo vectorial.</a:t>
            </a:r>
          </a:p>
        </p:txBody>
      </p:sp>
    </p:spTree>
    <p:extLst>
      <p:ext uri="{BB962C8B-B14F-4D97-AF65-F5344CB8AC3E}">
        <p14:creationId xmlns:p14="http://schemas.microsoft.com/office/powerpoint/2010/main" val="21543707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AECEAF-E743-176A-CBB1-5E52760C7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8B5C531-72FB-3160-2B09-737E7630C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1124744"/>
            <a:ext cx="2248250" cy="90601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37D1307-4451-2AA0-C57E-7919E454CE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670" r="3927" b="1"/>
          <a:stretch/>
        </p:blipFill>
        <p:spPr>
          <a:xfrm>
            <a:off x="1167890" y="1430573"/>
            <a:ext cx="1160578" cy="23991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CBFC3C4-67CC-67AA-91E6-AD59616A5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1782" y="2871086"/>
            <a:ext cx="2248250" cy="26844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8F3B00E-196E-AA97-7A67-59D08DC74D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544" y="2902982"/>
            <a:ext cx="1644242" cy="2936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51114D-D51D-869E-78F9-36BE89C80B8E}"/>
              </a:ext>
            </a:extLst>
          </p:cNvPr>
          <p:cNvSpPr txBox="1"/>
          <p:nvPr/>
        </p:nvSpPr>
        <p:spPr>
          <a:xfrm>
            <a:off x="132399" y="516509"/>
            <a:ext cx="88320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Se puede interpretar como una solución a un sistema de ecuaciones diferenciales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F85313F4-10FD-7DFB-9D21-ABD4C257E0CC}"/>
              </a:ext>
            </a:extLst>
          </p:cNvPr>
          <p:cNvSpPr/>
          <p:nvPr/>
        </p:nvSpPr>
        <p:spPr>
          <a:xfrm>
            <a:off x="2432255" y="1154224"/>
            <a:ext cx="259496" cy="90601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A3EC02-19F0-5B2B-7168-26A91ACFD251}"/>
              </a:ext>
            </a:extLst>
          </p:cNvPr>
          <p:cNvCxnSpPr>
            <a:cxnSpLocks/>
          </p:cNvCxnSpPr>
          <p:nvPr/>
        </p:nvCxnSpPr>
        <p:spPr>
          <a:xfrm flipV="1">
            <a:off x="1283050" y="1721652"/>
            <a:ext cx="628442" cy="1181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C680AB5-4C48-9171-6681-9A19807C3003}"/>
              </a:ext>
            </a:extLst>
          </p:cNvPr>
          <p:cNvCxnSpPr>
            <a:cxnSpLocks/>
          </p:cNvCxnSpPr>
          <p:nvPr/>
        </p:nvCxnSpPr>
        <p:spPr>
          <a:xfrm flipH="1" flipV="1">
            <a:off x="1979712" y="1721652"/>
            <a:ext cx="1008112" cy="1178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2576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3A5E-9ADA-DFAF-4368-8B928820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A002D-BAEC-BE11-FEDF-D0D28F32490C}"/>
              </a:ext>
            </a:extLst>
          </p:cNvPr>
          <p:cNvSpPr txBox="1"/>
          <p:nvPr/>
        </p:nvSpPr>
        <p:spPr>
          <a:xfrm>
            <a:off x="117541" y="404664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F4C5DC-0643-5000-4BE5-16049EE58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908720"/>
            <a:ext cx="6472898" cy="8055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EAE348-2993-E4C8-1DD0-7E6D1D4C9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850" y="2038875"/>
            <a:ext cx="1208015" cy="2516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71A010-4CF4-D271-6BD4-BEBDE003C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772" y="2814580"/>
            <a:ext cx="1510018" cy="2432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C6A257-0BF0-F2EF-DA04-F6DB263A7E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9832" y="2829387"/>
            <a:ext cx="2885813" cy="2432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9828D2-3287-0A13-9F35-5E49D363DF6D}"/>
              </a:ext>
            </a:extLst>
          </p:cNvPr>
          <p:cNvSpPr txBox="1"/>
          <p:nvPr/>
        </p:nvSpPr>
        <p:spPr>
          <a:xfrm>
            <a:off x="639213" y="2000494"/>
            <a:ext cx="15565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comprobamos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6AD3770-194F-46ED-2777-C45CFDB77851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1836781" y="2290545"/>
            <a:ext cx="358955" cy="524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C4CAB1-5BB4-75E4-E6AF-25D5E8254FED}"/>
              </a:ext>
            </a:extLst>
          </p:cNvPr>
          <p:cNvCxnSpPr>
            <a:cxnSpLocks/>
          </p:cNvCxnSpPr>
          <p:nvPr/>
        </p:nvCxnSpPr>
        <p:spPr>
          <a:xfrm flipH="1" flipV="1">
            <a:off x="2771800" y="2346451"/>
            <a:ext cx="1368152" cy="5007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8306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AECEAF-E743-176A-CBB1-5E52760C7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9974D1-9D75-AEF2-DFF8-D7A51EF12BBD}"/>
              </a:ext>
            </a:extLst>
          </p:cNvPr>
          <p:cNvSpPr txBox="1"/>
          <p:nvPr/>
        </p:nvSpPr>
        <p:spPr>
          <a:xfrm>
            <a:off x="179512" y="47667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Divergencia y rotacional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F9666E-35D0-4B40-70B4-BE1CF7EE09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6749"/>
          <a:stretch/>
        </p:blipFill>
        <p:spPr>
          <a:xfrm>
            <a:off x="2303680" y="963987"/>
            <a:ext cx="468120" cy="5704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603F06-48A8-C398-BB62-B60103AE72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943" r="1143"/>
          <a:stretch/>
        </p:blipFill>
        <p:spPr>
          <a:xfrm>
            <a:off x="2350589" y="2102980"/>
            <a:ext cx="2261583" cy="60594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C05BA7D-D39E-7721-A2A2-033AF1CA1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8942" y="3209414"/>
            <a:ext cx="5688635" cy="120850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DCF1F1D-577C-425F-67CA-C11DC9B44B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072" y="4829904"/>
            <a:ext cx="1375794" cy="31878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73F3256-C86D-3826-E8A1-CACC3D6D73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955" y="5266528"/>
            <a:ext cx="3590488" cy="6543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2FE8180-5707-36E9-1472-4EF118C92C19}"/>
              </a:ext>
            </a:extLst>
          </p:cNvPr>
          <p:cNvSpPr txBox="1"/>
          <p:nvPr/>
        </p:nvSpPr>
        <p:spPr>
          <a:xfrm>
            <a:off x="562860" y="1633751"/>
            <a:ext cx="1952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Operador nabla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7DE11433-9AC4-C39E-3FDE-F8E545B731F2}"/>
              </a:ext>
            </a:extLst>
          </p:cNvPr>
          <p:cNvSpPr/>
          <p:nvPr/>
        </p:nvSpPr>
        <p:spPr>
          <a:xfrm>
            <a:off x="2045051" y="1213738"/>
            <a:ext cx="258697" cy="130137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1ADF2F-0BA5-FF03-AFC8-52DE6297A9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0032" y="2315272"/>
            <a:ext cx="2013358" cy="2181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B2AF7D-8D63-DB49-A004-18AA77958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902" y="1552404"/>
            <a:ext cx="2013358" cy="5704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B25103-7A7E-46E2-280D-6A2F9762C2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93534" y="987573"/>
            <a:ext cx="906011" cy="5452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FF47974-A790-0D06-8067-93C5021BE83A}"/>
                  </a:ext>
                </a:extLst>
              </p:cNvPr>
              <p:cNvSpPr txBox="1"/>
              <p:nvPr/>
            </p:nvSpPr>
            <p:spPr>
              <a:xfrm>
                <a:off x="398275" y="4836530"/>
                <a:ext cx="691002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600" dirty="0"/>
                  <a:t>Si                         es un campo vectorial 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s-ES" sz="1600" dirty="0"/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FF47974-A790-0D06-8067-93C5021BE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75" y="4836530"/>
                <a:ext cx="6910029" cy="338554"/>
              </a:xfrm>
              <a:prstGeom prst="rect">
                <a:avLst/>
              </a:prstGeom>
              <a:blipFill>
                <a:blip r:embed="rId9"/>
                <a:stretch>
                  <a:fillRect l="-441" t="-5357" b="-2142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20042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3A5E-9ADA-DFAF-4368-8B928820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A002D-BAEC-BE11-FEDF-D0D28F32490C}"/>
              </a:ext>
            </a:extLst>
          </p:cNvPr>
          <p:cNvSpPr txBox="1"/>
          <p:nvPr/>
        </p:nvSpPr>
        <p:spPr>
          <a:xfrm>
            <a:off x="117541" y="404664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84F790-E425-E200-F311-24BBCA792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836712"/>
            <a:ext cx="3812841" cy="7625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CECE85-7FA9-D245-CDA4-DC7A72B8A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2204864"/>
            <a:ext cx="5033394" cy="48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1262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3A5E-9ADA-DFAF-4368-8B928820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A002D-BAEC-BE11-FEDF-D0D28F32490C}"/>
              </a:ext>
            </a:extLst>
          </p:cNvPr>
          <p:cNvSpPr txBox="1"/>
          <p:nvPr/>
        </p:nvSpPr>
        <p:spPr>
          <a:xfrm>
            <a:off x="117541" y="404664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Interpretación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FFCCC0-410A-7822-396C-CC8DE57C5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73" y="2428932"/>
            <a:ext cx="1644242" cy="2684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2CF6B9-C213-8C18-4A42-0713E4372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048" y="2298396"/>
            <a:ext cx="1644242" cy="5452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E40913-F53B-A9C4-FCF9-45FE0CBA3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05" y="3972465"/>
            <a:ext cx="335560" cy="1929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BF8BA7-5528-B937-E4AE-6A13ED5392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5086" y="3087600"/>
            <a:ext cx="3174534" cy="27201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5BA4C9B-5ADF-62F0-C823-D3A17C9519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495" y="4512335"/>
            <a:ext cx="436228" cy="2684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8A1E612-E6D1-FB6F-BDB3-9763733108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607" y="4922676"/>
            <a:ext cx="369116" cy="24328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4D88417-3860-0456-6440-C8A704AFFE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4850" y="5733256"/>
            <a:ext cx="2315361" cy="5956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43BCD8-3EA2-4F75-4C46-ADB581536A06}"/>
              </a:ext>
            </a:extLst>
          </p:cNvPr>
          <p:cNvSpPr txBox="1"/>
          <p:nvPr/>
        </p:nvSpPr>
        <p:spPr>
          <a:xfrm>
            <a:off x="179512" y="940389"/>
            <a:ext cx="88569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Imaginamos </a:t>
            </a:r>
            <a:r>
              <a:rPr lang="es-ES" sz="1600" b="1" i="1" dirty="0"/>
              <a:t>F</a:t>
            </a:r>
            <a:r>
              <a:rPr lang="es-ES" sz="1600" dirty="0"/>
              <a:t> como el campo de velocidades de un gas: </a:t>
            </a:r>
            <a:r>
              <a:rPr lang="es-ES" sz="1600" b="1" i="1" dirty="0"/>
              <a:t>F</a:t>
            </a:r>
            <a:r>
              <a:rPr lang="es-ES" sz="1600" dirty="0"/>
              <a:t> representa la tasa de expansión por unidad de volumen  bajo el flujo del gas.</a:t>
            </a:r>
          </a:p>
          <a:p>
            <a:endParaRPr lang="es-ES" sz="1600" dirty="0"/>
          </a:p>
          <a:p>
            <a:r>
              <a:rPr lang="es-ES" sz="1600" dirty="0"/>
              <a:t>Si               </a:t>
            </a:r>
            <a:r>
              <a:rPr lang="es-ES" sz="1600" dirty="0">
                <a:sym typeface="Wingdings" panose="05000000000000000000" pitchFamily="2" charset="2"/>
              </a:rPr>
              <a:t> el gas se comprime</a:t>
            </a:r>
            <a:r>
              <a:rPr lang="es-ES" sz="1600" dirty="0"/>
              <a:t>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A70BE4-C6B8-DC62-EA0D-BD46B342E6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433" y="1736633"/>
            <a:ext cx="771787" cy="21811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92FF05D-27A6-6E2C-06C9-82C86DDA07FB}"/>
              </a:ext>
            </a:extLst>
          </p:cNvPr>
          <p:cNvCxnSpPr>
            <a:cxnSpLocks/>
          </p:cNvCxnSpPr>
          <p:nvPr/>
        </p:nvCxnSpPr>
        <p:spPr>
          <a:xfrm>
            <a:off x="1989749" y="2564904"/>
            <a:ext cx="6239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20D1A6C-9DAE-2B1F-05C7-AEBF6758B91C}"/>
              </a:ext>
            </a:extLst>
          </p:cNvPr>
          <p:cNvSpPr txBox="1"/>
          <p:nvPr/>
        </p:nvSpPr>
        <p:spPr>
          <a:xfrm>
            <a:off x="4312605" y="2401761"/>
            <a:ext cx="42923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tasa de expansión del área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0E8572-6FF5-C258-BE75-F6A0AAAB55D8}"/>
              </a:ext>
            </a:extLst>
          </p:cNvPr>
          <p:cNvSpPr txBox="1"/>
          <p:nvPr/>
        </p:nvSpPr>
        <p:spPr>
          <a:xfrm>
            <a:off x="279665" y="3277046"/>
            <a:ext cx="47243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Explicación grafica : </a:t>
            </a:r>
            <a:r>
              <a:rPr lang="es-ES" sz="1600" i="1" dirty="0"/>
              <a:t>W</a:t>
            </a:r>
            <a:r>
              <a:rPr lang="es-ES" sz="1600" dirty="0"/>
              <a:t> región alrededor de </a:t>
            </a:r>
            <a:r>
              <a:rPr lang="es-ES" sz="1600" b="1" dirty="0"/>
              <a:t>x</a:t>
            </a:r>
            <a:r>
              <a:rPr lang="es-ES" sz="1600" baseline="-25000" dirty="0"/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9939EC-BA97-2E00-CB88-891C68EA308C}"/>
              </a:ext>
            </a:extLst>
          </p:cNvPr>
          <p:cNvSpPr txBox="1"/>
          <p:nvPr/>
        </p:nvSpPr>
        <p:spPr>
          <a:xfrm>
            <a:off x="933965" y="3896119"/>
            <a:ext cx="47243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ym typeface="Wingdings" panose="05000000000000000000" pitchFamily="2" charset="2"/>
              </a:rPr>
              <a:t> Línea de flujo que sale de </a:t>
            </a:r>
            <a:r>
              <a:rPr lang="es-ES" sz="1600" b="1" dirty="0">
                <a:sym typeface="Wingdings" panose="05000000000000000000" pitchFamily="2" charset="2"/>
              </a:rPr>
              <a:t>x</a:t>
            </a:r>
            <a:endParaRPr lang="es-ES" sz="1600" b="1" baseline="-25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2CBEDA-C416-F0EC-7B8D-3D37A3253CFB}"/>
              </a:ext>
            </a:extLst>
          </p:cNvPr>
          <p:cNvSpPr txBox="1"/>
          <p:nvPr/>
        </p:nvSpPr>
        <p:spPr>
          <a:xfrm>
            <a:off x="1006723" y="4480480"/>
            <a:ext cx="47243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ym typeface="Wingdings" panose="05000000000000000000" pitchFamily="2" charset="2"/>
              </a:rPr>
              <a:t> Región resultante después de un tiempo t</a:t>
            </a:r>
            <a:endParaRPr lang="es-ES" sz="1600" b="1" baseline="-25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0CA24C-7A6B-AD60-2A5D-E1B921082490}"/>
              </a:ext>
            </a:extLst>
          </p:cNvPr>
          <p:cNvSpPr txBox="1"/>
          <p:nvPr/>
        </p:nvSpPr>
        <p:spPr>
          <a:xfrm>
            <a:off x="1006723" y="4875039"/>
            <a:ext cx="47243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ym typeface="Wingdings" panose="05000000000000000000" pitchFamily="2" charset="2"/>
              </a:rPr>
              <a:t> Su volumen (o área en 2D)</a:t>
            </a:r>
            <a:endParaRPr lang="es-ES" sz="1600" b="1" baseline="-25000" dirty="0"/>
          </a:p>
        </p:txBody>
      </p:sp>
    </p:spTree>
    <p:extLst>
      <p:ext uri="{BB962C8B-B14F-4D97-AF65-F5344CB8AC3E}">
        <p14:creationId xmlns:p14="http://schemas.microsoft.com/office/powerpoint/2010/main" val="17732404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3A5E-9ADA-DFAF-4368-8B928820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A002D-BAEC-BE11-FEDF-D0D28F32490C}"/>
              </a:ext>
            </a:extLst>
          </p:cNvPr>
          <p:cNvSpPr txBox="1"/>
          <p:nvPr/>
        </p:nvSpPr>
        <p:spPr>
          <a:xfrm>
            <a:off x="117541" y="404664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B26AD1-08AF-D0B0-4D9A-E3B279DAA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08720"/>
            <a:ext cx="6163192" cy="7971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459C43-FDC2-495B-FFFD-3646A3C14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76" y="1484784"/>
            <a:ext cx="3221372" cy="25334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5F815F-5E17-69A9-EBFF-E4389B1F333E}"/>
              </a:ext>
            </a:extLst>
          </p:cNvPr>
          <p:cNvSpPr txBox="1"/>
          <p:nvPr/>
        </p:nvSpPr>
        <p:spPr>
          <a:xfrm>
            <a:off x="251520" y="4263881"/>
            <a:ext cx="88569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i="1" dirty="0"/>
              <a:t>V</a:t>
            </a:r>
            <a:r>
              <a:rPr lang="es-ES" sz="1600" dirty="0"/>
              <a:t> como el campo de velocidades de un fluido en el plano</a:t>
            </a:r>
          </a:p>
          <a:p>
            <a:endParaRPr lang="es-ES" sz="1600" dirty="0"/>
          </a:p>
          <a:p>
            <a:r>
              <a:rPr lang="es-ES" sz="1600" dirty="0"/>
              <a:t>La longitud de </a:t>
            </a:r>
            <a:r>
              <a:rPr lang="es-ES" sz="1600" b="1" i="1" dirty="0"/>
              <a:t>V</a:t>
            </a:r>
            <a:r>
              <a:rPr lang="es-ES" sz="1600" dirty="0"/>
              <a:t> es más corta al acercarse al origen </a:t>
            </a:r>
            <a:r>
              <a:rPr lang="es-ES" sz="1600" dirty="0">
                <a:sym typeface="Wingdings" panose="05000000000000000000" pitchFamily="2" charset="2"/>
              </a:rPr>
              <a:t> expansión </a:t>
            </a:r>
            <a:endParaRPr lang="es-E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22005A-FCEC-8094-4E67-2CB4DE1A6D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4281" y="4764691"/>
            <a:ext cx="922789" cy="27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6438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3A5E-9ADA-DFAF-4368-8B928820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A002D-BAEC-BE11-FEDF-D0D28F32490C}"/>
              </a:ext>
            </a:extLst>
          </p:cNvPr>
          <p:cNvSpPr txBox="1"/>
          <p:nvPr/>
        </p:nvSpPr>
        <p:spPr>
          <a:xfrm>
            <a:off x="117541" y="404664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676BAF-1F37-C7DC-AA95-B12780EFD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836712"/>
            <a:ext cx="6993732" cy="6134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D5F029-726B-8AD8-E74B-85CC965DF2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765" r="955"/>
          <a:stretch/>
        </p:blipFill>
        <p:spPr>
          <a:xfrm>
            <a:off x="1763688" y="4741497"/>
            <a:ext cx="3290386" cy="6399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24A4B3-D8AA-837E-FFF4-0238E58809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760" y="1572156"/>
            <a:ext cx="4479781" cy="23696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684D42-E0AA-0664-ADEA-12630B4E6E65}"/>
              </a:ext>
            </a:extLst>
          </p:cNvPr>
          <p:cNvSpPr txBox="1"/>
          <p:nvPr/>
        </p:nvSpPr>
        <p:spPr>
          <a:xfrm>
            <a:off x="251520" y="4263881"/>
            <a:ext cx="88569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El fluido se expande a medida que se aleja del origen</a:t>
            </a:r>
          </a:p>
        </p:txBody>
      </p:sp>
    </p:spTree>
    <p:extLst>
      <p:ext uri="{BB962C8B-B14F-4D97-AF65-F5344CB8AC3E}">
        <p14:creationId xmlns:p14="http://schemas.microsoft.com/office/powerpoint/2010/main" val="30464429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3A5E-9ADA-DFAF-4368-8B928820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A002D-BAEC-BE11-FEDF-D0D28F32490C}"/>
              </a:ext>
            </a:extLst>
          </p:cNvPr>
          <p:cNvSpPr txBox="1"/>
          <p:nvPr/>
        </p:nvSpPr>
        <p:spPr>
          <a:xfrm>
            <a:off x="117541" y="404664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234BAF-39EA-9607-B82B-54E67D770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743218"/>
            <a:ext cx="6408712" cy="10634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F93B9B-E923-9857-50BA-A01B13586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0" y="4869160"/>
            <a:ext cx="3959604" cy="5201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B8D3D2-BC23-E1DA-3653-1E7107B7EA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792" y="1973121"/>
            <a:ext cx="2736304" cy="258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3347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3A5E-9ADA-DFAF-4368-8B928820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A002D-BAEC-BE11-FEDF-D0D28F32490C}"/>
              </a:ext>
            </a:extLst>
          </p:cNvPr>
          <p:cNvSpPr txBox="1"/>
          <p:nvPr/>
        </p:nvSpPr>
        <p:spPr>
          <a:xfrm>
            <a:off x="117541" y="404664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6A1598-137F-8A8C-77E5-1F3BD826F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836712"/>
            <a:ext cx="6997792" cy="19852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731AE3-9DD2-26E7-956D-CB4744378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36" y="3140968"/>
            <a:ext cx="4228051" cy="261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9908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3A5E-9ADA-DFAF-4368-8B928820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A002D-BAEC-BE11-FEDF-D0D28F32490C}"/>
              </a:ext>
            </a:extLst>
          </p:cNvPr>
          <p:cNvSpPr txBox="1"/>
          <p:nvPr/>
        </p:nvSpPr>
        <p:spPr>
          <a:xfrm>
            <a:off x="117541" y="404664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EC40A5-0030-66BE-FFC4-B4354CAE3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836712"/>
            <a:ext cx="6647544" cy="17574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A1FB7B-E409-DC65-5BA6-3F1246A23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3116640"/>
            <a:ext cx="4968552" cy="29448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72B167-F30A-566B-9A32-E1288D16E8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088" y="3091691"/>
            <a:ext cx="1510018" cy="11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4346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AECEAF-E743-176A-CBB1-5E52760C7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9974D1-9D75-AEF2-DFF8-D7A51EF12BBD}"/>
              </a:ext>
            </a:extLst>
          </p:cNvPr>
          <p:cNvSpPr txBox="1"/>
          <p:nvPr/>
        </p:nvSpPr>
        <p:spPr>
          <a:xfrm>
            <a:off x="179512" y="47667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Rotacional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599BE7-2A84-A592-8590-B6B32C145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457" y="1126117"/>
            <a:ext cx="6017086" cy="22876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3F835F-45F4-5054-73EA-3B67A8B67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4005064"/>
            <a:ext cx="1644242" cy="2852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32A66E-D732-6460-B51D-6225280D07C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9943" b="36838"/>
          <a:stretch/>
        </p:blipFill>
        <p:spPr>
          <a:xfrm>
            <a:off x="755576" y="4868721"/>
            <a:ext cx="2016224" cy="100673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3831FB-EA7B-2A9F-759A-09223A2A409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306" t="64298"/>
          <a:stretch/>
        </p:blipFill>
        <p:spPr>
          <a:xfrm>
            <a:off x="2879812" y="5087559"/>
            <a:ext cx="4313314" cy="56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9113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3A5E-9ADA-DFAF-4368-8B928820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A002D-BAEC-BE11-FEDF-D0D28F32490C}"/>
              </a:ext>
            </a:extLst>
          </p:cNvPr>
          <p:cNvSpPr txBox="1"/>
          <p:nvPr/>
        </p:nvSpPr>
        <p:spPr>
          <a:xfrm>
            <a:off x="117541" y="404664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8FF1ED-B299-4CEF-0A81-CAB89C365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5" y="836712"/>
            <a:ext cx="4248472" cy="3463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E83F0F-970A-2611-C182-9EFFAB1519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623"/>
          <a:stretch/>
        </p:blipFill>
        <p:spPr>
          <a:xfrm>
            <a:off x="611560" y="1844824"/>
            <a:ext cx="5603846" cy="10686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336EDC-957C-E85A-F694-99698277C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3688" y="3328332"/>
            <a:ext cx="1073791" cy="20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7098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3A5E-9ADA-DFAF-4368-8B928820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A002D-BAEC-BE11-FEDF-D0D28F32490C}"/>
              </a:ext>
            </a:extLst>
          </p:cNvPr>
          <p:cNvSpPr txBox="1"/>
          <p:nvPr/>
        </p:nvSpPr>
        <p:spPr>
          <a:xfrm>
            <a:off x="117541" y="404664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F0B269-DF56-D0F3-BB2E-B77A9160D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7" y="836712"/>
            <a:ext cx="3600400" cy="3118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8532AC-5C41-5297-D552-E18E617EB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851" y="1553349"/>
            <a:ext cx="1644242" cy="2432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8EC6300-E360-1AA2-B53F-30D3CCA10D7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0372"/>
          <a:stretch/>
        </p:blipFill>
        <p:spPr>
          <a:xfrm>
            <a:off x="507851" y="2276873"/>
            <a:ext cx="4328719" cy="187220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0A9E1EA-85D1-6F3E-CD26-1F196BF870A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971" t="89658" r="56749"/>
          <a:stretch/>
        </p:blipFill>
        <p:spPr>
          <a:xfrm>
            <a:off x="4873758" y="3645024"/>
            <a:ext cx="1224137" cy="21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2338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3A5E-9ADA-DFAF-4368-8B928820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A002D-BAEC-BE11-FEDF-D0D28F32490C}"/>
              </a:ext>
            </a:extLst>
          </p:cNvPr>
          <p:cNvSpPr txBox="1"/>
          <p:nvPr/>
        </p:nvSpPr>
        <p:spPr>
          <a:xfrm>
            <a:off x="117541" y="404664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2DEAA1-8B7F-5AC3-7584-E5DA8DB54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980728"/>
            <a:ext cx="5531898" cy="14428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B94D3A-2FC2-6664-EF2B-A96D48EF7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803" y="3212976"/>
            <a:ext cx="4284655" cy="2499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8264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AECEAF-E743-176A-CBB1-5E52760C7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9974D1-9D75-AEF2-DFF8-D7A51EF12BBD}"/>
              </a:ext>
            </a:extLst>
          </p:cNvPr>
          <p:cNvSpPr txBox="1"/>
          <p:nvPr/>
        </p:nvSpPr>
        <p:spPr>
          <a:xfrm>
            <a:off x="179512" y="47667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Los gradientes son irrotacionales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74B413-1540-8C42-F1B8-CC039AD84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908720"/>
            <a:ext cx="5623490" cy="14189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F9E1F7-0555-A7C2-D4A6-E5A4AD66B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197" y="3076439"/>
            <a:ext cx="2348917" cy="2936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25E54C-1836-7A57-F295-25316ECEE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3861048"/>
            <a:ext cx="6207853" cy="201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92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3A5E-9ADA-DFAF-4368-8B928820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A002D-BAEC-BE11-FEDF-D0D28F32490C}"/>
              </a:ext>
            </a:extLst>
          </p:cNvPr>
          <p:cNvSpPr txBox="1"/>
          <p:nvPr/>
        </p:nvSpPr>
        <p:spPr>
          <a:xfrm>
            <a:off x="117541" y="404664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CE3E25-7EB3-F53A-BA71-B016F0D5C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836713"/>
            <a:ext cx="6840760" cy="2990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C3D51D-8738-9104-F321-17E2DF4B1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98" y="1614845"/>
            <a:ext cx="2818701" cy="1048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D77CD0-BBEB-9DE8-699B-31274A82A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3152862"/>
            <a:ext cx="2281806" cy="23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5649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AECEAF-E743-176A-CBB1-5E52760C7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9974D1-9D75-AEF2-DFF8-D7A51EF12BBD}"/>
              </a:ext>
            </a:extLst>
          </p:cNvPr>
          <p:cNvSpPr txBox="1"/>
          <p:nvPr/>
        </p:nvSpPr>
        <p:spPr>
          <a:xfrm>
            <a:off x="179512" y="476672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Rotacional escalar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EAB3E6-B1A8-5DD6-C799-839EA6D26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91" y="1199755"/>
            <a:ext cx="2046914" cy="2600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9B7511-29B6-CB82-DBD7-A6DE164C9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858" y="4293096"/>
            <a:ext cx="167780" cy="2097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985A4A-CF16-882B-6F5B-A68BCE07EC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9283" y="1760442"/>
            <a:ext cx="2080470" cy="7214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ACC7D94-9682-7F6B-7AEA-95C1AC72F8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1840" y="2782523"/>
            <a:ext cx="1006679" cy="6459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66BB6B-A610-7C32-00CF-05746D481B3F}"/>
              </a:ext>
            </a:extLst>
          </p:cNvPr>
          <p:cNvSpPr txBox="1"/>
          <p:nvPr/>
        </p:nvSpPr>
        <p:spPr>
          <a:xfrm>
            <a:off x="2601157" y="1160507"/>
            <a:ext cx="3240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es un campo vectorial en el plano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AFA2B4-530B-BFC0-96E1-384AD7F9A50A}"/>
              </a:ext>
            </a:extLst>
          </p:cNvPr>
          <p:cNvSpPr txBox="1"/>
          <p:nvPr/>
        </p:nvSpPr>
        <p:spPr>
          <a:xfrm>
            <a:off x="429478" y="1993767"/>
            <a:ext cx="3240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Rotacional de </a:t>
            </a:r>
            <a:r>
              <a:rPr lang="es-ES" sz="1600" b="1" dirty="0"/>
              <a:t>F</a:t>
            </a:r>
            <a:r>
              <a:rPr lang="es-ES" sz="1600" dirty="0"/>
              <a:t> </a:t>
            </a:r>
            <a:r>
              <a:rPr lang="es-ES" sz="1600" dirty="0">
                <a:sym typeface="Wingdings" panose="05000000000000000000" pitchFamily="2" charset="2"/>
              </a:rPr>
              <a:t></a:t>
            </a:r>
            <a:endParaRPr lang="es-E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368F44-1952-569A-EC57-7C2785E55240}"/>
              </a:ext>
            </a:extLst>
          </p:cNvPr>
          <p:cNvSpPr txBox="1"/>
          <p:nvPr/>
        </p:nvSpPr>
        <p:spPr>
          <a:xfrm>
            <a:off x="4349753" y="2936222"/>
            <a:ext cx="3240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ym typeface="Wingdings" panose="05000000000000000000" pitchFamily="2" charset="2"/>
              </a:rPr>
              <a:t> rotacional escalar de </a:t>
            </a:r>
            <a:r>
              <a:rPr lang="es-ES" sz="1600" b="1" dirty="0">
                <a:sym typeface="Wingdings" panose="05000000000000000000" pitchFamily="2" charset="2"/>
              </a:rPr>
              <a:t>F</a:t>
            </a:r>
            <a:endParaRPr lang="es-ES" sz="1600" b="1" dirty="0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45FB04C3-F8A4-C194-F06A-4656695A348F}"/>
              </a:ext>
            </a:extLst>
          </p:cNvPr>
          <p:cNvSpPr/>
          <p:nvPr/>
        </p:nvSpPr>
        <p:spPr>
          <a:xfrm rot="16200000">
            <a:off x="3509502" y="2237258"/>
            <a:ext cx="251353" cy="100667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68468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3A5E-9ADA-DFAF-4368-8B928820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A002D-BAEC-BE11-FEDF-D0D28F32490C}"/>
              </a:ext>
            </a:extLst>
          </p:cNvPr>
          <p:cNvSpPr txBox="1"/>
          <p:nvPr/>
        </p:nvSpPr>
        <p:spPr>
          <a:xfrm>
            <a:off x="117541" y="404664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B06EB4-48ED-23ED-C8AE-96686E765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908721"/>
            <a:ext cx="4536504" cy="3250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00F204-10DE-8EFE-110F-AE6AC1DF5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30" y="1628800"/>
            <a:ext cx="3020037" cy="106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7046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AECEAF-E743-176A-CBB1-5E52760C7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9974D1-9D75-AEF2-DFF8-D7A51EF12BBD}"/>
              </a:ext>
            </a:extLst>
          </p:cNvPr>
          <p:cNvSpPr txBox="1"/>
          <p:nvPr/>
        </p:nvSpPr>
        <p:spPr>
          <a:xfrm>
            <a:off x="179512" y="476672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Los rotacionales tienen divergencia cero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41D89D-BB19-3CD5-A80A-A5290B8F3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052736"/>
            <a:ext cx="5849306" cy="159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0731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3A5E-9ADA-DFAF-4368-8B928820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A002D-BAEC-BE11-FEDF-D0D28F32490C}"/>
              </a:ext>
            </a:extLst>
          </p:cNvPr>
          <p:cNvSpPr txBox="1"/>
          <p:nvPr/>
        </p:nvSpPr>
        <p:spPr>
          <a:xfrm>
            <a:off x="117541" y="404664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FF56A6-AC53-BB12-64CF-4D256E2F5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836713"/>
            <a:ext cx="6945368" cy="8290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2722EE8-2A62-388D-009B-E1E5B04DC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040" y="2232263"/>
            <a:ext cx="2718033" cy="54528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C1B2ED-8A98-D0FC-10AD-19E4EA709D84}"/>
              </a:ext>
            </a:extLst>
          </p:cNvPr>
          <p:cNvSpPr txBox="1"/>
          <p:nvPr/>
        </p:nvSpPr>
        <p:spPr>
          <a:xfrm>
            <a:off x="774506" y="2348880"/>
            <a:ext cx="4301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Si existiera </a:t>
            </a:r>
            <a:r>
              <a:rPr lang="es-ES" sz="1600" b="1" dirty="0"/>
              <a:t>F</a:t>
            </a:r>
            <a:r>
              <a:rPr lang="es-ES" sz="1600" dirty="0"/>
              <a:t> </a:t>
            </a:r>
            <a:r>
              <a:rPr lang="es-ES" sz="1600" dirty="0">
                <a:sym typeface="Wingdings" panose="05000000000000000000" pitchFamily="2" charset="2"/>
              </a:rPr>
              <a:t> </a:t>
            </a:r>
            <a:r>
              <a:rPr lang="es-ES" sz="1600" dirty="0" err="1">
                <a:sym typeface="Wingdings" panose="05000000000000000000" pitchFamily="2" charset="2"/>
              </a:rPr>
              <a:t>div</a:t>
            </a:r>
            <a:r>
              <a:rPr lang="es-ES" sz="1600" dirty="0">
                <a:sym typeface="Wingdings" panose="05000000000000000000" pitchFamily="2" charset="2"/>
              </a:rPr>
              <a:t> </a:t>
            </a:r>
            <a:r>
              <a:rPr lang="es-ES" sz="1600" b="1" dirty="0">
                <a:sym typeface="Wingdings" panose="05000000000000000000" pitchFamily="2" charset="2"/>
              </a:rPr>
              <a:t>V</a:t>
            </a:r>
            <a:r>
              <a:rPr lang="es-ES" sz="1600" dirty="0">
                <a:sym typeface="Wingdings" panose="05000000000000000000" pitchFamily="2" charset="2"/>
              </a:rPr>
              <a:t> sería igual a cero, pero</a:t>
            </a:r>
            <a:endParaRPr lang="es-E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36DB49-5576-A10C-0023-D77B13083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3202350"/>
            <a:ext cx="3174394" cy="26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0865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AECEAF-E743-176A-CBB1-5E52760C7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9974D1-9D75-AEF2-DFF8-D7A51EF12BBD}"/>
              </a:ext>
            </a:extLst>
          </p:cNvPr>
          <p:cNvSpPr txBox="1"/>
          <p:nvPr/>
        </p:nvSpPr>
        <p:spPr>
          <a:xfrm>
            <a:off x="179512" y="476672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Laplaciano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8D4F72-EDD2-76E9-16A9-24FAF104A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646765"/>
            <a:ext cx="3187817" cy="5368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78126F-7030-BFA0-A4D9-86709D268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124744"/>
            <a:ext cx="2483141" cy="24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9083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3A5E-9ADA-DFAF-4368-8B928820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A002D-BAEC-BE11-FEDF-D0D28F32490C}"/>
              </a:ext>
            </a:extLst>
          </p:cNvPr>
          <p:cNvSpPr txBox="1"/>
          <p:nvPr/>
        </p:nvSpPr>
        <p:spPr>
          <a:xfrm>
            <a:off x="117541" y="404664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1C8368-64DB-6C9C-3CC8-B25718A5B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836712"/>
            <a:ext cx="5904656" cy="15950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D2D7FB-BC17-99F0-AFFD-8D4B7EE31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40" y="2532182"/>
            <a:ext cx="6140741" cy="6711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BE7D34-509E-1807-D129-276F969125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8" y="3429000"/>
            <a:ext cx="3724712" cy="18707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8CB00F9-4DB2-17B8-349E-4B2192E674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576" y="5402827"/>
            <a:ext cx="5167618" cy="118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1941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AECEAF-E743-176A-CBB1-5E52760C7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9974D1-9D75-AEF2-DFF8-D7A51EF12BBD}"/>
              </a:ext>
            </a:extLst>
          </p:cNvPr>
          <p:cNvSpPr txBox="1"/>
          <p:nvPr/>
        </p:nvSpPr>
        <p:spPr>
          <a:xfrm>
            <a:off x="179512" y="476672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Identidades vectoriales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C7547A-A9DD-932A-635D-483DC71E7B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33"/>
          <a:stretch/>
        </p:blipFill>
        <p:spPr>
          <a:xfrm>
            <a:off x="985329" y="1124745"/>
            <a:ext cx="4954823" cy="33234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823FDB-A649-DC91-2C40-B55136154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977" y="4425590"/>
            <a:ext cx="3658679" cy="24026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CAA25F-0249-918B-02C6-137985358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448171"/>
            <a:ext cx="1368152" cy="237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1175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3A5E-9ADA-DFAF-4368-8B928820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A002D-BAEC-BE11-FEDF-D0D28F32490C}"/>
              </a:ext>
            </a:extLst>
          </p:cNvPr>
          <p:cNvSpPr txBox="1"/>
          <p:nvPr/>
        </p:nvSpPr>
        <p:spPr>
          <a:xfrm>
            <a:off x="117541" y="404664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0668BB-FB40-E8FA-064A-D399B385A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65" y="836712"/>
            <a:ext cx="3949095" cy="2882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BCC9F4-DA61-E90B-D047-B8855287A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340768"/>
            <a:ext cx="335560" cy="2265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F024AD-9F73-5581-EB3E-423B399CE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1644653"/>
            <a:ext cx="302004" cy="2768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09CBB68-A892-F4E1-BF16-BE0B47C257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536" y="1998872"/>
            <a:ext cx="838899" cy="23489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E6E7AB0-B9DF-1CAC-3C64-F37D5C3B05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544" y="2417890"/>
            <a:ext cx="3624044" cy="4949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5EBCC85-15C0-830A-2DA4-684EB5D031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961" y="3110218"/>
            <a:ext cx="3020037" cy="31878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694288E-064D-1E81-85A1-5BD403BADA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316" y="4005064"/>
            <a:ext cx="5033394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4610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3A5E-9ADA-DFAF-4368-8B9288200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Métodos matemáticos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A002D-BAEC-BE11-FEDF-D0D28F32490C}"/>
              </a:ext>
            </a:extLst>
          </p:cNvPr>
          <p:cNvSpPr txBox="1"/>
          <p:nvPr/>
        </p:nvSpPr>
        <p:spPr>
          <a:xfrm>
            <a:off x="117541" y="404664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Ejemplo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13D944-A243-FCC0-01AB-C0EA73559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836712"/>
            <a:ext cx="4093828" cy="3187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6C707B-030B-7429-483D-D0926BFC2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70" y="1412776"/>
            <a:ext cx="1409350" cy="2265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5D1081-8843-35DA-1216-C10898A255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970" y="1886622"/>
            <a:ext cx="771787" cy="2181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6D02477-3184-FC50-2E28-F6B3F6A5CEF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" r="10452" b="739"/>
          <a:stretch/>
        </p:blipFill>
        <p:spPr>
          <a:xfrm>
            <a:off x="1120757" y="1896561"/>
            <a:ext cx="570923" cy="2081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248448C-B86C-807E-66EC-37086932C9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351" y="2420741"/>
            <a:ext cx="2348917" cy="28522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EB14ADA-7A22-45E2-2E28-65E795D9FEB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44921"/>
          <a:stretch/>
        </p:blipFill>
        <p:spPr>
          <a:xfrm>
            <a:off x="348970" y="2904527"/>
            <a:ext cx="3691156" cy="60991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5D8A026-7570-C6E1-3328-AA81CB438AC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3410" t="51827"/>
          <a:stretch/>
        </p:blipFill>
        <p:spPr>
          <a:xfrm>
            <a:off x="3158470" y="2981006"/>
            <a:ext cx="2827060" cy="53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3277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erspectiva">
  <a:themeElements>
    <a:clrScheme name="Personalizado 2">
      <a:dk1>
        <a:srgbClr val="000000"/>
      </a:dk1>
      <a:lt1>
        <a:srgbClr val="FFFFFF"/>
      </a:lt1>
      <a:dk2>
        <a:srgbClr val="345C97"/>
      </a:dk2>
      <a:lt2>
        <a:srgbClr val="FFFFFF"/>
      </a:lt2>
      <a:accent1>
        <a:srgbClr val="838D9B"/>
      </a:accent1>
      <a:accent2>
        <a:srgbClr val="345C97"/>
      </a:accent2>
      <a:accent3>
        <a:srgbClr val="80716A"/>
      </a:accent3>
      <a:accent4>
        <a:srgbClr val="FF8600"/>
      </a:accent4>
      <a:accent5>
        <a:srgbClr val="345C97"/>
      </a:accent5>
      <a:accent6>
        <a:srgbClr val="5D5AD2"/>
      </a:accent6>
      <a:hlink>
        <a:srgbClr val="345C97"/>
      </a:hlink>
      <a:folHlink>
        <a:srgbClr val="FF8600"/>
      </a:folHlink>
    </a:clrScheme>
    <a:fontScheme name="Clásico de Office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3976fa30-1907-4356-8241-62ea5e1c0256}" enabled="1" method="Standard" siteId="{9a5cacd0-2bef-4dd7-ac5c-7ebe1f54f49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Perspective</Template>
  <TotalTime>10020</TotalTime>
  <Words>619</Words>
  <Application>Microsoft Office PowerPoint</Application>
  <PresentationFormat>Presentación en pantalla (4:3)</PresentationFormat>
  <Paragraphs>156</Paragraphs>
  <Slides>48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48</vt:i4>
      </vt:variant>
    </vt:vector>
  </HeadingPairs>
  <TitlesOfParts>
    <vt:vector size="53" baseType="lpstr">
      <vt:lpstr>Arial</vt:lpstr>
      <vt:lpstr>Calibri</vt:lpstr>
      <vt:lpstr>Cambria Math</vt:lpstr>
      <vt:lpstr>Wingdings</vt:lpstr>
      <vt:lpstr>Perspectiva</vt:lpstr>
      <vt:lpstr>Métodos matemáticos para Física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U-TAD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Eva Perandones Serrano</dc:creator>
  <cp:lastModifiedBy>Jorge Fernandez</cp:lastModifiedBy>
  <cp:revision>497</cp:revision>
  <dcterms:created xsi:type="dcterms:W3CDTF">2013-10-15T13:27:45Z</dcterms:created>
  <dcterms:modified xsi:type="dcterms:W3CDTF">2025-03-12T08:43:11Z</dcterms:modified>
</cp:coreProperties>
</file>