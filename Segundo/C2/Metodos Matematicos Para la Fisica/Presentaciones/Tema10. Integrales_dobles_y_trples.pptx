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53"/>
  </p:notesMasterIdLst>
  <p:sldIdLst>
    <p:sldId id="259" r:id="rId2"/>
    <p:sldId id="260" r:id="rId3"/>
    <p:sldId id="261" r:id="rId4"/>
    <p:sldId id="262" r:id="rId5"/>
    <p:sldId id="263" r:id="rId6"/>
    <p:sldId id="264" r:id="rId7"/>
    <p:sldId id="315" r:id="rId8"/>
    <p:sldId id="266" r:id="rId9"/>
    <p:sldId id="267" r:id="rId10"/>
    <p:sldId id="268" r:id="rId11"/>
    <p:sldId id="269" r:id="rId12"/>
    <p:sldId id="270" r:id="rId13"/>
    <p:sldId id="280" r:id="rId14"/>
    <p:sldId id="271" r:id="rId15"/>
    <p:sldId id="281" r:id="rId16"/>
    <p:sldId id="273" r:id="rId17"/>
    <p:sldId id="274" r:id="rId18"/>
    <p:sldId id="276" r:id="rId19"/>
    <p:sldId id="313" r:id="rId20"/>
    <p:sldId id="314" r:id="rId21"/>
    <p:sldId id="282" r:id="rId22"/>
    <p:sldId id="287" r:id="rId23"/>
    <p:sldId id="284" r:id="rId24"/>
    <p:sldId id="285" r:id="rId25"/>
    <p:sldId id="316" r:id="rId26"/>
    <p:sldId id="286" r:id="rId27"/>
    <p:sldId id="293" r:id="rId28"/>
    <p:sldId id="289" r:id="rId29"/>
    <p:sldId id="290" r:id="rId30"/>
    <p:sldId id="294" r:id="rId31"/>
    <p:sldId id="295" r:id="rId32"/>
    <p:sldId id="297" r:id="rId33"/>
    <p:sldId id="291" r:id="rId34"/>
    <p:sldId id="298" r:id="rId35"/>
    <p:sldId id="299" r:id="rId36"/>
    <p:sldId id="317" r:id="rId37"/>
    <p:sldId id="300" r:id="rId38"/>
    <p:sldId id="292" r:id="rId39"/>
    <p:sldId id="301" r:id="rId40"/>
    <p:sldId id="302" r:id="rId41"/>
    <p:sldId id="303" r:id="rId42"/>
    <p:sldId id="304" r:id="rId43"/>
    <p:sldId id="305" r:id="rId44"/>
    <p:sldId id="306" r:id="rId45"/>
    <p:sldId id="318" r:id="rId46"/>
    <p:sldId id="307" r:id="rId47"/>
    <p:sldId id="308" r:id="rId48"/>
    <p:sldId id="309" r:id="rId49"/>
    <p:sldId id="310" r:id="rId50"/>
    <p:sldId id="311" r:id="rId51"/>
    <p:sldId id="312" r:id="rId5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3" autoAdjust="0"/>
    <p:restoredTop sz="95211" autoAdjust="0"/>
  </p:normalViewPr>
  <p:slideViewPr>
    <p:cSldViewPr>
      <p:cViewPr varScale="1">
        <p:scale>
          <a:sx n="113" d="100"/>
          <a:sy n="113" d="100"/>
        </p:scale>
        <p:origin x="11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Fernandez" userId="4c6e7b83-2491-4138-819f-8a03ba2c3ce0" providerId="ADAL" clId="{C29413DF-BEEF-4C14-9460-F9C9DE298B60}"/>
    <pc:docChg chg="modSld">
      <pc:chgData name="Jorge Fernandez" userId="4c6e7b83-2491-4138-819f-8a03ba2c3ce0" providerId="ADAL" clId="{C29413DF-BEEF-4C14-9460-F9C9DE298B60}" dt="2025-03-12T08:43:31.787" v="3" actId="20577"/>
      <pc:docMkLst>
        <pc:docMk/>
      </pc:docMkLst>
      <pc:sldChg chg="modSp mod">
        <pc:chgData name="Jorge Fernandez" userId="4c6e7b83-2491-4138-819f-8a03ba2c3ce0" providerId="ADAL" clId="{C29413DF-BEEF-4C14-9460-F9C9DE298B60}" dt="2025-03-12T08:43:31.787" v="3" actId="20577"/>
        <pc:sldMkLst>
          <pc:docMk/>
          <pc:sldMk cId="3369892711" sldId="259"/>
        </pc:sldMkLst>
        <pc:spChg chg="mod">
          <ac:chgData name="Jorge Fernandez" userId="4c6e7b83-2491-4138-819f-8a03ba2c3ce0" providerId="ADAL" clId="{C29413DF-BEEF-4C14-9460-F9C9DE298B60}" dt="2025-03-12T08:43:31.787" v="3" actId="20577"/>
          <ac:spMkLst>
            <pc:docMk/>
            <pc:sldMk cId="3369892711" sldId="259"/>
            <ac:spMk id="5" creationId="{00000000-0000-0000-0000-000000000000}"/>
          </ac:spMkLst>
        </pc:spChg>
      </pc:sldChg>
    </pc:docChg>
  </pc:docChgLst>
  <pc:docChgLst>
    <pc:chgData name="Jorge Fernandez" userId="4c6e7b83-2491-4138-819f-8a03ba2c3ce0" providerId="ADAL" clId="{671BC9EE-EEA7-4872-83FF-4477DF9DE0E1}"/>
    <pc:docChg chg="undo custSel addSld delSld modSld sldOrd">
      <pc:chgData name="Jorge Fernandez" userId="4c6e7b83-2491-4138-819f-8a03ba2c3ce0" providerId="ADAL" clId="{671BC9EE-EEA7-4872-83FF-4477DF9DE0E1}" dt="2024-03-12T15:24:09.053" v="8649" actId="1076"/>
      <pc:docMkLst>
        <pc:docMk/>
      </pc:docMkLst>
      <pc:sldChg chg="addSp delSp modSp new mod">
        <pc:chgData name="Jorge Fernandez" userId="4c6e7b83-2491-4138-819f-8a03ba2c3ce0" providerId="ADAL" clId="{671BC9EE-EEA7-4872-83FF-4477DF9DE0E1}" dt="2024-03-05T14:59:33.735" v="5916" actId="114"/>
        <pc:sldMkLst>
          <pc:docMk/>
          <pc:sldMk cId="346030635" sldId="260"/>
        </pc:sldMkLst>
      </pc:sldChg>
      <pc:sldChg chg="addSp delSp modSp new mod">
        <pc:chgData name="Jorge Fernandez" userId="4c6e7b83-2491-4138-819f-8a03ba2c3ce0" providerId="ADAL" clId="{671BC9EE-EEA7-4872-83FF-4477DF9DE0E1}" dt="2024-03-02T09:55:24.335" v="1057" actId="14100"/>
        <pc:sldMkLst>
          <pc:docMk/>
          <pc:sldMk cId="860796778" sldId="261"/>
        </pc:sldMkLst>
      </pc:sldChg>
      <pc:sldChg chg="addSp delSp modSp add del mod">
        <pc:chgData name="Jorge Fernandez" userId="4c6e7b83-2491-4138-819f-8a03ba2c3ce0" providerId="ADAL" clId="{671BC9EE-EEA7-4872-83FF-4477DF9DE0E1}" dt="2024-03-05T15:00:47.499" v="5927" actId="1036"/>
        <pc:sldMkLst>
          <pc:docMk/>
          <pc:sldMk cId="265428131" sldId="262"/>
        </pc:sldMkLst>
      </pc:sldChg>
      <pc:sldChg chg="addSp delSp modSp add mod">
        <pc:chgData name="Jorge Fernandez" userId="4c6e7b83-2491-4138-819f-8a03ba2c3ce0" providerId="ADAL" clId="{671BC9EE-EEA7-4872-83FF-4477DF9DE0E1}" dt="2024-03-05T15:05:23.545" v="5950" actId="1076"/>
        <pc:sldMkLst>
          <pc:docMk/>
          <pc:sldMk cId="2946680088" sldId="263"/>
        </pc:sldMkLst>
      </pc:sldChg>
      <pc:sldChg chg="addSp delSp modSp add mod ord">
        <pc:chgData name="Jorge Fernandez" userId="4c6e7b83-2491-4138-819f-8a03ba2c3ce0" providerId="ADAL" clId="{671BC9EE-EEA7-4872-83FF-4477DF9DE0E1}" dt="2024-03-05T15:13:59.483" v="5961" actId="1076"/>
        <pc:sldMkLst>
          <pc:docMk/>
          <pc:sldMk cId="3194945350" sldId="264"/>
        </pc:sldMkLst>
      </pc:sldChg>
      <pc:sldChg chg="addSp delSp modSp add del mod">
        <pc:chgData name="Jorge Fernandez" userId="4c6e7b83-2491-4138-819f-8a03ba2c3ce0" providerId="ADAL" clId="{671BC9EE-EEA7-4872-83FF-4477DF9DE0E1}" dt="2024-03-02T10:20:42.936" v="1702" actId="47"/>
        <pc:sldMkLst>
          <pc:docMk/>
          <pc:sldMk cId="709726724" sldId="265"/>
        </pc:sldMkLst>
      </pc:sldChg>
      <pc:sldChg chg="addSp delSp modSp add mod ord">
        <pc:chgData name="Jorge Fernandez" userId="4c6e7b83-2491-4138-819f-8a03ba2c3ce0" providerId="ADAL" clId="{671BC9EE-EEA7-4872-83FF-4477DF9DE0E1}" dt="2024-03-05T15:15:40.999" v="5969" actId="732"/>
        <pc:sldMkLst>
          <pc:docMk/>
          <pc:sldMk cId="3513902283" sldId="266"/>
        </pc:sldMkLst>
      </pc:sldChg>
      <pc:sldChg chg="addSp delSp modSp add mod">
        <pc:chgData name="Jorge Fernandez" userId="4c6e7b83-2491-4138-819f-8a03ba2c3ce0" providerId="ADAL" clId="{671BC9EE-EEA7-4872-83FF-4477DF9DE0E1}" dt="2024-02-20T14:35:57.204" v="231" actId="1076"/>
        <pc:sldMkLst>
          <pc:docMk/>
          <pc:sldMk cId="1996259849" sldId="267"/>
        </pc:sldMkLst>
      </pc:sldChg>
      <pc:sldChg chg="addSp delSp modSp add mod ord">
        <pc:chgData name="Jorge Fernandez" userId="4c6e7b83-2491-4138-819f-8a03ba2c3ce0" providerId="ADAL" clId="{671BC9EE-EEA7-4872-83FF-4477DF9DE0E1}" dt="2024-03-02T11:07:56.852" v="2134" actId="20577"/>
        <pc:sldMkLst>
          <pc:docMk/>
          <pc:sldMk cId="2545520153" sldId="268"/>
        </pc:sldMkLst>
      </pc:sldChg>
      <pc:sldChg chg="addSp delSp modSp add mod">
        <pc:chgData name="Jorge Fernandez" userId="4c6e7b83-2491-4138-819f-8a03ba2c3ce0" providerId="ADAL" clId="{671BC9EE-EEA7-4872-83FF-4477DF9DE0E1}" dt="2024-03-02T11:12:17.119" v="2249" actId="313"/>
        <pc:sldMkLst>
          <pc:docMk/>
          <pc:sldMk cId="2068784732" sldId="269"/>
        </pc:sldMkLst>
      </pc:sldChg>
      <pc:sldChg chg="addSp delSp modSp add mod ord">
        <pc:chgData name="Jorge Fernandez" userId="4c6e7b83-2491-4138-819f-8a03ba2c3ce0" providerId="ADAL" clId="{671BC9EE-EEA7-4872-83FF-4477DF9DE0E1}" dt="2024-03-02T11:12:07.968" v="2247" actId="313"/>
        <pc:sldMkLst>
          <pc:docMk/>
          <pc:sldMk cId="555868024" sldId="270"/>
        </pc:sldMkLst>
      </pc:sldChg>
      <pc:sldChg chg="addSp delSp modSp add mod ord">
        <pc:chgData name="Jorge Fernandez" userId="4c6e7b83-2491-4138-819f-8a03ba2c3ce0" providerId="ADAL" clId="{671BC9EE-EEA7-4872-83FF-4477DF9DE0E1}" dt="2024-03-02T11:38:13.460" v="2870" actId="1076"/>
        <pc:sldMkLst>
          <pc:docMk/>
          <pc:sldMk cId="2944845951" sldId="271"/>
        </pc:sldMkLst>
      </pc:sldChg>
      <pc:sldChg chg="addSp delSp modSp new del mod">
        <pc:chgData name="Jorge Fernandez" userId="4c6e7b83-2491-4138-819f-8a03ba2c3ce0" providerId="ADAL" clId="{671BC9EE-EEA7-4872-83FF-4477DF9DE0E1}" dt="2024-03-02T11:39:02.781" v="2877" actId="47"/>
        <pc:sldMkLst>
          <pc:docMk/>
          <pc:sldMk cId="1171019705" sldId="272"/>
        </pc:sldMkLst>
      </pc:sldChg>
      <pc:sldChg chg="addSp delSp modSp add mod ord">
        <pc:chgData name="Jorge Fernandez" userId="4c6e7b83-2491-4138-819f-8a03ba2c3ce0" providerId="ADAL" clId="{671BC9EE-EEA7-4872-83FF-4477DF9DE0E1}" dt="2024-03-02T13:13:50.122" v="4000" actId="114"/>
        <pc:sldMkLst>
          <pc:docMk/>
          <pc:sldMk cId="2594468799" sldId="273"/>
        </pc:sldMkLst>
      </pc:sldChg>
      <pc:sldChg chg="addSp delSp modSp new mod">
        <pc:chgData name="Jorge Fernandez" userId="4c6e7b83-2491-4138-819f-8a03ba2c3ce0" providerId="ADAL" clId="{671BC9EE-EEA7-4872-83FF-4477DF9DE0E1}" dt="2024-03-02T13:16:10.965" v="4003" actId="1076"/>
        <pc:sldMkLst>
          <pc:docMk/>
          <pc:sldMk cId="3308597090" sldId="274"/>
        </pc:sldMkLst>
      </pc:sldChg>
      <pc:sldChg chg="addSp delSp modSp add del mod">
        <pc:chgData name="Jorge Fernandez" userId="4c6e7b83-2491-4138-819f-8a03ba2c3ce0" providerId="ADAL" clId="{671BC9EE-EEA7-4872-83FF-4477DF9DE0E1}" dt="2024-03-02T13:16:17.194" v="4004" actId="47"/>
        <pc:sldMkLst>
          <pc:docMk/>
          <pc:sldMk cId="2526737261" sldId="275"/>
        </pc:sldMkLst>
      </pc:sldChg>
      <pc:sldChg chg="addSp delSp modSp add mod">
        <pc:chgData name="Jorge Fernandez" userId="4c6e7b83-2491-4138-819f-8a03ba2c3ce0" providerId="ADAL" clId="{671BC9EE-EEA7-4872-83FF-4477DF9DE0E1}" dt="2024-03-02T13:23:43.806" v="4388" actId="1076"/>
        <pc:sldMkLst>
          <pc:docMk/>
          <pc:sldMk cId="1672337777" sldId="276"/>
        </pc:sldMkLst>
      </pc:sldChg>
      <pc:sldChg chg="addSp delSp modSp add del mod">
        <pc:chgData name="Jorge Fernandez" userId="4c6e7b83-2491-4138-819f-8a03ba2c3ce0" providerId="ADAL" clId="{671BC9EE-EEA7-4872-83FF-4477DF9DE0E1}" dt="2024-03-02T13:24:29.614" v="4389" actId="47"/>
        <pc:sldMkLst>
          <pc:docMk/>
          <pc:sldMk cId="198255106" sldId="277"/>
        </pc:sldMkLst>
      </pc:sldChg>
      <pc:sldChg chg="addSp delSp modSp add del mod ord">
        <pc:chgData name="Jorge Fernandez" userId="4c6e7b83-2491-4138-819f-8a03ba2c3ce0" providerId="ADAL" clId="{671BC9EE-EEA7-4872-83FF-4477DF9DE0E1}" dt="2024-03-06T13:59:50.839" v="5971" actId="47"/>
        <pc:sldMkLst>
          <pc:docMk/>
          <pc:sldMk cId="1432710909" sldId="278"/>
        </pc:sldMkLst>
      </pc:sldChg>
      <pc:sldChg chg="addSp delSp modSp add del mod">
        <pc:chgData name="Jorge Fernandez" userId="4c6e7b83-2491-4138-819f-8a03ba2c3ce0" providerId="ADAL" clId="{671BC9EE-EEA7-4872-83FF-4477DF9DE0E1}" dt="2024-03-05T14:28:22.454" v="5824" actId="47"/>
        <pc:sldMkLst>
          <pc:docMk/>
          <pc:sldMk cId="4275599406" sldId="279"/>
        </pc:sldMkLst>
      </pc:sldChg>
      <pc:sldChg chg="addSp delSp modSp add del mod">
        <pc:chgData name="Jorge Fernandez" userId="4c6e7b83-2491-4138-819f-8a03ba2c3ce0" providerId="ADAL" clId="{671BC9EE-EEA7-4872-83FF-4477DF9DE0E1}" dt="2024-03-02T09:53:10.384" v="1041" actId="47"/>
        <pc:sldMkLst>
          <pc:docMk/>
          <pc:sldMk cId="1495493424" sldId="280"/>
        </pc:sldMkLst>
      </pc:sldChg>
      <pc:sldChg chg="addSp delSp modSp add mod ord">
        <pc:chgData name="Jorge Fernandez" userId="4c6e7b83-2491-4138-819f-8a03ba2c3ce0" providerId="ADAL" clId="{671BC9EE-EEA7-4872-83FF-4477DF9DE0E1}" dt="2024-03-02T11:34:53.666" v="2805" actId="1076"/>
        <pc:sldMkLst>
          <pc:docMk/>
          <pc:sldMk cId="2107201256" sldId="280"/>
        </pc:sldMkLst>
      </pc:sldChg>
      <pc:sldChg chg="addSp delSp modSp add mod ord">
        <pc:chgData name="Jorge Fernandez" userId="4c6e7b83-2491-4138-819f-8a03ba2c3ce0" providerId="ADAL" clId="{671BC9EE-EEA7-4872-83FF-4477DF9DE0E1}" dt="2024-03-02T13:01:09.129" v="3357" actId="1037"/>
        <pc:sldMkLst>
          <pc:docMk/>
          <pc:sldMk cId="392304985" sldId="281"/>
        </pc:sldMkLst>
      </pc:sldChg>
      <pc:sldChg chg="addSp delSp modSp add mod ord">
        <pc:chgData name="Jorge Fernandez" userId="4c6e7b83-2491-4138-819f-8a03ba2c3ce0" providerId="ADAL" clId="{671BC9EE-EEA7-4872-83FF-4477DF9DE0E1}" dt="2024-03-05T14:51:51.156" v="5903" actId="1076"/>
        <pc:sldMkLst>
          <pc:docMk/>
          <pc:sldMk cId="2885470921" sldId="282"/>
        </pc:sldMkLst>
      </pc:sldChg>
      <pc:sldChg chg="addSp delSp modSp new del mod">
        <pc:chgData name="Jorge Fernandez" userId="4c6e7b83-2491-4138-819f-8a03ba2c3ce0" providerId="ADAL" clId="{671BC9EE-EEA7-4872-83FF-4477DF9DE0E1}" dt="2024-03-05T14:51:58.404" v="5904" actId="47"/>
        <pc:sldMkLst>
          <pc:docMk/>
          <pc:sldMk cId="1058813438" sldId="283"/>
        </pc:sldMkLst>
      </pc:sldChg>
      <pc:sldChg chg="addSp delSp modSp add mod ord">
        <pc:chgData name="Jorge Fernandez" userId="4c6e7b83-2491-4138-819f-8a03ba2c3ce0" providerId="ADAL" clId="{671BC9EE-EEA7-4872-83FF-4477DF9DE0E1}" dt="2024-03-02T16:57:53.899" v="4902" actId="1076"/>
        <pc:sldMkLst>
          <pc:docMk/>
          <pc:sldMk cId="4253039743" sldId="284"/>
        </pc:sldMkLst>
      </pc:sldChg>
      <pc:sldChg chg="addSp modSp add mod">
        <pc:chgData name="Jorge Fernandez" userId="4c6e7b83-2491-4138-819f-8a03ba2c3ce0" providerId="ADAL" clId="{671BC9EE-EEA7-4872-83FF-4477DF9DE0E1}" dt="2024-03-02T17:00:03.192" v="4916" actId="1076"/>
        <pc:sldMkLst>
          <pc:docMk/>
          <pc:sldMk cId="3685447178" sldId="285"/>
        </pc:sldMkLst>
      </pc:sldChg>
      <pc:sldChg chg="addSp delSp modSp add mod">
        <pc:chgData name="Jorge Fernandez" userId="4c6e7b83-2491-4138-819f-8a03ba2c3ce0" providerId="ADAL" clId="{671BC9EE-EEA7-4872-83FF-4477DF9DE0E1}" dt="2024-03-06T14:49:47.170" v="6842" actId="1076"/>
        <pc:sldMkLst>
          <pc:docMk/>
          <pc:sldMk cId="318305576" sldId="286"/>
        </pc:sldMkLst>
      </pc:sldChg>
      <pc:sldChg chg="addSp add mod ord">
        <pc:chgData name="Jorge Fernandez" userId="4c6e7b83-2491-4138-819f-8a03ba2c3ce0" providerId="ADAL" clId="{671BC9EE-EEA7-4872-83FF-4477DF9DE0E1}" dt="2024-03-02T16:58:01.429" v="4904"/>
        <pc:sldMkLst>
          <pc:docMk/>
          <pc:sldMk cId="1088214994" sldId="287"/>
        </pc:sldMkLst>
      </pc:sldChg>
      <pc:sldChg chg="addSp delSp modSp add del mod">
        <pc:chgData name="Jorge Fernandez" userId="4c6e7b83-2491-4138-819f-8a03ba2c3ce0" providerId="ADAL" clId="{671BC9EE-EEA7-4872-83FF-4477DF9DE0E1}" dt="2024-03-06T14:50:03.781" v="6843" actId="47"/>
        <pc:sldMkLst>
          <pc:docMk/>
          <pc:sldMk cId="1434057431" sldId="288"/>
        </pc:sldMkLst>
      </pc:sldChg>
      <pc:sldChg chg="addSp delSp modSp add mod">
        <pc:chgData name="Jorge Fernandez" userId="4c6e7b83-2491-4138-819f-8a03ba2c3ce0" providerId="ADAL" clId="{671BC9EE-EEA7-4872-83FF-4477DF9DE0E1}" dt="2024-03-07T15:22:22.461" v="8370" actId="1076"/>
        <pc:sldMkLst>
          <pc:docMk/>
          <pc:sldMk cId="2252324139" sldId="289"/>
        </pc:sldMkLst>
      </pc:sldChg>
      <pc:sldChg chg="addSp delSp modSp add mod">
        <pc:chgData name="Jorge Fernandez" userId="4c6e7b83-2491-4138-819f-8a03ba2c3ce0" providerId="ADAL" clId="{671BC9EE-EEA7-4872-83FF-4477DF9DE0E1}" dt="2024-03-07T15:25:54.458" v="8396" actId="1076"/>
        <pc:sldMkLst>
          <pc:docMk/>
          <pc:sldMk cId="1152227571" sldId="290"/>
        </pc:sldMkLst>
      </pc:sldChg>
      <pc:sldChg chg="addSp modSp add mod">
        <pc:chgData name="Jorge Fernandez" userId="4c6e7b83-2491-4138-819f-8a03ba2c3ce0" providerId="ADAL" clId="{671BC9EE-EEA7-4872-83FF-4477DF9DE0E1}" dt="2024-03-06T15:15:27.128" v="7365" actId="1076"/>
        <pc:sldMkLst>
          <pc:docMk/>
          <pc:sldMk cId="757663166" sldId="291"/>
        </pc:sldMkLst>
      </pc:sldChg>
      <pc:sldChg chg="addSp modSp add mod">
        <pc:chgData name="Jorge Fernandez" userId="4c6e7b83-2491-4138-819f-8a03ba2c3ce0" providerId="ADAL" clId="{671BC9EE-EEA7-4872-83FF-4477DF9DE0E1}" dt="2024-03-05T10:13:48.063" v="5342" actId="33524"/>
        <pc:sldMkLst>
          <pc:docMk/>
          <pc:sldMk cId="3098783138" sldId="292"/>
        </pc:sldMkLst>
      </pc:sldChg>
      <pc:sldChg chg="addSp modSp add mod ord">
        <pc:chgData name="Jorge Fernandez" userId="4c6e7b83-2491-4138-819f-8a03ba2c3ce0" providerId="ADAL" clId="{671BC9EE-EEA7-4872-83FF-4477DF9DE0E1}" dt="2024-03-02T17:12:12.687" v="5025"/>
        <pc:sldMkLst>
          <pc:docMk/>
          <pc:sldMk cId="2754383399" sldId="293"/>
        </pc:sldMkLst>
      </pc:sldChg>
      <pc:sldChg chg="addSp delSp modSp add mod ord">
        <pc:chgData name="Jorge Fernandez" userId="4c6e7b83-2491-4138-819f-8a03ba2c3ce0" providerId="ADAL" clId="{671BC9EE-EEA7-4872-83FF-4477DF9DE0E1}" dt="2024-03-02T17:18:41.895" v="5105" actId="1076"/>
        <pc:sldMkLst>
          <pc:docMk/>
          <pc:sldMk cId="3755277605" sldId="294"/>
        </pc:sldMkLst>
      </pc:sldChg>
      <pc:sldChg chg="addSp delSp modSp add mod">
        <pc:chgData name="Jorge Fernandez" userId="4c6e7b83-2491-4138-819f-8a03ba2c3ce0" providerId="ADAL" clId="{671BC9EE-EEA7-4872-83FF-4477DF9DE0E1}" dt="2024-03-06T15:12:47.057" v="7286" actId="1036"/>
        <pc:sldMkLst>
          <pc:docMk/>
          <pc:sldMk cId="1476700469" sldId="295"/>
        </pc:sldMkLst>
      </pc:sldChg>
      <pc:sldChg chg="addSp modSp add del mod">
        <pc:chgData name="Jorge Fernandez" userId="4c6e7b83-2491-4138-819f-8a03ba2c3ce0" providerId="ADAL" clId="{671BC9EE-EEA7-4872-83FF-4477DF9DE0E1}" dt="2024-03-07T13:52:22.413" v="7659" actId="47"/>
        <pc:sldMkLst>
          <pc:docMk/>
          <pc:sldMk cId="835374274" sldId="296"/>
        </pc:sldMkLst>
      </pc:sldChg>
      <pc:sldChg chg="add del">
        <pc:chgData name="Jorge Fernandez" userId="4c6e7b83-2491-4138-819f-8a03ba2c3ce0" providerId="ADAL" clId="{671BC9EE-EEA7-4872-83FF-4477DF9DE0E1}" dt="2024-03-02T17:23:29.171" v="5149" actId="47"/>
        <pc:sldMkLst>
          <pc:docMk/>
          <pc:sldMk cId="3538791404" sldId="296"/>
        </pc:sldMkLst>
      </pc:sldChg>
      <pc:sldChg chg="addSp modSp add mod ord">
        <pc:chgData name="Jorge Fernandez" userId="4c6e7b83-2491-4138-819f-8a03ba2c3ce0" providerId="ADAL" clId="{671BC9EE-EEA7-4872-83FF-4477DF9DE0E1}" dt="2024-03-02T17:30:47.815" v="5157"/>
        <pc:sldMkLst>
          <pc:docMk/>
          <pc:sldMk cId="211206443" sldId="297"/>
        </pc:sldMkLst>
      </pc:sldChg>
      <pc:sldChg chg="add del">
        <pc:chgData name="Jorge Fernandez" userId="4c6e7b83-2491-4138-819f-8a03ba2c3ce0" providerId="ADAL" clId="{671BC9EE-EEA7-4872-83FF-4477DF9DE0E1}" dt="2024-03-02T17:23:30.621" v="5150" actId="47"/>
        <pc:sldMkLst>
          <pc:docMk/>
          <pc:sldMk cId="3074308737" sldId="297"/>
        </pc:sldMkLst>
      </pc:sldChg>
      <pc:sldChg chg="addSp delSp modSp add mod ord">
        <pc:chgData name="Jorge Fernandez" userId="4c6e7b83-2491-4138-819f-8a03ba2c3ce0" providerId="ADAL" clId="{671BC9EE-EEA7-4872-83FF-4477DF9DE0E1}" dt="2024-03-06T15:21:47.053" v="7485" actId="1076"/>
        <pc:sldMkLst>
          <pc:docMk/>
          <pc:sldMk cId="402843445" sldId="298"/>
        </pc:sldMkLst>
      </pc:sldChg>
      <pc:sldChg chg="add del">
        <pc:chgData name="Jorge Fernandez" userId="4c6e7b83-2491-4138-819f-8a03ba2c3ce0" providerId="ADAL" clId="{671BC9EE-EEA7-4872-83FF-4477DF9DE0E1}" dt="2024-03-02T17:23:33.311" v="5151" actId="47"/>
        <pc:sldMkLst>
          <pc:docMk/>
          <pc:sldMk cId="1156086982" sldId="298"/>
        </pc:sldMkLst>
      </pc:sldChg>
      <pc:sldChg chg="add del ord">
        <pc:chgData name="Jorge Fernandez" userId="4c6e7b83-2491-4138-819f-8a03ba2c3ce0" providerId="ADAL" clId="{671BC9EE-EEA7-4872-83FF-4477DF9DE0E1}" dt="2024-03-02T17:23:24.681" v="5148" actId="47"/>
        <pc:sldMkLst>
          <pc:docMk/>
          <pc:sldMk cId="2360102196" sldId="299"/>
        </pc:sldMkLst>
      </pc:sldChg>
      <pc:sldChg chg="addSp delSp modSp add mod">
        <pc:chgData name="Jorge Fernandez" userId="4c6e7b83-2491-4138-819f-8a03ba2c3ce0" providerId="ADAL" clId="{671BC9EE-EEA7-4872-83FF-4477DF9DE0E1}" dt="2024-03-07T11:34:28.781" v="7583" actId="1076"/>
        <pc:sldMkLst>
          <pc:docMk/>
          <pc:sldMk cId="3959346096" sldId="299"/>
        </pc:sldMkLst>
      </pc:sldChg>
      <pc:sldChg chg="add del">
        <pc:chgData name="Jorge Fernandez" userId="4c6e7b83-2491-4138-819f-8a03ba2c3ce0" providerId="ADAL" clId="{671BC9EE-EEA7-4872-83FF-4477DF9DE0E1}" dt="2024-03-05T09:46:10.242" v="5265"/>
        <pc:sldMkLst>
          <pc:docMk/>
          <pc:sldMk cId="1253647680" sldId="300"/>
        </pc:sldMkLst>
      </pc:sldChg>
      <pc:sldChg chg="addSp delSp modSp add mod ord">
        <pc:chgData name="Jorge Fernandez" userId="4c6e7b83-2491-4138-819f-8a03ba2c3ce0" providerId="ADAL" clId="{671BC9EE-EEA7-4872-83FF-4477DF9DE0E1}" dt="2024-03-12T15:19:42.861" v="8632" actId="1076"/>
        <pc:sldMkLst>
          <pc:docMk/>
          <pc:sldMk cId="3682767453" sldId="300"/>
        </pc:sldMkLst>
      </pc:sldChg>
      <pc:sldChg chg="addSp delSp modSp add mod ord">
        <pc:chgData name="Jorge Fernandez" userId="4c6e7b83-2491-4138-819f-8a03ba2c3ce0" providerId="ADAL" clId="{671BC9EE-EEA7-4872-83FF-4477DF9DE0E1}" dt="2024-03-07T13:56:59.864" v="7712" actId="1076"/>
        <pc:sldMkLst>
          <pc:docMk/>
          <pc:sldMk cId="2170967106" sldId="301"/>
        </pc:sldMkLst>
      </pc:sldChg>
      <pc:sldChg chg="addSp delSp modSp add mod">
        <pc:chgData name="Jorge Fernandez" userId="4c6e7b83-2491-4138-819f-8a03ba2c3ce0" providerId="ADAL" clId="{671BC9EE-EEA7-4872-83FF-4477DF9DE0E1}" dt="2024-03-07T14:00:20.935" v="7778" actId="1076"/>
        <pc:sldMkLst>
          <pc:docMk/>
          <pc:sldMk cId="2347140027" sldId="302"/>
        </pc:sldMkLst>
      </pc:sldChg>
      <pc:sldChg chg="addSp delSp modSp add mod ord">
        <pc:chgData name="Jorge Fernandez" userId="4c6e7b83-2491-4138-819f-8a03ba2c3ce0" providerId="ADAL" clId="{671BC9EE-EEA7-4872-83FF-4477DF9DE0E1}" dt="2024-03-05T10:15:54.491" v="5366" actId="1076"/>
        <pc:sldMkLst>
          <pc:docMk/>
          <pc:sldMk cId="163381240" sldId="303"/>
        </pc:sldMkLst>
      </pc:sldChg>
      <pc:sldChg chg="addSp delSp modSp add mod ord">
        <pc:chgData name="Jorge Fernandez" userId="4c6e7b83-2491-4138-819f-8a03ba2c3ce0" providerId="ADAL" clId="{671BC9EE-EEA7-4872-83FF-4477DF9DE0E1}" dt="2024-03-12T15:24:09.053" v="8649" actId="1076"/>
        <pc:sldMkLst>
          <pc:docMk/>
          <pc:sldMk cId="2611368159" sldId="304"/>
        </pc:sldMkLst>
      </pc:sldChg>
      <pc:sldChg chg="addSp delSp modSp add mod ord">
        <pc:chgData name="Jorge Fernandez" userId="4c6e7b83-2491-4138-819f-8a03ba2c3ce0" providerId="ADAL" clId="{671BC9EE-EEA7-4872-83FF-4477DF9DE0E1}" dt="2024-03-07T14:08:10.371" v="8052" actId="1076"/>
        <pc:sldMkLst>
          <pc:docMk/>
          <pc:sldMk cId="3941506068" sldId="305"/>
        </pc:sldMkLst>
      </pc:sldChg>
      <pc:sldChg chg="addSp delSp modSp add mod">
        <pc:chgData name="Jorge Fernandez" userId="4c6e7b83-2491-4138-819f-8a03ba2c3ce0" providerId="ADAL" clId="{671BC9EE-EEA7-4872-83FF-4477DF9DE0E1}" dt="2024-03-07T14:09:24.981" v="8079" actId="1076"/>
        <pc:sldMkLst>
          <pc:docMk/>
          <pc:sldMk cId="506346043" sldId="306"/>
        </pc:sldMkLst>
      </pc:sldChg>
      <pc:sldChg chg="addSp delSp modSp add mod ord">
        <pc:chgData name="Jorge Fernandez" userId="4c6e7b83-2491-4138-819f-8a03ba2c3ce0" providerId="ADAL" clId="{671BC9EE-EEA7-4872-83FF-4477DF9DE0E1}" dt="2024-03-07T14:16:22.232" v="8204" actId="478"/>
        <pc:sldMkLst>
          <pc:docMk/>
          <pc:sldMk cId="3661741822" sldId="307"/>
        </pc:sldMkLst>
      </pc:sldChg>
      <pc:sldChg chg="addSp delSp modSp add mod">
        <pc:chgData name="Jorge Fernandez" userId="4c6e7b83-2491-4138-819f-8a03ba2c3ce0" providerId="ADAL" clId="{671BC9EE-EEA7-4872-83FF-4477DF9DE0E1}" dt="2024-03-07T14:18:27.292" v="8246" actId="1035"/>
        <pc:sldMkLst>
          <pc:docMk/>
          <pc:sldMk cId="3425717485" sldId="308"/>
        </pc:sldMkLst>
      </pc:sldChg>
      <pc:sldChg chg="addSp delSp modSp add mod">
        <pc:chgData name="Jorge Fernandez" userId="4c6e7b83-2491-4138-819f-8a03ba2c3ce0" providerId="ADAL" clId="{671BC9EE-EEA7-4872-83FF-4477DF9DE0E1}" dt="2024-03-05T10:25:04.977" v="5471" actId="1076"/>
        <pc:sldMkLst>
          <pc:docMk/>
          <pc:sldMk cId="4265647442" sldId="309"/>
        </pc:sldMkLst>
      </pc:sldChg>
      <pc:sldChg chg="addSp delSp modSp add mod ord">
        <pc:chgData name="Jorge Fernandez" userId="4c6e7b83-2491-4138-819f-8a03ba2c3ce0" providerId="ADAL" clId="{671BC9EE-EEA7-4872-83FF-4477DF9DE0E1}" dt="2024-03-07T14:22:30.220" v="8286" actId="1076"/>
        <pc:sldMkLst>
          <pc:docMk/>
          <pc:sldMk cId="3467926094" sldId="310"/>
        </pc:sldMkLst>
      </pc:sldChg>
      <pc:sldChg chg="addSp delSp modSp add mod">
        <pc:chgData name="Jorge Fernandez" userId="4c6e7b83-2491-4138-819f-8a03ba2c3ce0" providerId="ADAL" clId="{671BC9EE-EEA7-4872-83FF-4477DF9DE0E1}" dt="2024-03-07T14:23:15.299" v="8303" actId="1037"/>
        <pc:sldMkLst>
          <pc:docMk/>
          <pc:sldMk cId="3659183753" sldId="311"/>
        </pc:sldMkLst>
      </pc:sldChg>
      <pc:sldChg chg="addSp delSp modSp add mod ord">
        <pc:chgData name="Jorge Fernandez" userId="4c6e7b83-2491-4138-819f-8a03ba2c3ce0" providerId="ADAL" clId="{671BC9EE-EEA7-4872-83FF-4477DF9DE0E1}" dt="2024-03-07T14:23:39.972" v="8306" actId="1076"/>
        <pc:sldMkLst>
          <pc:docMk/>
          <pc:sldMk cId="623439943" sldId="312"/>
        </pc:sldMkLst>
      </pc:sldChg>
      <pc:sldChg chg="addSp delSp modSp add mod">
        <pc:chgData name="Jorge Fernandez" userId="4c6e7b83-2491-4138-819f-8a03ba2c3ce0" providerId="ADAL" clId="{671BC9EE-EEA7-4872-83FF-4477DF9DE0E1}" dt="2024-03-05T14:28:15.677" v="5823" actId="478"/>
        <pc:sldMkLst>
          <pc:docMk/>
          <pc:sldMk cId="935845053" sldId="313"/>
        </pc:sldMkLst>
      </pc:sldChg>
      <pc:sldChg chg="addSp delSp modSp add mod ord">
        <pc:chgData name="Jorge Fernandez" userId="4c6e7b83-2491-4138-819f-8a03ba2c3ce0" providerId="ADAL" clId="{671BC9EE-EEA7-4872-83FF-4477DF9DE0E1}" dt="2024-03-05T14:46:28.772" v="5868"/>
        <pc:sldMkLst>
          <pc:docMk/>
          <pc:sldMk cId="774848941" sldId="314"/>
        </pc:sldMkLst>
      </pc:sldChg>
      <pc:sldChg chg="addSp delSp modSp add mod">
        <pc:chgData name="Jorge Fernandez" userId="4c6e7b83-2491-4138-819f-8a03ba2c3ce0" providerId="ADAL" clId="{671BC9EE-EEA7-4872-83FF-4477DF9DE0E1}" dt="2024-03-05T15:14:26.948" v="5966" actId="1076"/>
        <pc:sldMkLst>
          <pc:docMk/>
          <pc:sldMk cId="1745960871" sldId="315"/>
        </pc:sldMkLst>
      </pc:sldChg>
      <pc:sldChg chg="addSp delSp modSp add mod ord">
        <pc:chgData name="Jorge Fernandez" userId="4c6e7b83-2491-4138-819f-8a03ba2c3ce0" providerId="ADAL" clId="{671BC9EE-EEA7-4872-83FF-4477DF9DE0E1}" dt="2024-03-07T15:11:57.222" v="8309" actId="1076"/>
        <pc:sldMkLst>
          <pc:docMk/>
          <pc:sldMk cId="45909090" sldId="316"/>
        </pc:sldMkLst>
      </pc:sldChg>
      <pc:sldChg chg="addSp delSp modSp add mod">
        <pc:chgData name="Jorge Fernandez" userId="4c6e7b83-2491-4138-819f-8a03ba2c3ce0" providerId="ADAL" clId="{671BC9EE-EEA7-4872-83FF-4477DF9DE0E1}" dt="2024-03-07T11:41:14.393" v="7636" actId="1076"/>
        <pc:sldMkLst>
          <pc:docMk/>
          <pc:sldMk cId="1442180025" sldId="317"/>
        </pc:sldMkLst>
      </pc:sldChg>
      <pc:sldChg chg="addSp delSp modSp add mod">
        <pc:chgData name="Jorge Fernandez" userId="4c6e7b83-2491-4138-819f-8a03ba2c3ce0" providerId="ADAL" clId="{671BC9EE-EEA7-4872-83FF-4477DF9DE0E1}" dt="2024-03-07T14:10:59.957" v="8095" actId="1076"/>
        <pc:sldMkLst>
          <pc:docMk/>
          <pc:sldMk cId="2315974540" sldId="3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12/03/2025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Métodos matemáticos para Física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766050" y="31235"/>
            <a:ext cx="67955" cy="307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/>
          <p:cNvSpPr/>
          <p:nvPr userDrawn="1"/>
        </p:nvSpPr>
        <p:spPr>
          <a:xfrm>
            <a:off x="8857453" y="27078"/>
            <a:ext cx="258779" cy="3113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52883"/>
            <a:ext cx="8928991" cy="58884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60032" y="31429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Métodos matemáticos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>
          <a:xfrm>
            <a:off x="107504" y="398212"/>
            <a:ext cx="8726501" cy="394936"/>
          </a:xfrm>
        </p:spPr>
        <p:txBody>
          <a:bodyPr/>
          <a:lstStyle>
            <a:lvl1pPr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774419" y="35642"/>
            <a:ext cx="424846" cy="297901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200" b="0" smtClean="0"/>
              <a:pPr algn="ctr"/>
              <a:t>‹Nº›</a:t>
            </a:fld>
            <a:endParaRPr lang="es-ES" sz="1200" b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" y="0"/>
            <a:ext cx="956343" cy="35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0" Type="http://schemas.openxmlformats.org/officeDocument/2006/relationships/image" Target="../media/image33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Relationship Id="rId1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7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12" Type="http://schemas.openxmlformats.org/officeDocument/2006/relationships/image" Target="../media/image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0" Type="http://schemas.openxmlformats.org/officeDocument/2006/relationships/image" Target="../media/image46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7" Type="http://schemas.openxmlformats.org/officeDocument/2006/relationships/image" Target="../media/image16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61.emf"/><Relationship Id="rId7" Type="http://schemas.openxmlformats.org/officeDocument/2006/relationships/image" Target="../media/image65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image" Target="../media/image63.emf"/><Relationship Id="rId10" Type="http://schemas.openxmlformats.org/officeDocument/2006/relationships/image" Target="../media/image67.emf"/><Relationship Id="rId4" Type="http://schemas.openxmlformats.org/officeDocument/2006/relationships/image" Target="../media/image62.emf"/><Relationship Id="rId9" Type="http://schemas.openxmlformats.org/officeDocument/2006/relationships/image" Target="../media/image6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image" Target="../media/image79.emf"/><Relationship Id="rId3" Type="http://schemas.openxmlformats.org/officeDocument/2006/relationships/image" Target="../media/image69.emf"/><Relationship Id="rId7" Type="http://schemas.openxmlformats.org/officeDocument/2006/relationships/image" Target="../media/image73.emf"/><Relationship Id="rId12" Type="http://schemas.openxmlformats.org/officeDocument/2006/relationships/image" Target="../media/image78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11" Type="http://schemas.openxmlformats.org/officeDocument/2006/relationships/image" Target="../media/image77.emf"/><Relationship Id="rId5" Type="http://schemas.openxmlformats.org/officeDocument/2006/relationships/image" Target="../media/image71.emf"/><Relationship Id="rId15" Type="http://schemas.openxmlformats.org/officeDocument/2006/relationships/image" Target="../media/image81.emf"/><Relationship Id="rId10" Type="http://schemas.openxmlformats.org/officeDocument/2006/relationships/image" Target="../media/image76.emf"/><Relationship Id="rId4" Type="http://schemas.openxmlformats.org/officeDocument/2006/relationships/image" Target="../media/image70.emf"/><Relationship Id="rId9" Type="http://schemas.openxmlformats.org/officeDocument/2006/relationships/image" Target="../media/image75.emf"/><Relationship Id="rId14" Type="http://schemas.openxmlformats.org/officeDocument/2006/relationships/image" Target="../media/image8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3.emf"/><Relationship Id="rId7" Type="http://schemas.openxmlformats.org/officeDocument/2006/relationships/image" Target="../media/image87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emf"/><Relationship Id="rId11" Type="http://schemas.openxmlformats.org/officeDocument/2006/relationships/image" Target="../media/image90.emf"/><Relationship Id="rId5" Type="http://schemas.openxmlformats.org/officeDocument/2006/relationships/image" Target="../media/image85.emf"/><Relationship Id="rId10" Type="http://schemas.openxmlformats.org/officeDocument/2006/relationships/image" Target="../media/image89.emf"/><Relationship Id="rId4" Type="http://schemas.openxmlformats.org/officeDocument/2006/relationships/image" Target="../media/image84.emf"/><Relationship Id="rId9" Type="http://schemas.openxmlformats.org/officeDocument/2006/relationships/image" Target="../media/image6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3" Type="http://schemas.openxmlformats.org/officeDocument/2006/relationships/image" Target="../media/image92.emf"/><Relationship Id="rId7" Type="http://schemas.openxmlformats.org/officeDocument/2006/relationships/image" Target="../media/image96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Relationship Id="rId9" Type="http://schemas.openxmlformats.org/officeDocument/2006/relationships/image" Target="../media/image9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image" Target="../media/image112.emf"/><Relationship Id="rId3" Type="http://schemas.openxmlformats.org/officeDocument/2006/relationships/image" Target="../media/image102.emf"/><Relationship Id="rId7" Type="http://schemas.openxmlformats.org/officeDocument/2006/relationships/image" Target="../media/image106.emf"/><Relationship Id="rId12" Type="http://schemas.openxmlformats.org/officeDocument/2006/relationships/image" Target="../media/image111.emf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11" Type="http://schemas.openxmlformats.org/officeDocument/2006/relationships/image" Target="../media/image110.emf"/><Relationship Id="rId5" Type="http://schemas.openxmlformats.org/officeDocument/2006/relationships/image" Target="../media/image104.emf"/><Relationship Id="rId10" Type="http://schemas.openxmlformats.org/officeDocument/2006/relationships/image" Target="../media/image109.emf"/><Relationship Id="rId4" Type="http://schemas.openxmlformats.org/officeDocument/2006/relationships/image" Target="../media/image103.emf"/><Relationship Id="rId9" Type="http://schemas.openxmlformats.org/officeDocument/2006/relationships/image" Target="../media/image10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13" Type="http://schemas.openxmlformats.org/officeDocument/2006/relationships/image" Target="../media/image130.emf"/><Relationship Id="rId3" Type="http://schemas.openxmlformats.org/officeDocument/2006/relationships/image" Target="../media/image120.emf"/><Relationship Id="rId7" Type="http://schemas.openxmlformats.org/officeDocument/2006/relationships/image" Target="../media/image124.emf"/><Relationship Id="rId12" Type="http://schemas.openxmlformats.org/officeDocument/2006/relationships/image" Target="../media/image129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emf"/><Relationship Id="rId11" Type="http://schemas.openxmlformats.org/officeDocument/2006/relationships/image" Target="../media/image128.emf"/><Relationship Id="rId5" Type="http://schemas.openxmlformats.org/officeDocument/2006/relationships/image" Target="../media/image122.emf"/><Relationship Id="rId10" Type="http://schemas.openxmlformats.org/officeDocument/2006/relationships/image" Target="../media/image127.emf"/><Relationship Id="rId4" Type="http://schemas.openxmlformats.org/officeDocument/2006/relationships/image" Target="../media/image121.emf"/><Relationship Id="rId9" Type="http://schemas.openxmlformats.org/officeDocument/2006/relationships/image" Target="../media/image126.emf"/><Relationship Id="rId14" Type="http://schemas.openxmlformats.org/officeDocument/2006/relationships/image" Target="../media/image13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13" Type="http://schemas.openxmlformats.org/officeDocument/2006/relationships/image" Target="../media/image143.emf"/><Relationship Id="rId3" Type="http://schemas.openxmlformats.org/officeDocument/2006/relationships/image" Target="../media/image133.emf"/><Relationship Id="rId7" Type="http://schemas.openxmlformats.org/officeDocument/2006/relationships/image" Target="../media/image137.emf"/><Relationship Id="rId12" Type="http://schemas.openxmlformats.org/officeDocument/2006/relationships/image" Target="../media/image142.emf"/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emf"/><Relationship Id="rId11" Type="http://schemas.openxmlformats.org/officeDocument/2006/relationships/image" Target="../media/image141.emf"/><Relationship Id="rId5" Type="http://schemas.openxmlformats.org/officeDocument/2006/relationships/image" Target="../media/image135.emf"/><Relationship Id="rId10" Type="http://schemas.openxmlformats.org/officeDocument/2006/relationships/image" Target="../media/image140.emf"/><Relationship Id="rId4" Type="http://schemas.openxmlformats.org/officeDocument/2006/relationships/image" Target="../media/image134.emf"/><Relationship Id="rId9" Type="http://schemas.openxmlformats.org/officeDocument/2006/relationships/image" Target="../media/image139.emf"/><Relationship Id="rId14" Type="http://schemas.openxmlformats.org/officeDocument/2006/relationships/image" Target="../media/image144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emf"/><Relationship Id="rId3" Type="http://schemas.openxmlformats.org/officeDocument/2006/relationships/image" Target="../media/image147.emf"/><Relationship Id="rId7" Type="http://schemas.openxmlformats.org/officeDocument/2006/relationships/image" Target="../media/image151.emf"/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emf"/><Relationship Id="rId4" Type="http://schemas.openxmlformats.org/officeDocument/2006/relationships/image" Target="../media/image155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3" Type="http://schemas.openxmlformats.org/officeDocument/2006/relationships/image" Target="../media/image158.emf"/><Relationship Id="rId7" Type="http://schemas.openxmlformats.org/officeDocument/2006/relationships/image" Target="../media/image162.emf"/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emf"/><Relationship Id="rId11" Type="http://schemas.openxmlformats.org/officeDocument/2006/relationships/image" Target="../media/image166.emf"/><Relationship Id="rId5" Type="http://schemas.openxmlformats.org/officeDocument/2006/relationships/image" Target="../media/image160.emf"/><Relationship Id="rId10" Type="http://schemas.openxmlformats.org/officeDocument/2006/relationships/image" Target="../media/image165.emf"/><Relationship Id="rId4" Type="http://schemas.openxmlformats.org/officeDocument/2006/relationships/image" Target="../media/image159.emf"/><Relationship Id="rId9" Type="http://schemas.openxmlformats.org/officeDocument/2006/relationships/image" Target="../media/image164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emf"/><Relationship Id="rId7" Type="http://schemas.openxmlformats.org/officeDocument/2006/relationships/image" Target="../media/image172.emf"/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emf"/><Relationship Id="rId11" Type="http://schemas.openxmlformats.org/officeDocument/2006/relationships/image" Target="../media/image176.emf"/><Relationship Id="rId5" Type="http://schemas.openxmlformats.org/officeDocument/2006/relationships/image" Target="../media/image170.emf"/><Relationship Id="rId10" Type="http://schemas.openxmlformats.org/officeDocument/2006/relationships/image" Target="../media/image175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emf"/><Relationship Id="rId3" Type="http://schemas.openxmlformats.org/officeDocument/2006/relationships/image" Target="../media/image180.emf"/><Relationship Id="rId7" Type="http://schemas.openxmlformats.org/officeDocument/2006/relationships/image" Target="../media/image184.emf"/><Relationship Id="rId12" Type="http://schemas.openxmlformats.org/officeDocument/2006/relationships/image" Target="../media/image158.emf"/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emf"/><Relationship Id="rId11" Type="http://schemas.openxmlformats.org/officeDocument/2006/relationships/image" Target="../media/image157.emf"/><Relationship Id="rId5" Type="http://schemas.openxmlformats.org/officeDocument/2006/relationships/image" Target="../media/image182.emf"/><Relationship Id="rId10" Type="http://schemas.openxmlformats.org/officeDocument/2006/relationships/image" Target="../media/image187.emf"/><Relationship Id="rId4" Type="http://schemas.openxmlformats.org/officeDocument/2006/relationships/image" Target="../media/image181.emf"/><Relationship Id="rId9" Type="http://schemas.openxmlformats.org/officeDocument/2006/relationships/image" Target="../media/image18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13" Type="http://schemas.openxmlformats.org/officeDocument/2006/relationships/image" Target="../media/image204.emf"/><Relationship Id="rId3" Type="http://schemas.openxmlformats.org/officeDocument/2006/relationships/image" Target="../media/image194.emf"/><Relationship Id="rId7" Type="http://schemas.openxmlformats.org/officeDocument/2006/relationships/image" Target="../media/image198.emf"/><Relationship Id="rId12" Type="http://schemas.openxmlformats.org/officeDocument/2006/relationships/image" Target="../media/image203.emf"/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emf"/><Relationship Id="rId11" Type="http://schemas.openxmlformats.org/officeDocument/2006/relationships/image" Target="../media/image202.emf"/><Relationship Id="rId5" Type="http://schemas.openxmlformats.org/officeDocument/2006/relationships/image" Target="../media/image196.emf"/><Relationship Id="rId10" Type="http://schemas.openxmlformats.org/officeDocument/2006/relationships/image" Target="../media/image201.emf"/><Relationship Id="rId4" Type="http://schemas.openxmlformats.org/officeDocument/2006/relationships/image" Target="../media/image195.emf"/><Relationship Id="rId9" Type="http://schemas.openxmlformats.org/officeDocument/2006/relationships/image" Target="../media/image200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.emf"/><Relationship Id="rId4" Type="http://schemas.openxmlformats.org/officeDocument/2006/relationships/image" Target="../media/image208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13" Type="http://schemas.openxmlformats.org/officeDocument/2006/relationships/image" Target="../media/image221.emf"/><Relationship Id="rId3" Type="http://schemas.openxmlformats.org/officeDocument/2006/relationships/image" Target="../media/image211.emf"/><Relationship Id="rId7" Type="http://schemas.openxmlformats.org/officeDocument/2006/relationships/image" Target="../media/image215.emf"/><Relationship Id="rId12" Type="http://schemas.openxmlformats.org/officeDocument/2006/relationships/image" Target="../media/image220.emf"/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emf"/><Relationship Id="rId11" Type="http://schemas.openxmlformats.org/officeDocument/2006/relationships/image" Target="../media/image219.emf"/><Relationship Id="rId5" Type="http://schemas.openxmlformats.org/officeDocument/2006/relationships/image" Target="../media/image213.emf"/><Relationship Id="rId10" Type="http://schemas.openxmlformats.org/officeDocument/2006/relationships/image" Target="../media/image218.emf"/><Relationship Id="rId4" Type="http://schemas.openxmlformats.org/officeDocument/2006/relationships/image" Target="../media/image212.emf"/><Relationship Id="rId9" Type="http://schemas.openxmlformats.org/officeDocument/2006/relationships/image" Target="../media/image217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emf"/><Relationship Id="rId3" Type="http://schemas.openxmlformats.org/officeDocument/2006/relationships/image" Target="../media/image223.emf"/><Relationship Id="rId7" Type="http://schemas.openxmlformats.org/officeDocument/2006/relationships/image" Target="../media/image227.emf"/><Relationship Id="rId2" Type="http://schemas.openxmlformats.org/officeDocument/2006/relationships/image" Target="../media/image2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emf"/><Relationship Id="rId5" Type="http://schemas.openxmlformats.org/officeDocument/2006/relationships/image" Target="../media/image225.emf"/><Relationship Id="rId4" Type="http://schemas.openxmlformats.org/officeDocument/2006/relationships/image" Target="../media/image224.emf"/><Relationship Id="rId9" Type="http://schemas.openxmlformats.org/officeDocument/2006/relationships/image" Target="../media/image21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emf"/><Relationship Id="rId3" Type="http://schemas.openxmlformats.org/officeDocument/2006/relationships/image" Target="../media/image230.emf"/><Relationship Id="rId7" Type="http://schemas.openxmlformats.org/officeDocument/2006/relationships/image" Target="../media/image234.emf"/><Relationship Id="rId2" Type="http://schemas.openxmlformats.org/officeDocument/2006/relationships/image" Target="../media/image2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emf"/><Relationship Id="rId5" Type="http://schemas.openxmlformats.org/officeDocument/2006/relationships/image" Target="../media/image232.emf"/><Relationship Id="rId4" Type="http://schemas.openxmlformats.org/officeDocument/2006/relationships/image" Target="../media/image231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3" Type="http://schemas.openxmlformats.org/officeDocument/2006/relationships/image" Target="../media/image237.emf"/><Relationship Id="rId7" Type="http://schemas.openxmlformats.org/officeDocument/2006/relationships/image" Target="../media/image241.emf"/><Relationship Id="rId2" Type="http://schemas.openxmlformats.org/officeDocument/2006/relationships/image" Target="../media/image2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emf"/><Relationship Id="rId5" Type="http://schemas.openxmlformats.org/officeDocument/2006/relationships/image" Target="../media/image239.emf"/><Relationship Id="rId4" Type="http://schemas.openxmlformats.org/officeDocument/2006/relationships/image" Target="../media/image238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emf"/><Relationship Id="rId2" Type="http://schemas.openxmlformats.org/officeDocument/2006/relationships/image" Target="../media/image2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emf"/><Relationship Id="rId2" Type="http://schemas.openxmlformats.org/officeDocument/2006/relationships/image" Target="../media/image24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emf"/><Relationship Id="rId2" Type="http://schemas.openxmlformats.org/officeDocument/2006/relationships/image" Target="../media/image24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3" Type="http://schemas.openxmlformats.org/officeDocument/2006/relationships/image" Target="../media/image252.emf"/><Relationship Id="rId7" Type="http://schemas.openxmlformats.org/officeDocument/2006/relationships/image" Target="../media/image256.emf"/><Relationship Id="rId2" Type="http://schemas.openxmlformats.org/officeDocument/2006/relationships/image" Target="../media/image2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emf"/><Relationship Id="rId5" Type="http://schemas.openxmlformats.org/officeDocument/2006/relationships/image" Target="../media/image254.emf"/><Relationship Id="rId4" Type="http://schemas.openxmlformats.org/officeDocument/2006/relationships/image" Target="../media/image253.emf"/><Relationship Id="rId9" Type="http://schemas.openxmlformats.org/officeDocument/2006/relationships/image" Target="../media/image25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emf"/><Relationship Id="rId2" Type="http://schemas.openxmlformats.org/officeDocument/2006/relationships/image" Target="../media/image25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2.emf"/><Relationship Id="rId4" Type="http://schemas.openxmlformats.org/officeDocument/2006/relationships/image" Target="../media/image26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emf"/><Relationship Id="rId2" Type="http://schemas.openxmlformats.org/officeDocument/2006/relationships/image" Target="../media/image263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emf"/><Relationship Id="rId3" Type="http://schemas.openxmlformats.org/officeDocument/2006/relationships/image" Target="../media/image266.emf"/><Relationship Id="rId7" Type="http://schemas.openxmlformats.org/officeDocument/2006/relationships/image" Target="../media/image270.emf"/><Relationship Id="rId2" Type="http://schemas.openxmlformats.org/officeDocument/2006/relationships/image" Target="../media/image2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emf"/><Relationship Id="rId5" Type="http://schemas.openxmlformats.org/officeDocument/2006/relationships/image" Target="../media/image268.emf"/><Relationship Id="rId4" Type="http://schemas.openxmlformats.org/officeDocument/2006/relationships/image" Target="../media/image267.emf"/><Relationship Id="rId9" Type="http://schemas.openxmlformats.org/officeDocument/2006/relationships/image" Target="../media/image27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emf"/><Relationship Id="rId2" Type="http://schemas.openxmlformats.org/officeDocument/2006/relationships/image" Target="../media/image27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5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emf"/><Relationship Id="rId2" Type="http://schemas.openxmlformats.org/officeDocument/2006/relationships/image" Target="../media/image27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emf"/><Relationship Id="rId4" Type="http://schemas.openxmlformats.org/officeDocument/2006/relationships/image" Target="../media/image279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emf"/><Relationship Id="rId2" Type="http://schemas.openxmlformats.org/officeDocument/2006/relationships/image" Target="../media/image2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5.emf"/><Relationship Id="rId5" Type="http://schemas.openxmlformats.org/officeDocument/2006/relationships/image" Target="../media/image284.emf"/><Relationship Id="rId4" Type="http://schemas.openxmlformats.org/officeDocument/2006/relationships/image" Target="../media/image283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emf"/><Relationship Id="rId2" Type="http://schemas.openxmlformats.org/officeDocument/2006/relationships/image" Target="../media/image28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71600" y="2120306"/>
            <a:ext cx="7315200" cy="1944215"/>
          </a:xfrm>
        </p:spPr>
        <p:txBody>
          <a:bodyPr/>
          <a:lstStyle/>
          <a:p>
            <a:r>
              <a:rPr lang="es-ES"/>
              <a:t>Métodos matemáticos para Física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>
          <a:xfrm>
            <a:off x="755576" y="4077072"/>
            <a:ext cx="7978080" cy="17281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chemeClr val="bg1">
                    <a:lumMod val="65000"/>
                  </a:schemeClr>
                </a:solidFill>
              </a:rPr>
              <a:t>Doble Grado en Ingeniería de Software y Física Computacional</a:t>
            </a:r>
          </a:p>
          <a:p>
            <a:pPr>
              <a:lnSpc>
                <a:spcPct val="150000"/>
              </a:lnSpc>
            </a:pPr>
            <a:r>
              <a:rPr lang="es-ES_tradnl" sz="1800" i="1">
                <a:solidFill>
                  <a:schemeClr val="bg1">
                    <a:lumMod val="65000"/>
                  </a:schemeClr>
                </a:solidFill>
              </a:rPr>
              <a:t>Curso 2024 – 2025</a:t>
            </a:r>
          </a:p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chemeClr val="accent5">
                    <a:lumMod val="50000"/>
                  </a:schemeClr>
                </a:solidFill>
              </a:rPr>
              <a:t>Jorge Fernandez Hernandez</a:t>
            </a:r>
          </a:p>
          <a:p>
            <a:endParaRPr lang="es-ES_tradnl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E13E9-AB98-ECB6-E422-2E5A02D24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Métodos matemáticos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B83FF2-91FC-E3CA-590B-6A2706346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Integrales dobles y triples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A3713-669B-9CFC-D4E4-94399C544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01" y="1769747"/>
            <a:ext cx="3758268" cy="279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0B7524-40FF-AB2D-A2DE-81546B05C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940548"/>
            <a:ext cx="1308683" cy="268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73DD67-FA6B-6C28-7ED3-BB088EAD15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663"/>
          <a:stretch/>
        </p:blipFill>
        <p:spPr>
          <a:xfrm>
            <a:off x="2990171" y="1467282"/>
            <a:ext cx="1377603" cy="2122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1E073C-3FF0-74DC-B508-0FE25F1BB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886" y="2341985"/>
            <a:ext cx="1073791" cy="2265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AFF941-AEB0-434C-CE5E-C473E1C47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182" y="2382225"/>
            <a:ext cx="1073791" cy="201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E1C6EF-5FBE-300F-2341-85051C16AA63}"/>
              </a:ext>
            </a:extLst>
          </p:cNvPr>
          <p:cNvSpPr txBox="1"/>
          <p:nvPr/>
        </p:nvSpPr>
        <p:spPr>
          <a:xfrm>
            <a:off x="395536" y="908720"/>
            <a:ext cx="8438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Dada la función                         </a:t>
            </a:r>
          </a:p>
          <a:p>
            <a:r>
              <a:rPr lang="es-ES" sz="1600" dirty="0"/>
              <a:t>Dominio </a:t>
            </a:r>
            <a:r>
              <a:rPr lang="es-ES" sz="1600" i="1" dirty="0"/>
              <a:t>R</a:t>
            </a:r>
            <a:r>
              <a:rPr lang="es-ES" sz="1600" dirty="0"/>
              <a:t> es un rectángulo de lados paralelos a los ejes coordenados:</a:t>
            </a:r>
          </a:p>
          <a:p>
            <a:r>
              <a:rPr lang="es-ES" sz="1600" i="1" dirty="0"/>
              <a:t>R</a:t>
            </a:r>
            <a:r>
              <a:rPr lang="es-ES" sz="1600" dirty="0"/>
              <a:t> es el producto cartesiano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548E20-719C-8E6E-1A93-43AB04E9D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134" y="1212491"/>
            <a:ext cx="973123" cy="2181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C03DFB-B024-0CDB-41F7-24CD40602086}"/>
              </a:ext>
            </a:extLst>
          </p:cNvPr>
          <p:cNvSpPr txBox="1"/>
          <p:nvPr/>
        </p:nvSpPr>
        <p:spPr>
          <a:xfrm>
            <a:off x="3295547" y="2286481"/>
            <a:ext cx="1780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en </a:t>
            </a:r>
            <a:r>
              <a:rPr lang="es-ES" sz="1600" i="1" dirty="0"/>
              <a:t>R.</a:t>
            </a:r>
            <a:r>
              <a:rPr lang="es-ES" sz="1600" dirty="0"/>
              <a:t> Grafica de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E2DCA7-347D-A9A9-7FB7-8876F89AC9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935" y="2132260"/>
            <a:ext cx="738231" cy="4194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EF2CE8-41DC-A4C6-DACA-28087C253AEC}"/>
              </a:ext>
            </a:extLst>
          </p:cNvPr>
          <p:cNvSpPr txBox="1"/>
          <p:nvPr/>
        </p:nvSpPr>
        <p:spPr>
          <a:xfrm>
            <a:off x="474696" y="2993043"/>
            <a:ext cx="4673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Frontera de una región </a:t>
            </a:r>
            <a:r>
              <a:rPr lang="es-ES" sz="1600" i="1" dirty="0"/>
              <a:t>V</a:t>
            </a:r>
            <a:r>
              <a:rPr lang="es-ES" sz="1600" dirty="0"/>
              <a:t> en el espacio:</a:t>
            </a:r>
          </a:p>
          <a:p>
            <a:r>
              <a:rPr lang="es-ES" sz="1600" dirty="0"/>
              <a:t>Superficie </a:t>
            </a:r>
            <a:r>
              <a:rPr lang="es-ES" sz="1600" i="1" dirty="0"/>
              <a:t>z</a:t>
            </a:r>
            <a:r>
              <a:rPr lang="es-ES" sz="1600" dirty="0"/>
              <a:t> y los planos </a:t>
            </a:r>
            <a:r>
              <a:rPr lang="es-ES" sz="1600" i="1" dirty="0"/>
              <a:t>x = a, x = b y = c </a:t>
            </a:r>
            <a:r>
              <a:rPr lang="es-ES" sz="1600" dirty="0"/>
              <a:t>e</a:t>
            </a:r>
            <a:r>
              <a:rPr lang="es-ES" sz="1600" i="1" dirty="0"/>
              <a:t> y = 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D416B24-2A4F-5457-3BD8-EF54194B7C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576" y="5301208"/>
            <a:ext cx="5301842" cy="140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1A272E-8CDD-31EE-AF21-4369E6994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6350556" cy="3260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35737-4333-6096-B31D-F6F579ED1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4149079"/>
            <a:ext cx="3024336" cy="25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9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C076F-7AF0-C711-1743-5E4EA7AE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6"/>
            <a:ext cx="6480720" cy="850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ACF1AE-44B3-D640-3D38-BBF365D0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034330"/>
            <a:ext cx="2952328" cy="34107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BACF77-BA01-3A01-5D15-CD2830B74BB0}"/>
              </a:ext>
            </a:extLst>
          </p:cNvPr>
          <p:cNvSpPr/>
          <p:nvPr/>
        </p:nvSpPr>
        <p:spPr>
          <a:xfrm>
            <a:off x="2051720" y="1583296"/>
            <a:ext cx="4104456" cy="34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EBE87-0380-69F2-C205-C0748ADDFFD2}"/>
              </a:ext>
            </a:extLst>
          </p:cNvPr>
          <p:cNvSpPr/>
          <p:nvPr/>
        </p:nvSpPr>
        <p:spPr>
          <a:xfrm>
            <a:off x="1547664" y="1630488"/>
            <a:ext cx="576064" cy="189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2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Métodos matemáticos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3343F-7359-9F6E-5022-689070B1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24" y="868177"/>
            <a:ext cx="3384376" cy="23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202E8-2DD4-BF36-8B74-430C2B962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42" y="4808298"/>
            <a:ext cx="4462943" cy="1979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B06895-13BB-18CD-E16D-6A93AB3F1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284" y="589843"/>
            <a:ext cx="872455" cy="2936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3D960F-3853-53B3-B9FD-46E0BFCBD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580" y="883458"/>
            <a:ext cx="469783" cy="2181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982D1E-0E69-CA86-25C0-2626B1F0A6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283"/>
          <a:stretch/>
        </p:blipFill>
        <p:spPr>
          <a:xfrm>
            <a:off x="6541032" y="3601943"/>
            <a:ext cx="2304256" cy="2181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605CD0-C4FA-C46D-3A68-ADC8A132E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3814127"/>
            <a:ext cx="436228" cy="2768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E9B48C-95AC-7FC3-D1D3-9DF4E5566C0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795"/>
          <a:stretch/>
        </p:blipFill>
        <p:spPr>
          <a:xfrm>
            <a:off x="4566530" y="4460150"/>
            <a:ext cx="1175914" cy="2267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DCF21C-C1F1-CFCA-3D9C-D607A466A4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2762" y="4271539"/>
            <a:ext cx="2818701" cy="604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8A1C4-67D2-5F4A-93CA-7137BCE63E6A}"/>
              </a:ext>
            </a:extLst>
          </p:cNvPr>
          <p:cNvSpPr txBox="1"/>
          <p:nvPr/>
        </p:nvSpPr>
        <p:spPr>
          <a:xfrm>
            <a:off x="251520" y="548680"/>
            <a:ext cx="864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Similar a los conceptos que ya sabemos para integrales simples:                 representa el área bajo la gráfica de f si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6E9E3-C147-F8C8-073B-DE0A2F817D6D}"/>
              </a:ext>
            </a:extLst>
          </p:cNvPr>
          <p:cNvSpPr txBox="1"/>
          <p:nvPr/>
        </p:nvSpPr>
        <p:spPr>
          <a:xfrm>
            <a:off x="202050" y="3527230"/>
            <a:ext cx="8525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Sumas de </a:t>
            </a:r>
            <a:r>
              <a:rPr lang="es-ES" sz="1600" dirty="0" err="1"/>
              <a:t>Riemman</a:t>
            </a:r>
            <a:r>
              <a:rPr lang="es-ES" sz="1600" dirty="0"/>
              <a:t>: aproximamos                 eligiendo una partición                                          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A729D-03BE-CC09-CFD8-4BA905C9A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137" y="3550667"/>
            <a:ext cx="872455" cy="2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8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Principio de Cavalieri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D252FD-4095-AA1A-BF64-080A6ADC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411820"/>
            <a:ext cx="3358413" cy="29451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E4656D-5452-83A6-999A-CEC316D04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84" y="2509841"/>
            <a:ext cx="1879134" cy="6291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54038E-F94B-9C8E-B03D-581550BFA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529" y="3990395"/>
            <a:ext cx="2483141" cy="2516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73828B-D09A-0878-3478-4C30ABC8F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133" y="3966301"/>
            <a:ext cx="1308683" cy="2265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250077-5139-68D3-B34A-47216F4B3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4702" y="4845443"/>
            <a:ext cx="2952925" cy="704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F2CE44-EB2F-5191-EA10-F7BADE8C7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556" y="5725109"/>
            <a:ext cx="704675" cy="1845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67BBA5-2BB9-7410-4B01-E155AABE9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5389" y="6233604"/>
            <a:ext cx="402672" cy="2600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1923138-4944-422C-342A-EEDEDDB13C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533" y="6299379"/>
            <a:ext cx="402672" cy="1677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71F6D1-45FA-8B14-0210-2E5F382CC8D1}"/>
              </a:ext>
            </a:extLst>
          </p:cNvPr>
          <p:cNvSpPr txBox="1"/>
          <p:nvPr/>
        </p:nvSpPr>
        <p:spPr>
          <a:xfrm>
            <a:off x="379946" y="927007"/>
            <a:ext cx="3904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Método útil para el cálculo de volúmenes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3FF7D-5C78-75AF-550F-6AA62F4C87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9458" y="512837"/>
            <a:ext cx="1208015" cy="3942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28E137-8FDE-A744-2D83-6C11965F70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1696" y="3110611"/>
            <a:ext cx="1208015" cy="226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90EFF6-7A9F-B6CD-A8D9-03B836912873}"/>
              </a:ext>
            </a:extLst>
          </p:cNvPr>
          <p:cNvSpPr txBox="1"/>
          <p:nvPr/>
        </p:nvSpPr>
        <p:spPr>
          <a:xfrm>
            <a:off x="379946" y="1305334"/>
            <a:ext cx="5089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A(x) </a:t>
            </a:r>
            <a:r>
              <a:rPr lang="es-ES" sz="1600" dirty="0">
                <a:sym typeface="Wingdings" panose="05000000000000000000" pitchFamily="2" charset="2"/>
              </a:rPr>
              <a:t> área de la sección transversal en un plano </a:t>
            </a:r>
            <a:r>
              <a:rPr lang="es-ES" sz="1600" i="1" dirty="0" err="1">
                <a:sym typeface="Wingdings" panose="05000000000000000000" pitchFamily="2" charset="2"/>
              </a:rPr>
              <a:t>P</a:t>
            </a:r>
            <a:r>
              <a:rPr lang="es-ES" sz="1600" i="1" baseline="-25000" dirty="0" err="1">
                <a:sym typeface="Wingdings" panose="05000000000000000000" pitchFamily="2" charset="2"/>
              </a:rPr>
              <a:t>x</a:t>
            </a:r>
            <a:endParaRPr lang="es-ES" sz="1600" i="1" baseline="-25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DA729A-8180-1E9D-A7B9-B30FE3D551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795" y="4497243"/>
            <a:ext cx="1644242" cy="2407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35946A-E90E-685D-7CEE-7BB50D39794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458" y="3121353"/>
            <a:ext cx="5134062" cy="2516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2427B2-5D65-9F0C-AA3B-96CB005CEA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3398" y="3950460"/>
            <a:ext cx="436228" cy="2768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4DAAE3-62BD-1594-A95B-AD2926206FE7}"/>
              </a:ext>
            </a:extLst>
          </p:cNvPr>
          <p:cNvSpPr txBox="1"/>
          <p:nvPr/>
        </p:nvSpPr>
        <p:spPr>
          <a:xfrm>
            <a:off x="114477" y="3910276"/>
            <a:ext cx="3904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Dividimos        en </a:t>
            </a:r>
            <a:r>
              <a:rPr lang="es-ES" sz="1600" i="1" dirty="0"/>
              <a:t>n</a:t>
            </a:r>
            <a:r>
              <a:rPr lang="es-ES" sz="1600" dirty="0"/>
              <a:t> partes: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99916E-89C6-FAA1-4668-CE99FC989B71}"/>
              </a:ext>
            </a:extLst>
          </p:cNvPr>
          <p:cNvCxnSpPr/>
          <p:nvPr/>
        </p:nvCxnSpPr>
        <p:spPr>
          <a:xfrm>
            <a:off x="5416187" y="4088878"/>
            <a:ext cx="470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>
            <a:extLst>
              <a:ext uri="{FF2B5EF4-FFF2-40B4-BE49-F238E27FC236}">
                <a16:creationId xmlns:a16="http://schemas.microsoft.com/office/drawing/2014/main" id="{BBC7BC49-597A-0C69-5E28-D6611DA461A5}"/>
              </a:ext>
            </a:extLst>
          </p:cNvPr>
          <p:cNvSpPr/>
          <p:nvPr/>
        </p:nvSpPr>
        <p:spPr>
          <a:xfrm rot="5400000">
            <a:off x="5361977" y="5034471"/>
            <a:ext cx="291415" cy="7398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ADB3D-3F94-1FAA-51FF-BB020D45BF3C}"/>
              </a:ext>
            </a:extLst>
          </p:cNvPr>
          <p:cNvSpPr txBox="1"/>
          <p:nvPr/>
        </p:nvSpPr>
        <p:spPr>
          <a:xfrm>
            <a:off x="2051720" y="6186790"/>
            <a:ext cx="6613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Volumen de una placa de área de la sección transversal        y espesor 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8F72716-584A-E59D-4F51-6415923C81A8}"/>
              </a:ext>
            </a:extLst>
          </p:cNvPr>
          <p:cNvSpPr/>
          <p:nvPr/>
        </p:nvSpPr>
        <p:spPr>
          <a:xfrm rot="16200000">
            <a:off x="5333777" y="2749574"/>
            <a:ext cx="291415" cy="68259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494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31B595-9F2B-A346-04A7-A337C342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620688"/>
            <a:ext cx="5368954" cy="231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1" y="548680"/>
            <a:ext cx="3489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Reducción a integrales iteradas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EC14E8-ED3C-F6AD-9487-45EF6DDD6D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27"/>
          <a:stretch/>
        </p:blipFill>
        <p:spPr>
          <a:xfrm>
            <a:off x="97132" y="1018204"/>
            <a:ext cx="3322740" cy="2771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39DC0-87DE-11A3-13CD-0DF6A9724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54" y="5019056"/>
            <a:ext cx="3489820" cy="6795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99602A-D54C-2261-6EF3-44ECD83CD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039" y="2789598"/>
            <a:ext cx="570451" cy="2097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470857-F40A-D700-DA81-882B93F03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910" y="2489674"/>
            <a:ext cx="1006679" cy="2516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DA8E5E-8770-EBF0-4211-D6812AE17C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415" y="2804535"/>
            <a:ext cx="503339" cy="2265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005AAF-518C-D58A-4DBB-252899400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492" y="3114261"/>
            <a:ext cx="536895" cy="2265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5774EBD-C967-17E8-F810-483CA779A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469" y="3551151"/>
            <a:ext cx="503339" cy="21811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662453-4152-E63F-D55D-46FFD6AB2D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480" y="3524315"/>
            <a:ext cx="1174459" cy="32717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178867F-DD3F-BF5E-41F3-251241F1C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528" y="4334308"/>
            <a:ext cx="2071616" cy="32608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38C6D9A-CA41-9E3B-D562-CDCB4527E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040" y="6028286"/>
            <a:ext cx="1797888" cy="3260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7400B2-84AA-CBF4-EF4D-19D90B915F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8144" y="1277046"/>
            <a:ext cx="1073791" cy="201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E46E45-6AF9-9549-9C3E-3CDFE6366BD0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2398" b="2837"/>
          <a:stretch/>
        </p:blipFill>
        <p:spPr>
          <a:xfrm>
            <a:off x="6554577" y="1255326"/>
            <a:ext cx="1473807" cy="220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E5A33C-3150-5E66-A246-FE23A18F41FB}"/>
              </a:ext>
            </a:extLst>
          </p:cNvPr>
          <p:cNvSpPr txBox="1"/>
          <p:nvPr/>
        </p:nvSpPr>
        <p:spPr>
          <a:xfrm>
            <a:off x="4593570" y="1199301"/>
            <a:ext cx="2340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definida en la región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E88D1-06E0-4AAD-0DF6-2C25CF1C96C6}"/>
              </a:ext>
            </a:extLst>
          </p:cNvPr>
          <p:cNvSpPr txBox="1"/>
          <p:nvPr/>
        </p:nvSpPr>
        <p:spPr>
          <a:xfrm>
            <a:off x="3515216" y="1970691"/>
            <a:ext cx="4729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Planos de corte perpendiculares al eje </a:t>
            </a:r>
            <a:r>
              <a:rPr lang="es-ES" sz="1600" i="1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FEAFD-642B-ACEA-A694-AE1B7565492C}"/>
              </a:ext>
            </a:extLst>
          </p:cNvPr>
          <p:cNvSpPr txBox="1"/>
          <p:nvPr/>
        </p:nvSpPr>
        <p:spPr>
          <a:xfrm>
            <a:off x="2196634" y="6015820"/>
            <a:ext cx="6695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i</a:t>
            </a:r>
            <a:r>
              <a:rPr lang="es-ES" sz="1600" dirty="0"/>
              <a:t>ntegral iterada: primero integramos respecto a </a:t>
            </a:r>
            <a:r>
              <a:rPr lang="es-ES" sz="1600" i="1" dirty="0"/>
              <a:t>y</a:t>
            </a:r>
            <a:r>
              <a:rPr lang="es-ES" sz="1600" dirty="0"/>
              <a:t> luego respecto a </a:t>
            </a:r>
            <a:r>
              <a:rPr lang="es-ES" sz="1600" i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3C1C08-FC84-325B-188A-AFA7A6E8CD13}"/>
              </a:ext>
            </a:extLst>
          </p:cNvPr>
          <p:cNvCxnSpPr/>
          <p:nvPr/>
        </p:nvCxnSpPr>
        <p:spPr>
          <a:xfrm>
            <a:off x="4803735" y="2900020"/>
            <a:ext cx="486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AE67A8-D17E-AE14-6737-1036CE98D9E0}"/>
              </a:ext>
            </a:extLst>
          </p:cNvPr>
          <p:cNvSpPr txBox="1"/>
          <p:nvPr/>
        </p:nvSpPr>
        <p:spPr>
          <a:xfrm>
            <a:off x="5303480" y="2746132"/>
            <a:ext cx="1517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Región plana</a:t>
            </a:r>
            <a:endParaRPr lang="es-ES" sz="1400" i="1" dirty="0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D1B67F36-6476-0E87-6E65-4E54AC0511CE}"/>
              </a:ext>
            </a:extLst>
          </p:cNvPr>
          <p:cNvSpPr/>
          <p:nvPr/>
        </p:nvSpPr>
        <p:spPr>
          <a:xfrm>
            <a:off x="6562057" y="2420888"/>
            <a:ext cx="242191" cy="9718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43527E-5699-93E8-DC05-5C4BDB470B06}"/>
              </a:ext>
            </a:extLst>
          </p:cNvPr>
          <p:cNvCxnSpPr/>
          <p:nvPr/>
        </p:nvCxnSpPr>
        <p:spPr>
          <a:xfrm>
            <a:off x="4724826" y="3671542"/>
            <a:ext cx="486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0FE60A-2ABE-DD8A-2876-782D744D82E5}"/>
              </a:ext>
            </a:extLst>
          </p:cNvPr>
          <p:cNvSpPr txBox="1"/>
          <p:nvPr/>
        </p:nvSpPr>
        <p:spPr>
          <a:xfrm>
            <a:off x="2395144" y="4321923"/>
            <a:ext cx="5155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función área de la sección transversal con dominio</a:t>
            </a:r>
            <a:endParaRPr lang="es-ES" sz="1600" i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6FA2A11-EAD0-13B2-6583-1395D24405A8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26500" t="13953" r="44888" b="-1"/>
          <a:stretch/>
        </p:blipFill>
        <p:spPr>
          <a:xfrm>
            <a:off x="7333754" y="4413877"/>
            <a:ext cx="432048" cy="19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02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3B05E-6788-35C0-3A59-0C9494E3E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48680"/>
            <a:ext cx="5733213" cy="308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5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562D3-2823-F29E-896C-41CC8C580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42" y="919686"/>
            <a:ext cx="3744416" cy="1266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BAF53A-B540-C8A7-B15A-A33299111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068960"/>
            <a:ext cx="3892492" cy="6123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EB27C-A1AA-8729-8C8B-ACDD845B8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720" y="3918991"/>
            <a:ext cx="1275127" cy="3103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8891DD-451B-0FBF-71CB-B175BD763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444977"/>
            <a:ext cx="3825380" cy="6711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09ED200-790D-F028-6045-C1C668AF2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9518" y="5461622"/>
            <a:ext cx="3556932" cy="637563"/>
          </a:xfrm>
          <a:prstGeom prst="rect">
            <a:avLst/>
          </a:prstGeom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280DBEB3-719E-214D-1232-895285AE5F5D}"/>
              </a:ext>
            </a:extLst>
          </p:cNvPr>
          <p:cNvSpPr/>
          <p:nvPr/>
        </p:nvSpPr>
        <p:spPr>
          <a:xfrm rot="5400000">
            <a:off x="3166550" y="3058444"/>
            <a:ext cx="201185" cy="14575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82C23-B16C-E620-6B58-FE620F10E85B}"/>
              </a:ext>
            </a:extLst>
          </p:cNvPr>
          <p:cNvSpPr txBox="1"/>
          <p:nvPr/>
        </p:nvSpPr>
        <p:spPr>
          <a:xfrm>
            <a:off x="4821998" y="3918991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y como una contaste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B8DE93-615F-12FC-156D-2BCB72547BAE}"/>
              </a:ext>
            </a:extLst>
          </p:cNvPr>
          <p:cNvCxnSpPr>
            <a:cxnSpLocks/>
          </p:cNvCxnSpPr>
          <p:nvPr/>
        </p:nvCxnSpPr>
        <p:spPr>
          <a:xfrm flipV="1">
            <a:off x="4033970" y="4088268"/>
            <a:ext cx="788028" cy="11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5F52DD5-5920-D56B-0481-791A97F0C9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436" y="409031"/>
            <a:ext cx="2640831" cy="30508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ACEE6F-BA79-6C03-303C-CDB1DACE0A9C}"/>
              </a:ext>
            </a:extLst>
          </p:cNvPr>
          <p:cNvSpPr txBox="1"/>
          <p:nvPr/>
        </p:nvSpPr>
        <p:spPr>
          <a:xfrm>
            <a:off x="267611" y="2570926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Ecuación 2</a:t>
            </a:r>
          </a:p>
        </p:txBody>
      </p:sp>
    </p:spTree>
    <p:extLst>
      <p:ext uri="{BB962C8B-B14F-4D97-AF65-F5344CB8AC3E}">
        <p14:creationId xmlns:p14="http://schemas.microsoft.com/office/powerpoint/2010/main" val="254552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26E964-0A49-38B7-8E64-0516DA9E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994555"/>
            <a:ext cx="3791824" cy="612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EE8D70-FDB7-615A-EAE0-5D5A3B1E7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046" y="2267367"/>
            <a:ext cx="3556932" cy="604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759593-6F53-035F-5B30-3A768D209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785" y="3213008"/>
            <a:ext cx="3288484" cy="6375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863366-3AF1-EF60-A7FC-DDBBFED32C74}"/>
              </a:ext>
            </a:extLst>
          </p:cNvPr>
          <p:cNvSpPr txBox="1"/>
          <p:nvPr/>
        </p:nvSpPr>
        <p:spPr>
          <a:xfrm>
            <a:off x="179512" y="461529"/>
            <a:ext cx="7776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Ecuación 1: integramos primero respecto a </a:t>
            </a:r>
            <a:r>
              <a:rPr lang="es-ES" sz="1600" i="1" dirty="0"/>
              <a:t>y</a:t>
            </a:r>
            <a:r>
              <a:rPr lang="es-ES" sz="1600" dirty="0"/>
              <a:t> después respecto a </a:t>
            </a:r>
            <a:r>
              <a:rPr lang="es-ES" sz="1600" i="1" dirty="0"/>
              <a:t>x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1F8C4D2-4D5E-585B-31C4-4BE246EE0C40}"/>
              </a:ext>
            </a:extLst>
          </p:cNvPr>
          <p:cNvSpPr/>
          <p:nvPr/>
        </p:nvSpPr>
        <p:spPr>
          <a:xfrm rot="5400000">
            <a:off x="4552127" y="997154"/>
            <a:ext cx="201185" cy="14575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D26F1-4616-773F-8B51-F93BC6754651}"/>
              </a:ext>
            </a:extLst>
          </p:cNvPr>
          <p:cNvSpPr txBox="1"/>
          <p:nvPr/>
        </p:nvSpPr>
        <p:spPr>
          <a:xfrm>
            <a:off x="6192055" y="1872147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y como una contaste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7E4771-0FB8-A3E7-8921-C0F3E7AE3A82}"/>
              </a:ext>
            </a:extLst>
          </p:cNvPr>
          <p:cNvCxnSpPr>
            <a:cxnSpLocks/>
          </p:cNvCxnSpPr>
          <p:nvPr/>
        </p:nvCxnSpPr>
        <p:spPr>
          <a:xfrm flipV="1">
            <a:off x="5404027" y="2041424"/>
            <a:ext cx="788028" cy="11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78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D9745A-2184-635B-CEF6-AD16DFDF8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73940"/>
            <a:ext cx="3339616" cy="292989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404664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D83E3-9822-BF3E-1F4F-75FB448B9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836712"/>
            <a:ext cx="6408712" cy="569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BBE049-25FF-1756-0CEE-67CF3B6F1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221088"/>
            <a:ext cx="5805182" cy="12835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88FFF2-9264-52FD-2CBB-1ABF928F5B11}"/>
              </a:ext>
            </a:extLst>
          </p:cNvPr>
          <p:cNvSpPr txBox="1"/>
          <p:nvPr/>
        </p:nvSpPr>
        <p:spPr>
          <a:xfrm>
            <a:off x="179512" y="3503835"/>
            <a:ext cx="7776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Ecuación 2: integramos primero respecto a </a:t>
            </a:r>
            <a:r>
              <a:rPr lang="es-ES" sz="1600" i="1" dirty="0"/>
              <a:t>x</a:t>
            </a:r>
            <a:r>
              <a:rPr lang="es-ES" sz="1600" dirty="0"/>
              <a:t> después respecto a </a:t>
            </a:r>
            <a:r>
              <a:rPr lang="es-ES" sz="1600" i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55586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Integral doble sobre un rectángulo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BDF19-A50D-00F3-4537-C29506A9E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850" y="1721384"/>
            <a:ext cx="738231" cy="2684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3DFD8B-CFEC-2A99-5D17-FABF4A12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99" y="2556352"/>
            <a:ext cx="637563" cy="310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E47F53-009D-5572-1F22-6DE22F637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716" y="2548355"/>
            <a:ext cx="604007" cy="3103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774CF1-B70F-FD36-FAEE-F6BCD9C2D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30" y="3011475"/>
            <a:ext cx="2315361" cy="2936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8C72BA-C46A-8A3C-476F-0779108DC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75" y="3376700"/>
            <a:ext cx="2248250" cy="2852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FA50E9F-FBEE-FA02-3BB4-4E4BAA1D90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534" y="2617880"/>
            <a:ext cx="4223487" cy="23928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519812-1D2E-345F-461F-282CFB7D00F8}"/>
              </a:ext>
            </a:extLst>
          </p:cNvPr>
          <p:cNvSpPr txBox="1"/>
          <p:nvPr/>
        </p:nvSpPr>
        <p:spPr>
          <a:xfrm>
            <a:off x="179512" y="119551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Definición de integral</a:t>
            </a:r>
            <a:endParaRPr lang="es-ES" sz="16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338B9-7E0C-FA7C-165E-05F528C99080}"/>
              </a:ext>
            </a:extLst>
          </p:cNvPr>
          <p:cNvSpPr txBox="1"/>
          <p:nvPr/>
        </p:nvSpPr>
        <p:spPr>
          <a:xfrm>
            <a:off x="219781" y="1681858"/>
            <a:ext cx="3056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Rectángulo cerrado             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3B324-D0CC-FC52-CE4D-F2EAC779B7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7842" y="1763329"/>
            <a:ext cx="1510018" cy="2265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14E98-7D2B-631B-CA95-6A052663EFE2}"/>
              </a:ext>
            </a:extLst>
          </p:cNvPr>
          <p:cNvSpPr txBox="1"/>
          <p:nvPr/>
        </p:nvSpPr>
        <p:spPr>
          <a:xfrm>
            <a:off x="255973" y="2281970"/>
            <a:ext cx="8803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Partición regular de </a:t>
            </a:r>
            <a:r>
              <a:rPr lang="es-ES" sz="1600" i="1" dirty="0"/>
              <a:t>R</a:t>
            </a:r>
            <a:r>
              <a:rPr lang="es-ES" sz="1600" dirty="0"/>
              <a:t> de orden </a:t>
            </a:r>
            <a:r>
              <a:rPr lang="es-ES" sz="1600" i="1" dirty="0"/>
              <a:t>n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 dos colecciones ordenadas de n + 1 puntos igualmente separados             y </a:t>
            </a:r>
            <a:endParaRPr lang="es-ES" sz="16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A0416B-26FE-334C-70E3-9505ABDBE7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519" y="4093952"/>
            <a:ext cx="1577130" cy="511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1D8C78-4D77-C053-5BCC-4B5C038468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375" y="4572778"/>
            <a:ext cx="1644242" cy="4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0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17FAA3D-9BF6-B831-057E-57314167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26" y="1024186"/>
            <a:ext cx="302004" cy="2516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A17BB8F-598B-1815-5784-5CDBE6B944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42"/>
          <a:stretch/>
        </p:blipFill>
        <p:spPr>
          <a:xfrm>
            <a:off x="1763394" y="1029942"/>
            <a:ext cx="1836132" cy="27214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D62475A-268B-DBC7-011E-C6485BABD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82" y="1542276"/>
            <a:ext cx="268448" cy="25167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EF26A91-11AB-9C60-AFF7-B8292856D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64" y="2276872"/>
            <a:ext cx="3389152" cy="6711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21E7B30-A5F3-D6E5-E317-0720BFA15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6785" y="1860166"/>
            <a:ext cx="2080470" cy="6459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EAF068E-A819-C423-7C0F-222AD1A5B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9614" y="2310789"/>
            <a:ext cx="2046914" cy="6207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5CABE0C-5479-C7DD-1FB9-5CFBDD3CCF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6439" y="2897185"/>
            <a:ext cx="1174459" cy="3103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14E98-7D2B-631B-CA95-6A052663EFE2}"/>
              </a:ext>
            </a:extLst>
          </p:cNvPr>
          <p:cNvSpPr txBox="1"/>
          <p:nvPr/>
        </p:nvSpPr>
        <p:spPr>
          <a:xfrm>
            <a:off x="170113" y="462654"/>
            <a:ext cx="8803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         es una función acotada: existe            tal que                                para todo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EDA88C-A2B4-F92C-7B1F-68CCC5ADB7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265" y="500370"/>
            <a:ext cx="604007" cy="2600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FBA8A-E182-1023-2824-8E7685594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6711" y="512953"/>
            <a:ext cx="671119" cy="234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606B122-6268-7879-6226-38461DB47EC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21822"/>
          <a:stretch/>
        </p:blipFill>
        <p:spPr>
          <a:xfrm>
            <a:off x="4877963" y="550513"/>
            <a:ext cx="1742513" cy="212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64BEB9-D4BF-693E-84D3-66BF54D2D8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1223" y="545414"/>
            <a:ext cx="436228" cy="2097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65FFC13-4910-44DC-BAFC-22B717688011}"/>
              </a:ext>
            </a:extLst>
          </p:cNvPr>
          <p:cNvSpPr txBox="1"/>
          <p:nvPr/>
        </p:nvSpPr>
        <p:spPr>
          <a:xfrm>
            <a:off x="462674" y="1002465"/>
            <a:ext cx="1439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rectángulo</a:t>
            </a:r>
            <a:endParaRPr lang="es-E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AEBA15-8B76-CD46-A5A1-9A251D6C3F3F}"/>
              </a:ext>
            </a:extLst>
          </p:cNvPr>
          <p:cNvSpPr txBox="1"/>
          <p:nvPr/>
        </p:nvSpPr>
        <p:spPr>
          <a:xfrm>
            <a:off x="0" y="1498834"/>
            <a:ext cx="2627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        </a:t>
            </a:r>
            <a:r>
              <a:rPr lang="es-ES" sz="1600" dirty="0">
                <a:sym typeface="Wingdings" panose="05000000000000000000" pitchFamily="2" charset="2"/>
              </a:rPr>
              <a:t> cualquier punto de </a:t>
            </a:r>
            <a:endParaRPr lang="es-ES" sz="1600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40445FF3-F007-0C00-4316-665933C1FF38}"/>
              </a:ext>
            </a:extLst>
          </p:cNvPr>
          <p:cNvSpPr/>
          <p:nvPr/>
        </p:nvSpPr>
        <p:spPr>
          <a:xfrm rot="21600000">
            <a:off x="3737219" y="1988841"/>
            <a:ext cx="252394" cy="12741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EF3034B-BDB0-DD3C-13E1-F12D7208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24" y="1579896"/>
            <a:ext cx="302004" cy="2516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6D55EE1-C182-F5F4-1529-8CC5318966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0909" y="3655922"/>
            <a:ext cx="5992427" cy="22332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811F1B8-23BB-6A5C-AD30-29F2600E50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514" y="6117657"/>
            <a:ext cx="3120705" cy="7046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E4E52EA-E742-6C12-A1F9-49CC8589E4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116" y="6314797"/>
            <a:ext cx="738231" cy="31039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3A21621-503B-3DF8-7B25-6834B96A8353}"/>
              </a:ext>
            </a:extLst>
          </p:cNvPr>
          <p:cNvSpPr txBox="1"/>
          <p:nvPr/>
        </p:nvSpPr>
        <p:spPr>
          <a:xfrm>
            <a:off x="3737219" y="6273197"/>
            <a:ext cx="2800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para cualquier elección de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944845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A44972-A6D1-80BE-93BD-15E8E5649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412784"/>
            <a:ext cx="4752528" cy="34137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225CD5-4160-D9F4-90D8-C0A06E26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92" y="1387180"/>
            <a:ext cx="906011" cy="2768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7A5640-B7A5-8131-C9C7-38B21F461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877934"/>
            <a:ext cx="939567" cy="201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5BBB73-1FF0-3D5B-A5DE-68FA7CB06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2248260"/>
            <a:ext cx="302004" cy="2684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3E4421F-E432-5956-70D5-BAA2E6AACCE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84"/>
          <a:stretch/>
        </p:blipFill>
        <p:spPr>
          <a:xfrm>
            <a:off x="2544993" y="2234261"/>
            <a:ext cx="625353" cy="2653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69BFAA8-295C-5843-34E6-D17AA01D1F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730" b="4161"/>
          <a:stretch/>
        </p:blipFill>
        <p:spPr>
          <a:xfrm>
            <a:off x="320516" y="2683937"/>
            <a:ext cx="1247411" cy="2739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C55032-9080-6864-44B5-7D2F9627F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1680" y="548680"/>
            <a:ext cx="5402510" cy="620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921EA1-381A-BC3A-63E3-104378C7238D}"/>
              </a:ext>
            </a:extLst>
          </p:cNvPr>
          <p:cNvSpPr txBox="1"/>
          <p:nvPr/>
        </p:nvSpPr>
        <p:spPr>
          <a:xfrm>
            <a:off x="256092" y="1370390"/>
            <a:ext cx="427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FE238-6904-2C18-640B-7544BE6AF02B}"/>
              </a:ext>
            </a:extLst>
          </p:cNvPr>
          <p:cNvSpPr txBox="1"/>
          <p:nvPr/>
        </p:nvSpPr>
        <p:spPr>
          <a:xfrm>
            <a:off x="1306551" y="1781189"/>
            <a:ext cx="3873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 la tapa de un sólido cuya base es 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F250C-96C1-2DE9-285D-5BF2FCC82E2B}"/>
              </a:ext>
            </a:extLst>
          </p:cNvPr>
          <p:cNvSpPr txBox="1"/>
          <p:nvPr/>
        </p:nvSpPr>
        <p:spPr>
          <a:xfrm>
            <a:off x="548715" y="2178154"/>
            <a:ext cx="4743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cada punto en el que            tiene su mínimo en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32C3D-1236-48CD-711C-EEC9E63F5D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5812" y="2252170"/>
            <a:ext cx="302004" cy="2516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037266-432F-9F6C-7780-F76CED154621}"/>
              </a:ext>
            </a:extLst>
          </p:cNvPr>
          <p:cNvSpPr txBox="1"/>
          <p:nvPr/>
        </p:nvSpPr>
        <p:spPr>
          <a:xfrm>
            <a:off x="1595706" y="2636912"/>
            <a:ext cx="5318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representa el volumen de una caja rectangular con base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D2C00-6E41-FA46-5778-E122545D11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6512" y="3356992"/>
            <a:ext cx="4646681" cy="3501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3A6F69-F0D0-081F-016F-09D0F305BD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516" y="3153756"/>
            <a:ext cx="1644242" cy="293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FF1E13-0744-6C3E-FEE3-1B8FF031AC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1801" y="2700244"/>
            <a:ext cx="302004" cy="2516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759657-A07E-5856-6AA4-384EE2A4513E}"/>
              </a:ext>
            </a:extLst>
          </p:cNvPr>
          <p:cNvSpPr txBox="1"/>
          <p:nvPr/>
        </p:nvSpPr>
        <p:spPr>
          <a:xfrm>
            <a:off x="1943656" y="3135483"/>
            <a:ext cx="38738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volumen de un sólido inscrito</a:t>
            </a:r>
            <a:endParaRPr lang="es-E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D9CC70-5A5D-F0C2-AE61-FB75EA40982D}"/>
              </a:ext>
            </a:extLst>
          </p:cNvPr>
          <p:cNvSpPr txBox="1"/>
          <p:nvPr/>
        </p:nvSpPr>
        <p:spPr>
          <a:xfrm>
            <a:off x="3329370" y="4053447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mínimo</a:t>
            </a:r>
            <a:endParaRPr lang="es-E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365CE-C76B-E972-5556-1EDA943682B4}"/>
              </a:ext>
            </a:extLst>
          </p:cNvPr>
          <p:cNvSpPr txBox="1"/>
          <p:nvPr/>
        </p:nvSpPr>
        <p:spPr>
          <a:xfrm>
            <a:off x="7777227" y="3911039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máximo</a:t>
            </a:r>
            <a:endParaRPr lang="es-E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6D7EF3-EF09-A800-A34C-826F2A68E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441" y="4115369"/>
            <a:ext cx="302004" cy="2684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6F8F1E-165C-7853-AB97-087CE49AA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537" y="3981145"/>
            <a:ext cx="302004" cy="2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4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BEFE26-ED8B-8CB3-5FCB-96BF22E9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71633"/>
            <a:ext cx="973123" cy="2516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921EA1-381A-BC3A-63E3-104378C7238D}"/>
              </a:ext>
            </a:extLst>
          </p:cNvPr>
          <p:cNvSpPr txBox="1"/>
          <p:nvPr/>
        </p:nvSpPr>
        <p:spPr>
          <a:xfrm>
            <a:off x="107504" y="428191"/>
            <a:ext cx="87804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Si                   existe y es independiente de              </a:t>
            </a:r>
            <a:r>
              <a:rPr lang="es-ES" sz="1600" dirty="0">
                <a:sym typeface="Wingdings" panose="05000000000000000000" pitchFamily="2" charset="2"/>
              </a:rPr>
              <a:t> los volúmenes de los sólidos inscrito y circunscrito se aproximan al mismo limite cuando </a:t>
            </a:r>
          </a:p>
          <a:p>
            <a:endParaRPr lang="es-ES" sz="1600" dirty="0">
              <a:sym typeface="Wingdings" panose="05000000000000000000" pitchFamily="2" charset="2"/>
            </a:endParaRPr>
          </a:p>
          <a:p>
            <a:r>
              <a:rPr lang="es-ES" sz="1600" dirty="0">
                <a:sym typeface="Wingdings" panose="05000000000000000000" pitchFamily="2" charset="2"/>
              </a:rPr>
              <a:t>Este límite es el volumen exacto del solido bajo la gráfica de </a:t>
            </a:r>
            <a:r>
              <a:rPr lang="es-ES" sz="1600" i="1" dirty="0">
                <a:sym typeface="Wingdings" panose="05000000000000000000" pitchFamily="2" charset="2"/>
              </a:rPr>
              <a:t>f</a:t>
            </a:r>
            <a:r>
              <a:rPr lang="es-ES" sz="1600" dirty="0">
                <a:sym typeface="Wingdings" panose="05000000000000000000" pitchFamily="2" charset="2"/>
              </a:rPr>
              <a:t>.</a:t>
            </a:r>
            <a:endParaRPr lang="es-E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4F1AAA-060D-A238-46E3-1E55C01E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631" y="485701"/>
            <a:ext cx="738231" cy="2600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2B75EC-1C78-F1A5-3A2C-2DDE564AE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79" y="781583"/>
            <a:ext cx="671119" cy="1677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89CF09-D08A-8152-FB11-72D9F635DA82}"/>
              </a:ext>
            </a:extLst>
          </p:cNvPr>
          <p:cNvSpPr txBox="1"/>
          <p:nvPr/>
        </p:nvSpPr>
        <p:spPr>
          <a:xfrm>
            <a:off x="181798" y="2060848"/>
            <a:ext cx="87804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Estudiaremos integrales de funciones sobre regiones más generales que los rectángulos.</a:t>
            </a:r>
          </a:p>
          <a:p>
            <a:endParaRPr lang="es-ES" sz="1600" dirty="0"/>
          </a:p>
          <a:p>
            <a:r>
              <a:rPr lang="es-ES" sz="1600" dirty="0"/>
              <a:t>Estudiamos funciones cuyas discontinuidades se encuentran en curvas del plano </a:t>
            </a:r>
            <a:r>
              <a:rPr lang="es-ES" sz="1600" i="1" dirty="0" err="1"/>
              <a:t>xy</a:t>
            </a:r>
            <a:r>
              <a:rPr lang="es-ES" sz="1600" i="1" dirty="0"/>
              <a:t> </a:t>
            </a:r>
            <a:endParaRPr lang="es-ES" sz="1600" dirty="0"/>
          </a:p>
          <a:p>
            <a:r>
              <a:rPr lang="es-ES" sz="1600" i="1" dirty="0"/>
              <a:t>f</a:t>
            </a:r>
            <a:r>
              <a:rPr lang="es-ES" sz="1600" dirty="0"/>
              <a:t> es continua en cada punto de </a:t>
            </a:r>
            <a:r>
              <a:rPr lang="es-ES" sz="1600" i="1" dirty="0"/>
              <a:t>R</a:t>
            </a:r>
            <a:r>
              <a:rPr lang="es-ES" sz="1600" dirty="0"/>
              <a:t>, salvo sobre la curva</a:t>
            </a:r>
          </a:p>
          <a:p>
            <a:endParaRPr lang="es-ES" sz="1600" dirty="0"/>
          </a:p>
          <a:p>
            <a:endParaRPr lang="es-E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BA489D9-1507-26E4-7085-77DE89B78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3645024"/>
            <a:ext cx="6221228" cy="30812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BD35411-3216-2BD7-E141-315818FE5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2821" y="4509120"/>
            <a:ext cx="1342239" cy="36911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D02F81-B943-373D-FAD5-7E95534AD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216" y="4148394"/>
            <a:ext cx="704675" cy="5452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A57FC2A-667D-E892-C8CF-EBEC471C91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3844" y="6408707"/>
            <a:ext cx="2013358" cy="23489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E73BE76-05D5-4253-C5D3-FA2D7B81A7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3088" y="6523110"/>
            <a:ext cx="2013358" cy="2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68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098EF-3DB0-2D52-75C3-B24D975E9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D225DC-2D61-5C96-689E-3C85C8182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05" y="3212976"/>
            <a:ext cx="6207853" cy="24999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450F9B-A589-D36C-4DBE-40ACA133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430" y="476672"/>
            <a:ext cx="6509140" cy="140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9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098EF-3DB0-2D52-75C3-B24D975E9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005E9-94AD-C0FA-3B78-9D83E1CB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34379"/>
            <a:ext cx="5368954" cy="721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029FC-41F7-0EC5-8EF9-077F3D4EC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05" y="2634100"/>
            <a:ext cx="3187817" cy="645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F80526-847A-86B2-FD37-C2443F294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41" y="4015425"/>
            <a:ext cx="1409350" cy="335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7A33C2-F4C4-5526-55C3-6338D0A6B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377" y="3888411"/>
            <a:ext cx="2718033" cy="604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81395B-7D2F-6AE4-0A65-1DC3DA973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41" y="5083252"/>
            <a:ext cx="1409350" cy="2852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BDFAA5-5781-0591-834D-7A77BC4508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654" y="5381852"/>
            <a:ext cx="1845578" cy="2936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9DD3B6-EBDD-AD26-5648-2F89B26325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8831" y="5605127"/>
            <a:ext cx="872455" cy="2600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A4E677-B027-2CBC-E97D-9BE75253D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3808" y="6085057"/>
            <a:ext cx="3087149" cy="604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B199B-2BA6-56D9-A6A6-BEE01209C8A7}"/>
              </a:ext>
            </a:extLst>
          </p:cNvPr>
          <p:cNvSpPr txBox="1"/>
          <p:nvPr/>
        </p:nvSpPr>
        <p:spPr>
          <a:xfrm>
            <a:off x="181798" y="403289"/>
            <a:ext cx="8780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Propiedades fundamentales de la integral doble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EA723-4211-1145-EA29-C5B7C527F0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613" y="1019266"/>
            <a:ext cx="1140903" cy="276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D5CDB5-2E8D-EA8D-9716-C979ECFAF6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887" y="2311681"/>
            <a:ext cx="1543574" cy="2768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BAD1A6-C095-07A5-C3C1-51B43E66A5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745" y="3518454"/>
            <a:ext cx="1241571" cy="27683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DC021E-B573-5C46-7F8E-63A15451F1A5}"/>
              </a:ext>
            </a:extLst>
          </p:cNvPr>
          <p:cNvCxnSpPr/>
          <p:nvPr/>
        </p:nvCxnSpPr>
        <p:spPr>
          <a:xfrm>
            <a:off x="2195736" y="4183205"/>
            <a:ext cx="864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E3B1576-395E-2A67-FD86-84F1A615DF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745" y="4697759"/>
            <a:ext cx="1275127" cy="2600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F28AB7-4C25-1136-39D6-7677B88B9B37}"/>
              </a:ext>
            </a:extLst>
          </p:cNvPr>
          <p:cNvSpPr txBox="1"/>
          <p:nvPr/>
        </p:nvSpPr>
        <p:spPr>
          <a:xfrm>
            <a:off x="2139190" y="5083252"/>
            <a:ext cx="7004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son rectángulos con interiores disjuntos tales que f esta acotado y es integrable sobre cada </a:t>
            </a:r>
            <a:r>
              <a:rPr lang="es-ES" sz="1600" i="1" dirty="0" err="1"/>
              <a:t>R</a:t>
            </a:r>
            <a:r>
              <a:rPr lang="es-ES" sz="1600" i="1" baseline="-25000" dirty="0" err="1"/>
              <a:t>i</a:t>
            </a:r>
            <a:r>
              <a:rPr lang="es-ES" sz="1600" dirty="0"/>
              <a:t> y si                                   es un rectángulo, entonces               es integrable sobre Q y </a:t>
            </a:r>
          </a:p>
        </p:txBody>
      </p:sp>
    </p:spTree>
    <p:extLst>
      <p:ext uri="{BB962C8B-B14F-4D97-AF65-F5344CB8AC3E}">
        <p14:creationId xmlns:p14="http://schemas.microsoft.com/office/powerpoint/2010/main" val="1672337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D1650-C845-47E0-8AF7-EE6F83F2F13B}"/>
              </a:ext>
            </a:extLst>
          </p:cNvPr>
          <p:cNvSpPr txBox="1"/>
          <p:nvPr/>
        </p:nvSpPr>
        <p:spPr>
          <a:xfrm>
            <a:off x="179512" y="548680"/>
            <a:ext cx="36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Teorema de </a:t>
            </a:r>
            <a:r>
              <a:rPr lang="es-ES" sz="1600" b="1" dirty="0" err="1"/>
              <a:t>Fubini</a:t>
            </a:r>
            <a:endParaRPr lang="es-E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B1CAAB-E99F-75C3-2880-F9E79BA0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001" y="1754037"/>
            <a:ext cx="2248250" cy="5117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D12E43-CEC3-21BD-8498-CD1A5CB91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804" y="1109288"/>
            <a:ext cx="872455" cy="285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806987-61CD-8DCD-C199-31E45C5E6D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80"/>
          <a:stretch/>
        </p:blipFill>
        <p:spPr>
          <a:xfrm>
            <a:off x="2627784" y="2416653"/>
            <a:ext cx="544402" cy="2051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519A8A-967C-2F53-C27C-83DC57D5B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4053827"/>
            <a:ext cx="5570290" cy="7466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78BBBA-0F01-6920-1F76-809AAF83B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3305" y="4934287"/>
            <a:ext cx="5972961" cy="687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40528F-7516-E7F3-D174-EF7C41AB3154}"/>
              </a:ext>
            </a:extLst>
          </p:cNvPr>
          <p:cNvSpPr txBox="1"/>
          <p:nvPr/>
        </p:nvSpPr>
        <p:spPr>
          <a:xfrm>
            <a:off x="188243" y="1064338"/>
            <a:ext cx="8780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</a:t>
            </a:r>
            <a:r>
              <a:rPr lang="es-ES" sz="1600" dirty="0"/>
              <a:t>ara una variable, podemos evitar el cálculo de                 usando el teorema fundamental del cálculo integral </a:t>
            </a:r>
            <a:r>
              <a:rPr lang="es-ES" sz="1600" dirty="0">
                <a:sym typeface="Wingdings" panose="05000000000000000000" pitchFamily="2" charset="2"/>
              </a:rPr>
              <a:t> si f es continua</a:t>
            </a:r>
            <a:r>
              <a:rPr lang="es-ES" sz="16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6202C-D6EA-2908-39BB-46BC127CBD58}"/>
              </a:ext>
            </a:extLst>
          </p:cNvPr>
          <p:cNvSpPr txBox="1"/>
          <p:nvPr/>
        </p:nvSpPr>
        <p:spPr>
          <a:xfrm>
            <a:off x="211602" y="2352143"/>
            <a:ext cx="3280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F</a:t>
            </a:r>
            <a:r>
              <a:rPr lang="es-ES" sz="1600" dirty="0"/>
              <a:t> es una primitiva de f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9952C-CF87-9384-C516-BD60E14A9B9C}"/>
              </a:ext>
            </a:extLst>
          </p:cNvPr>
          <p:cNvSpPr txBox="1"/>
          <p:nvPr/>
        </p:nvSpPr>
        <p:spPr>
          <a:xfrm>
            <a:off x="188243" y="3163322"/>
            <a:ext cx="8780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Para funciones           de dos funciones no se puede aplicar la misma técnica </a:t>
            </a:r>
            <a:r>
              <a:rPr lang="es-ES" sz="1600" dirty="0">
                <a:sym typeface="Wingdings" panose="05000000000000000000" pitchFamily="2" charset="2"/>
              </a:rPr>
              <a:t> podemos reducir una integral doble sobre un rectángulo a integrales simples iteradas: podemos aplicar a cada una el teorema fundamental del calculo</a:t>
            </a:r>
            <a:r>
              <a:rPr lang="es-ES" sz="16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D5F214-DFD0-7FD3-3355-ABD363E4A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7561" y="3238335"/>
            <a:ext cx="604007" cy="2348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4CE98F-E42E-C889-2092-9CA77936B91C}"/>
              </a:ext>
            </a:extLst>
          </p:cNvPr>
          <p:cNvSpPr txBox="1"/>
          <p:nvPr/>
        </p:nvSpPr>
        <p:spPr>
          <a:xfrm>
            <a:off x="104773" y="5142239"/>
            <a:ext cx="3280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Sumas de </a:t>
            </a:r>
            <a:r>
              <a:rPr lang="es-ES" sz="1600" dirty="0" err="1"/>
              <a:t>Riemman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935845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CBE6A-CC7F-964A-AF46-9B2452916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915559-BE6B-5178-73B3-1E41E87C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76672"/>
            <a:ext cx="6365124" cy="1454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A91799-D000-ABA6-CF22-8F111BE48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636912"/>
            <a:ext cx="5335398" cy="293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93AC87-3DF0-D25B-9284-B7AFC5CA9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18" y="2696184"/>
            <a:ext cx="637563" cy="209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FA086E-39FE-8F8E-5BB8-8CB0B9F94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07" y="3276459"/>
            <a:ext cx="838899" cy="209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D22511-848E-C243-CF00-8B2BABE47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40" y="3108028"/>
            <a:ext cx="1711354" cy="528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B95A33-B24B-B30D-3D97-FEB734A9EE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0355" y="3047683"/>
            <a:ext cx="2248250" cy="61239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85A68A-48BF-173B-AC98-DFA2F306DC1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797694" y="3372281"/>
            <a:ext cx="406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2750A43-194F-81A8-131C-6D97DBBDAA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2676" y="4350785"/>
            <a:ext cx="3288484" cy="528506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3AD8FC-2B7B-FE59-62AA-1850A65766CC}"/>
              </a:ext>
            </a:extLst>
          </p:cNvPr>
          <p:cNvCxnSpPr>
            <a:cxnSpLocks/>
          </p:cNvCxnSpPr>
          <p:nvPr/>
        </p:nvCxnSpPr>
        <p:spPr>
          <a:xfrm flipV="1">
            <a:off x="4788024" y="3615937"/>
            <a:ext cx="0" cy="82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A70DB64F-6523-2C0C-11E6-CA7F6F076A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7686" y="3865740"/>
            <a:ext cx="1912690" cy="1929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222F0F-8128-C791-256C-4C9D5F4476B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5082" t="-43183" b="1"/>
          <a:stretch/>
        </p:blipFill>
        <p:spPr>
          <a:xfrm>
            <a:off x="6924712" y="3794435"/>
            <a:ext cx="2192960" cy="2642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3A8016-A40C-32F4-BDD1-89CE58EA89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9297" y="4107882"/>
            <a:ext cx="1442906" cy="2097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253F0E-6B5A-066A-BEE8-0BD9E449F1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4712" y="3604639"/>
            <a:ext cx="1812022" cy="201336"/>
          </a:xfrm>
          <a:prstGeom prst="rect">
            <a:avLst/>
          </a:prstGeom>
        </p:spPr>
      </p:pic>
      <p:sp>
        <p:nvSpPr>
          <p:cNvPr id="36" name="Left Brace 35">
            <a:extLst>
              <a:ext uri="{FF2B5EF4-FFF2-40B4-BE49-F238E27FC236}">
                <a16:creationId xmlns:a16="http://schemas.microsoft.com/office/drawing/2014/main" id="{C5D96A55-C74C-BF8E-FC30-1E0250D01062}"/>
              </a:ext>
            </a:extLst>
          </p:cNvPr>
          <p:cNvSpPr/>
          <p:nvPr/>
        </p:nvSpPr>
        <p:spPr>
          <a:xfrm>
            <a:off x="6755316" y="3537021"/>
            <a:ext cx="169392" cy="8518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16CF10E-9004-4755-A7E3-D78E203F14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16358" y="4993900"/>
            <a:ext cx="3020037" cy="2768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9DC198-2B78-F4CA-D46C-382C8F845A86}"/>
              </a:ext>
            </a:extLst>
          </p:cNvPr>
          <p:cNvSpPr txBox="1"/>
          <p:nvPr/>
        </p:nvSpPr>
        <p:spPr>
          <a:xfrm>
            <a:off x="2627784" y="4450298"/>
            <a:ext cx="148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para </a:t>
            </a:r>
            <a:r>
              <a:rPr lang="es-ES" sz="1400" i="1" dirty="0"/>
              <a:t>x</a:t>
            </a:r>
            <a:r>
              <a:rPr lang="es-ES" sz="1400" dirty="0"/>
              <a:t> y </a:t>
            </a:r>
            <a:r>
              <a:rPr lang="es-ES" sz="1400" i="1" dirty="0"/>
              <a:t>k</a:t>
            </a:r>
            <a:r>
              <a:rPr lang="es-ES" sz="1400" dirty="0"/>
              <a:t> fijo </a:t>
            </a:r>
            <a:r>
              <a:rPr lang="es-ES" sz="1400" dirty="0">
                <a:sym typeface="Wingdings" panose="05000000000000000000" pitchFamily="2" charset="2"/>
              </a:rPr>
              <a:t></a:t>
            </a:r>
            <a:endParaRPr lang="es-E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171C5-57A5-7D99-084E-086E68C43D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3848" y="6019850"/>
            <a:ext cx="2785145" cy="6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48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2FE0E7B-DC8C-61C4-1B43-B3D37A71D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36" y="3859508"/>
            <a:ext cx="4138666" cy="297392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2DE04E7-C6E7-FBEC-FDC5-8C787B2C2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764704"/>
            <a:ext cx="5268286" cy="51172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F96CCD1-233B-C156-7665-CD416760E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84" y="1873481"/>
            <a:ext cx="2315361" cy="18455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C02EF93-D34D-4647-B0C3-DBF047EA0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958" y="1873481"/>
            <a:ext cx="2181138" cy="18455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5D4A62D-2E1E-61EA-33A3-B709B3060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096" y="1873481"/>
            <a:ext cx="1577130" cy="19294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992B3CF-2907-6F2B-70DA-236FDB4B02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89" y="2452121"/>
            <a:ext cx="2818701" cy="209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6277BB-A482-ECBA-BC33-CA9F849C6B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4" y="3056658"/>
            <a:ext cx="503339" cy="209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027627-A852-7D54-2089-87188EC560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345" y="3025594"/>
            <a:ext cx="1442906" cy="234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76ED15-7D71-B5E9-FC79-036E4E1417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8320" y="2853620"/>
            <a:ext cx="2416029" cy="578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177BB3-B542-DF6E-F963-84AAA81043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399" y="3687904"/>
            <a:ext cx="5066950" cy="6459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B0EB1B-5D3E-5E1A-2DA2-7E2B806636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9672" y="4521053"/>
            <a:ext cx="3590488" cy="578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FFB557-93A2-C36A-DFA2-4AA9754C90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2683" y="5318668"/>
            <a:ext cx="1409350" cy="45300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7CEDBE-49C9-BE43-DF47-0E878D1E8AB9}"/>
              </a:ext>
            </a:extLst>
          </p:cNvPr>
          <p:cNvCxnSpPr>
            <a:cxnSpLocks/>
          </p:cNvCxnSpPr>
          <p:nvPr/>
        </p:nvCxnSpPr>
        <p:spPr>
          <a:xfrm>
            <a:off x="2251454" y="3157142"/>
            <a:ext cx="596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F143178C-4B2D-0C2A-D042-CC63F81547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6726" y="6195872"/>
            <a:ext cx="3087149" cy="6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70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AE650-D8D9-0D11-BC40-A28659FB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67" y="488658"/>
            <a:ext cx="5436066" cy="5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1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F77E8-454E-DC1E-EA9B-5F1A828DA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4899171" cy="335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17C6BA-4F5F-5D42-595B-5ECC8CDBE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484784"/>
            <a:ext cx="5570290" cy="6291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B716B1-278B-D494-3FE5-9C4BADBF5963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A55BEB-1946-6CB9-3C53-A5097E19D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80" y="2324400"/>
            <a:ext cx="3355596" cy="6040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FE328-BE15-6FB8-9636-0040CCCFD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89" y="3068960"/>
            <a:ext cx="4496499" cy="6375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889279-10C0-9933-C49C-D7F82C4A4E5A}"/>
              </a:ext>
            </a:extLst>
          </p:cNvPr>
          <p:cNvSpPr txBox="1"/>
          <p:nvPr/>
        </p:nvSpPr>
        <p:spPr>
          <a:xfrm>
            <a:off x="179512" y="414908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B57FEB-6450-E54C-D7AF-75EDCD262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6" y="4556648"/>
            <a:ext cx="5670958" cy="6878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5652D1-B1FD-9EA0-EF8F-51D9A3B26F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60" y="5534005"/>
            <a:ext cx="5268286" cy="6375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A86E289-3DE5-7D08-FE06-AF0E4798FE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4889" y="5534005"/>
            <a:ext cx="1610686" cy="62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39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813F9-5C50-8038-A0CF-37DCCECB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8720"/>
            <a:ext cx="5704514" cy="713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BF46E-2AA5-D8DD-95EB-0F0724B7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00039"/>
            <a:ext cx="6040073" cy="595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7BD763-33C4-F5E8-2C35-A34D6DC7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143774"/>
            <a:ext cx="4429387" cy="5704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F8BBDB-3782-1C43-BE9D-723399E12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776" y="4017647"/>
            <a:ext cx="3858936" cy="55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47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18069E-E619-A3C9-5591-A9761283C35F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La integral doble sobre regiones más generales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1D9C1-F93C-86A7-A35E-0C2DFA67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8" y="2496131"/>
            <a:ext cx="1510018" cy="243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C139AC-BB9C-4763-B880-39E9A506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40" y="2876451"/>
            <a:ext cx="1241571" cy="226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FBF91-5B39-CC75-C5F2-4A90BE64F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796" y="2691054"/>
            <a:ext cx="1241571" cy="26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ADE245-3CCD-916F-D38D-773A6EE38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179" y="2691848"/>
            <a:ext cx="838899" cy="234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F431EE-79BA-4C22-398B-EE12D75CE0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689"/>
          <a:stretch/>
        </p:blipFill>
        <p:spPr>
          <a:xfrm>
            <a:off x="4686612" y="3463893"/>
            <a:ext cx="822412" cy="2045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2E4EF3-24B4-3FAA-5CB3-0037AEB9D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188" y="3472776"/>
            <a:ext cx="1510018" cy="2348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A82FAC-8A99-2F55-908F-7E59578B0C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5239" y="3987138"/>
            <a:ext cx="6442745" cy="19798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880C7F8-9E66-5E34-F909-3EC251581F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4128" y="3463893"/>
            <a:ext cx="436228" cy="243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762066-2E81-AC72-8CDB-98AD76E42062}"/>
              </a:ext>
            </a:extLst>
          </p:cNvPr>
          <p:cNvSpPr txBox="1"/>
          <p:nvPr/>
        </p:nvSpPr>
        <p:spPr>
          <a:xfrm>
            <a:off x="323527" y="1052736"/>
            <a:ext cx="864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Queremos definir la integral doble de una función           sobre regiones </a:t>
            </a:r>
            <a:r>
              <a:rPr lang="es-ES" sz="1600" i="1" dirty="0"/>
              <a:t>D</a:t>
            </a:r>
            <a:r>
              <a:rPr lang="es-ES" sz="1600" dirty="0"/>
              <a:t> más generales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A269E-2A97-7D91-155D-55CC87EA75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0032" y="1125405"/>
            <a:ext cx="604007" cy="2181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7E431B-F6C8-F9A2-B783-9ECF719C7B55}"/>
              </a:ext>
            </a:extLst>
          </p:cNvPr>
          <p:cNvSpPr txBox="1"/>
          <p:nvPr/>
        </p:nvSpPr>
        <p:spPr>
          <a:xfrm>
            <a:off x="323527" y="1622372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Regiones elementales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2B8F2-32B0-E972-DF48-DAAC3B951CBD}"/>
              </a:ext>
            </a:extLst>
          </p:cNvPr>
          <p:cNvSpPr txBox="1"/>
          <p:nvPr/>
        </p:nvSpPr>
        <p:spPr>
          <a:xfrm>
            <a:off x="359530" y="2066430"/>
            <a:ext cx="864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Tenemos dos funciones reales continuas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65FE9E2-C599-37B1-BEA3-B0BCF3DEFB85}"/>
              </a:ext>
            </a:extLst>
          </p:cNvPr>
          <p:cNvSpPr/>
          <p:nvPr/>
        </p:nvSpPr>
        <p:spPr>
          <a:xfrm>
            <a:off x="2051720" y="2496131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3FD2AD-3349-269E-8F30-31E90E0ADA32}"/>
              </a:ext>
            </a:extLst>
          </p:cNvPr>
          <p:cNvSpPr txBox="1"/>
          <p:nvPr/>
        </p:nvSpPr>
        <p:spPr>
          <a:xfrm>
            <a:off x="3462512" y="2638160"/>
            <a:ext cx="1179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para todo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D1E40-AEBB-9CA3-856E-EE7C0A4226A1}"/>
              </a:ext>
            </a:extLst>
          </p:cNvPr>
          <p:cNvSpPr txBox="1"/>
          <p:nvPr/>
        </p:nvSpPr>
        <p:spPr>
          <a:xfrm>
            <a:off x="178036" y="3393342"/>
            <a:ext cx="8965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D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 conjunto de todos los puntos         tales que                y                               región </a:t>
            </a:r>
            <a:r>
              <a:rPr lang="es-ES" sz="1600" i="1" dirty="0">
                <a:sym typeface="Wingdings" panose="05000000000000000000" pitchFamily="2" charset="2"/>
              </a:rPr>
              <a:t>y</a:t>
            </a:r>
            <a:r>
              <a:rPr lang="es-ES" sz="1600" dirty="0">
                <a:sym typeface="Wingdings" panose="05000000000000000000" pitchFamily="2" charset="2"/>
              </a:rPr>
              <a:t>-simple</a:t>
            </a:r>
            <a:endParaRPr lang="es-E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E3D3D-8932-9AF6-AFE8-25EFDF928BF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14141"/>
          <a:stretch/>
        </p:blipFill>
        <p:spPr>
          <a:xfrm>
            <a:off x="476477" y="6367992"/>
            <a:ext cx="273497" cy="2212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B0B6469-99E8-BE96-C2C2-B530EA4711E2}"/>
              </a:ext>
            </a:extLst>
          </p:cNvPr>
          <p:cNvSpPr txBox="1"/>
          <p:nvPr/>
        </p:nvSpPr>
        <p:spPr>
          <a:xfrm>
            <a:off x="741972" y="6309320"/>
            <a:ext cx="7166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Frontera : curvas y los segmentos recta que acotan la región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5909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1DB3E2-2BA1-4884-4F7F-2D73E7DA0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136" y="602598"/>
            <a:ext cx="503339" cy="2432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E8B3EAC-C71B-46F7-5684-5F945E5A1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017" y="577260"/>
            <a:ext cx="201336" cy="22650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AF476C-821C-E504-E93A-ED41E8D99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579" y="581211"/>
            <a:ext cx="201336" cy="2516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F30502-13DE-6F76-5FE0-4747CDFF0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593794"/>
            <a:ext cx="436228" cy="2265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E051DFD-4E2F-AE56-A54F-297C279FB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4273" y="1677618"/>
            <a:ext cx="805343" cy="2265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03CF8F1-505A-C517-A882-97DD3155C1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1449" y="1190268"/>
            <a:ext cx="1577130" cy="26844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B086ECF-023B-0B73-ACE7-02192A8F34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004" y="1672616"/>
            <a:ext cx="1241571" cy="22650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F0A7DE2-622A-F486-3FAF-E46BE5C1CE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527" y="1206691"/>
            <a:ext cx="771787" cy="26844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D41F3D-7297-3B2E-774C-DF08CB992B81}"/>
              </a:ext>
            </a:extLst>
          </p:cNvPr>
          <p:cNvSpPr txBox="1"/>
          <p:nvPr/>
        </p:nvSpPr>
        <p:spPr>
          <a:xfrm>
            <a:off x="89018" y="521235"/>
            <a:ext cx="8965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D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es región </a:t>
            </a:r>
            <a:r>
              <a:rPr lang="es-ES" sz="1600" i="1" dirty="0">
                <a:sym typeface="Wingdings" panose="05000000000000000000" pitchFamily="2" charset="2"/>
              </a:rPr>
              <a:t>x</a:t>
            </a:r>
            <a:r>
              <a:rPr lang="es-ES" sz="1600" dirty="0">
                <a:sym typeface="Wingdings" panose="05000000000000000000" pitchFamily="2" charset="2"/>
              </a:rPr>
              <a:t>-simple si existen     y      definidas en         tales que D es el conjunto de puntos</a:t>
            </a:r>
          </a:p>
          <a:p>
            <a:r>
              <a:rPr lang="es-ES" sz="1600" dirty="0">
                <a:sym typeface="Wingdings" panose="05000000000000000000" pitchFamily="2" charset="2"/>
              </a:rPr>
              <a:t>que satisfacen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39A4DB-C3D6-B42A-ECE1-CEF4F8066521}"/>
              </a:ext>
            </a:extLst>
          </p:cNvPr>
          <p:cNvSpPr txBox="1"/>
          <p:nvPr/>
        </p:nvSpPr>
        <p:spPr>
          <a:xfrm>
            <a:off x="1302961" y="1171638"/>
            <a:ext cx="233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4F68E8-534C-3B42-35B8-ED4A22C8CC2A}"/>
              </a:ext>
            </a:extLst>
          </p:cNvPr>
          <p:cNvSpPr txBox="1"/>
          <p:nvPr/>
        </p:nvSpPr>
        <p:spPr>
          <a:xfrm>
            <a:off x="242298" y="1606670"/>
            <a:ext cx="7570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donde                       para todo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0400FAE-584B-C0E4-1334-B96214D9ED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425" y="2348683"/>
            <a:ext cx="6509857" cy="1921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19DB492-D19C-6DAC-CDB2-A5FF539B268B}"/>
              </a:ext>
            </a:extLst>
          </p:cNvPr>
          <p:cNvSpPr txBox="1"/>
          <p:nvPr/>
        </p:nvSpPr>
        <p:spPr>
          <a:xfrm>
            <a:off x="218840" y="4503944"/>
            <a:ext cx="8965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Región es simple si es una región</a:t>
            </a:r>
            <a:r>
              <a:rPr lang="es-ES" sz="1600" dirty="0">
                <a:sym typeface="Wingdings" panose="05000000000000000000" pitchFamily="2" charset="2"/>
              </a:rPr>
              <a:t> </a:t>
            </a:r>
            <a:r>
              <a:rPr lang="es-ES" sz="1600" i="1" dirty="0">
                <a:sym typeface="Wingdings" panose="05000000000000000000" pitchFamily="2" charset="2"/>
              </a:rPr>
              <a:t>x</a:t>
            </a:r>
            <a:r>
              <a:rPr lang="es-ES" sz="1600" dirty="0">
                <a:sym typeface="Wingdings" panose="05000000000000000000" pitchFamily="2" charset="2"/>
              </a:rPr>
              <a:t>-simple y </a:t>
            </a:r>
            <a:r>
              <a:rPr lang="es-ES" sz="1600" i="1" dirty="0">
                <a:sym typeface="Wingdings" panose="05000000000000000000" pitchFamily="2" charset="2"/>
              </a:rPr>
              <a:t>y</a:t>
            </a:r>
            <a:r>
              <a:rPr lang="es-ES" sz="1600" dirty="0">
                <a:sym typeface="Wingdings" panose="05000000000000000000" pitchFamily="2" charset="2"/>
              </a:rPr>
              <a:t>-simple 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B1ED4B0-35A6-5BAF-08E6-1E9A892895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3768" y="4819693"/>
            <a:ext cx="4045035" cy="200687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EC1C00E-5021-6110-9A32-70CD67323DFF}"/>
              </a:ext>
            </a:extLst>
          </p:cNvPr>
          <p:cNvSpPr txBox="1"/>
          <p:nvPr/>
        </p:nvSpPr>
        <p:spPr>
          <a:xfrm>
            <a:off x="249112" y="5143147"/>
            <a:ext cx="8965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Ejemplo: disco unidad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935FD9-C386-96C5-070C-1A7613C48305}"/>
              </a:ext>
            </a:extLst>
          </p:cNvPr>
          <p:cNvSpPr txBox="1"/>
          <p:nvPr/>
        </p:nvSpPr>
        <p:spPr>
          <a:xfrm>
            <a:off x="1801449" y="6557694"/>
            <a:ext cx="1558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región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i="1" dirty="0">
                <a:sym typeface="Wingdings" panose="05000000000000000000" pitchFamily="2" charset="2"/>
              </a:rPr>
              <a:t>x</a:t>
            </a:r>
            <a:r>
              <a:rPr lang="es-ES" sz="1400" dirty="0">
                <a:sym typeface="Wingdings" panose="05000000000000000000" pitchFamily="2" charset="2"/>
              </a:rPr>
              <a:t>-simple</a:t>
            </a:r>
            <a:endParaRPr lang="es-E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8BD89E-6C01-F9B2-8A17-0A32D16F7CE7}"/>
              </a:ext>
            </a:extLst>
          </p:cNvPr>
          <p:cNvSpPr txBox="1"/>
          <p:nvPr/>
        </p:nvSpPr>
        <p:spPr>
          <a:xfrm>
            <a:off x="5588551" y="6597352"/>
            <a:ext cx="1512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región</a:t>
            </a:r>
            <a:r>
              <a:rPr lang="es-ES" sz="1400" dirty="0">
                <a:sym typeface="Wingdings" panose="05000000000000000000" pitchFamily="2" charset="2"/>
              </a:rPr>
              <a:t> </a:t>
            </a:r>
            <a:r>
              <a:rPr lang="es-ES" sz="1400" i="1" dirty="0">
                <a:sym typeface="Wingdings" panose="05000000000000000000" pitchFamily="2" charset="2"/>
              </a:rPr>
              <a:t>y</a:t>
            </a:r>
            <a:r>
              <a:rPr lang="es-ES" sz="1400" dirty="0">
                <a:sym typeface="Wingdings" panose="05000000000000000000" pitchFamily="2" charset="2"/>
              </a:rPr>
              <a:t>-simple 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18305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B5206-8947-9FCE-F2F8-011CEF43C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04664"/>
            <a:ext cx="5402510" cy="3733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4F05DE-F276-29EF-D07D-C89C3D1D1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137765"/>
            <a:ext cx="6174297" cy="270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83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CC96AFD-B51D-3DCF-5A52-6D7B77722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969" y="2417496"/>
            <a:ext cx="2636808" cy="202155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083A4C-77C0-2DE9-17F2-9BDF575030CA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Reducción a integrales iteradas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BF4AA-D815-3D3C-19D6-24733838F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03258"/>
            <a:ext cx="1543574" cy="26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A2C10-8E41-2B04-CA10-ECA4FF3B66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185"/>
          <a:stretch/>
        </p:blipFill>
        <p:spPr>
          <a:xfrm>
            <a:off x="827584" y="1876005"/>
            <a:ext cx="4899171" cy="5808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7DFB06-F934-5F82-C295-C1FC24859B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792" t="50185"/>
          <a:stretch/>
        </p:blipFill>
        <p:spPr>
          <a:xfrm>
            <a:off x="5726755" y="1894396"/>
            <a:ext cx="2018851" cy="580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E54E27-C47D-824E-2396-48EAB441E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542" y="4340265"/>
            <a:ext cx="1912690" cy="5872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93A0A2-AFF0-BF43-9432-0F939459D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9232" y="5500500"/>
            <a:ext cx="1174459" cy="302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AAF151F-BE92-B8B3-249E-035803D099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3085" y="5559223"/>
            <a:ext cx="1073791" cy="2432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78E8767-3E42-E205-10D0-CB9E6A81E8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1629" y="5428461"/>
            <a:ext cx="838899" cy="2348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DBF596-6B41-1142-0AD7-366365CF91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1629" y="5749336"/>
            <a:ext cx="838899" cy="2432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1E5E00-EF2E-4CB0-59C8-E1815E0C08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6621" y="6143800"/>
            <a:ext cx="4563611" cy="5872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6FDC0A-DCE6-F7F4-A6E3-7429A55CFF39}"/>
              </a:ext>
            </a:extLst>
          </p:cNvPr>
          <p:cNvSpPr txBox="1"/>
          <p:nvPr/>
        </p:nvSpPr>
        <p:spPr>
          <a:xfrm>
            <a:off x="1851722" y="1065550"/>
            <a:ext cx="71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 es un rectángulo que contiene a </a:t>
            </a:r>
            <a:r>
              <a:rPr lang="es-ES" sz="1600" i="1" dirty="0"/>
              <a:t>D</a:t>
            </a:r>
            <a:r>
              <a:rPr lang="es-ES" sz="1600" dirty="0"/>
              <a:t>, usamos los resultados de las integrales iteradas</a:t>
            </a:r>
            <a:endParaRPr lang="es-ES" sz="1600" dirty="0"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EDACB-0030-4021-0CB8-5650BABE5369}"/>
              </a:ext>
            </a:extLst>
          </p:cNvPr>
          <p:cNvSpPr txBox="1"/>
          <p:nvPr/>
        </p:nvSpPr>
        <p:spPr>
          <a:xfrm>
            <a:off x="647210" y="2582758"/>
            <a:ext cx="711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 </a:t>
            </a:r>
            <a:r>
              <a:rPr lang="es-ES" sz="1600" i="1" dirty="0"/>
              <a:t>f</a:t>
            </a:r>
            <a:r>
              <a:rPr lang="es-ES" sz="1600" dirty="0"/>
              <a:t>* es igual a </a:t>
            </a:r>
            <a:r>
              <a:rPr lang="es-ES" sz="1600" i="1" dirty="0"/>
              <a:t>f</a:t>
            </a:r>
            <a:r>
              <a:rPr lang="es-ES" sz="1600" dirty="0"/>
              <a:t> en </a:t>
            </a:r>
            <a:r>
              <a:rPr lang="es-ES" sz="1600" i="1" dirty="0"/>
              <a:t>D</a:t>
            </a:r>
            <a:r>
              <a:rPr lang="es-ES" sz="1600" dirty="0"/>
              <a:t> y cero fuera de </a:t>
            </a:r>
            <a:r>
              <a:rPr lang="es-ES" sz="1600" i="1" dirty="0"/>
              <a:t>D</a:t>
            </a:r>
            <a:r>
              <a:rPr lang="es-ES" sz="1600" dirty="0"/>
              <a:t>.</a:t>
            </a:r>
            <a:endParaRPr lang="es-ES" sz="1600" dirty="0"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31D48-44D9-62AE-40F9-650A8B40F6C0}"/>
              </a:ext>
            </a:extLst>
          </p:cNvPr>
          <p:cNvSpPr txBox="1"/>
          <p:nvPr/>
        </p:nvSpPr>
        <p:spPr>
          <a:xfrm>
            <a:off x="377050" y="3258995"/>
            <a:ext cx="1506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D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es </a:t>
            </a:r>
            <a:r>
              <a:rPr lang="es-ES" sz="1600" i="1" dirty="0">
                <a:sym typeface="Wingdings" panose="05000000000000000000" pitchFamily="2" charset="2"/>
              </a:rPr>
              <a:t>y</a:t>
            </a:r>
            <a:r>
              <a:rPr lang="es-ES" sz="1600" dirty="0">
                <a:sym typeface="Wingdings" panose="05000000000000000000" pitchFamily="2" charset="2"/>
              </a:rPr>
              <a:t>-simple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65B1F1-B646-7825-0470-3473F6C159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9854" y="3087588"/>
            <a:ext cx="1510018" cy="2432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D748CB-D408-6250-CB84-89047E67ED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6316" y="3467909"/>
            <a:ext cx="1241571" cy="226503"/>
          </a:xfrm>
          <a:prstGeom prst="rect">
            <a:avLst/>
          </a:prstGeom>
        </p:spPr>
      </p:pic>
      <p:sp>
        <p:nvSpPr>
          <p:cNvPr id="15" name="Right Brace 14">
            <a:extLst>
              <a:ext uri="{FF2B5EF4-FFF2-40B4-BE49-F238E27FC236}">
                <a16:creationId xmlns:a16="http://schemas.microsoft.com/office/drawing/2014/main" id="{9CF5B50A-BE3C-2050-C147-AB7BD5CA1850}"/>
              </a:ext>
            </a:extLst>
          </p:cNvPr>
          <p:cNvSpPr/>
          <p:nvPr/>
        </p:nvSpPr>
        <p:spPr>
          <a:xfrm rot="10800000">
            <a:off x="1747072" y="3103999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D51B5-6363-34BA-93B1-C2046BCD2F11}"/>
              </a:ext>
            </a:extLst>
          </p:cNvPr>
          <p:cNvSpPr txBox="1"/>
          <p:nvPr/>
        </p:nvSpPr>
        <p:spPr>
          <a:xfrm>
            <a:off x="357108" y="4478435"/>
            <a:ext cx="2345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Integrales iteradas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3F2C0-2209-C295-F7FC-04CE2BC15DAD}"/>
              </a:ext>
            </a:extLst>
          </p:cNvPr>
          <p:cNvSpPr txBox="1"/>
          <p:nvPr/>
        </p:nvSpPr>
        <p:spPr>
          <a:xfrm>
            <a:off x="2491888" y="5120599"/>
            <a:ext cx="2345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Integral para x fijo </a:t>
            </a:r>
            <a:endParaRPr lang="es-ES" sz="1400" dirty="0">
              <a:sym typeface="Wingdings" panose="05000000000000000000" pitchFamily="2" charset="2"/>
            </a:endParaRP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48FFEE9-6064-562A-7065-6F1FF26FDB84}"/>
              </a:ext>
            </a:extLst>
          </p:cNvPr>
          <p:cNvSpPr/>
          <p:nvPr/>
        </p:nvSpPr>
        <p:spPr>
          <a:xfrm rot="10800000">
            <a:off x="5582739" y="5370765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58A4C32-F085-8994-1380-7BCA23DECF28}"/>
              </a:ext>
            </a:extLst>
          </p:cNvPr>
          <p:cNvSpPr/>
          <p:nvPr/>
        </p:nvSpPr>
        <p:spPr>
          <a:xfrm rot="5400000">
            <a:off x="3170911" y="4388096"/>
            <a:ext cx="153364" cy="12971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A69EC-98D7-2BD7-EDAE-ACE4462C70DE}"/>
              </a:ext>
            </a:extLst>
          </p:cNvPr>
          <p:cNvSpPr txBox="1"/>
          <p:nvPr/>
        </p:nvSpPr>
        <p:spPr>
          <a:xfrm>
            <a:off x="5220311" y="5531486"/>
            <a:ext cx="343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si</a:t>
            </a:r>
            <a:endParaRPr lang="es-ES" sz="1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2324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5976C-CB8B-54DD-9AFC-8785AD432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5402510" cy="11828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495EC6-EF54-5127-692B-182F94379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04664"/>
            <a:ext cx="3020037" cy="2315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2DEE48-5C75-A415-1B99-F5100FD8F2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020" r="83875"/>
          <a:stretch/>
        </p:blipFill>
        <p:spPr>
          <a:xfrm>
            <a:off x="5892350" y="5661632"/>
            <a:ext cx="936104" cy="216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A9098D-F3D8-57F1-7EC5-9299E9AE0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2628" b="47908"/>
          <a:stretch/>
        </p:blipFill>
        <p:spPr>
          <a:xfrm>
            <a:off x="251520" y="5704755"/>
            <a:ext cx="5652628" cy="20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27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CBB642-1E02-E113-8432-83344ED84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7093"/>
            <a:ext cx="5670958" cy="5033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9F1E2D-A82E-80D4-1402-8D93F3E83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628800"/>
            <a:ext cx="2516697" cy="2139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468732-9F8E-31E9-1F36-A75336583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039" y="1523937"/>
            <a:ext cx="5503178" cy="234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77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A4E43-5953-2250-D289-7E0B093DF4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122"/>
          <a:stretch/>
        </p:blipFill>
        <p:spPr>
          <a:xfrm>
            <a:off x="467544" y="836712"/>
            <a:ext cx="5704514" cy="2432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A7BC36-1E0F-F5A0-00F0-0E8CF862EBFD}"/>
              </a:ext>
            </a:extLst>
          </p:cNvPr>
          <p:cNvSpPr/>
          <p:nvPr/>
        </p:nvSpPr>
        <p:spPr>
          <a:xfrm>
            <a:off x="2411760" y="1075798"/>
            <a:ext cx="1512168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8D5F62-7D74-4854-A1ED-486C163F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" y="1183810"/>
            <a:ext cx="2840495" cy="28404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8E937-1DAE-2EFB-56AD-71FEE9562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716" y="3767743"/>
            <a:ext cx="436228" cy="2516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11F125-A40D-F249-48E7-6AF87919DC8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012"/>
          <a:stretch/>
        </p:blipFill>
        <p:spPr>
          <a:xfrm>
            <a:off x="5036051" y="1324451"/>
            <a:ext cx="1008112" cy="2425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823681-E526-75D2-7C09-874E5E6ED5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056" y="1649271"/>
            <a:ext cx="1208015" cy="2432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B93CC1-1D25-866F-D750-A636987A26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216" y="1711740"/>
            <a:ext cx="2087803" cy="17644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254660-728B-1030-BC20-82253C2CE2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7285" y="3788870"/>
            <a:ext cx="771787" cy="2348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EB402AA-C40E-1CF4-517A-4FBF0D64A9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942" y="4277035"/>
            <a:ext cx="1644242" cy="5201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CE9072B-7E3A-77DE-F1F0-9A02D5BBEE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763" y="2442987"/>
            <a:ext cx="872455" cy="2684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A8B6E6-D962-E1C8-A400-D598D6E152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181" y="2909388"/>
            <a:ext cx="1140903" cy="23489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C0ECE5E-5FEC-5327-6D5E-A5C3FAAFCC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6172" y="5438434"/>
            <a:ext cx="6476301" cy="5452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0AC4E12-C6D2-773E-21BA-B7F754FA13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0652" y="6140854"/>
            <a:ext cx="3489820" cy="5285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4B1D995-8716-25E6-F013-1D5A64796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368" r="66065" b="4511"/>
          <a:stretch/>
        </p:blipFill>
        <p:spPr>
          <a:xfrm>
            <a:off x="6081109" y="866207"/>
            <a:ext cx="1935832" cy="2301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483E30-7BE4-9C74-9C18-FCC1275965F3}"/>
              </a:ext>
            </a:extLst>
          </p:cNvPr>
          <p:cNvSpPr txBox="1"/>
          <p:nvPr/>
        </p:nvSpPr>
        <p:spPr>
          <a:xfrm>
            <a:off x="3131840" y="1445716"/>
            <a:ext cx="1904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Base triangular </a:t>
            </a:r>
            <a:r>
              <a:rPr lang="es-ES" sz="1600" i="1" dirty="0"/>
              <a:t>D</a:t>
            </a:r>
            <a:r>
              <a:rPr lang="es-ES" sz="1600" dirty="0"/>
              <a:t>: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4D5D50D-7081-B0D7-3735-4D4AF40EAE9A}"/>
              </a:ext>
            </a:extLst>
          </p:cNvPr>
          <p:cNvSpPr/>
          <p:nvPr/>
        </p:nvSpPr>
        <p:spPr>
          <a:xfrm rot="10800000">
            <a:off x="4892035" y="1285916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CB703-0DE4-0E32-D48A-FDFDB8D4F643}"/>
              </a:ext>
            </a:extLst>
          </p:cNvPr>
          <p:cNvSpPr txBox="1"/>
          <p:nvPr/>
        </p:nvSpPr>
        <p:spPr>
          <a:xfrm>
            <a:off x="6678747" y="1432357"/>
            <a:ext cx="1688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Región </a:t>
            </a:r>
            <a:r>
              <a:rPr lang="es-ES" sz="1600" i="1" dirty="0">
                <a:sym typeface="Wingdings" panose="05000000000000000000" pitchFamily="2" charset="2"/>
              </a:rPr>
              <a:t>y</a:t>
            </a:r>
            <a:r>
              <a:rPr lang="es-ES" sz="1600" dirty="0">
                <a:sym typeface="Wingdings" panose="05000000000000000000" pitchFamily="2" charset="2"/>
              </a:rPr>
              <a:t>-simple 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07335F0-7454-47F5-ACB3-9103FD85FCD8}"/>
              </a:ext>
            </a:extLst>
          </p:cNvPr>
          <p:cNvSpPr/>
          <p:nvPr/>
        </p:nvSpPr>
        <p:spPr>
          <a:xfrm>
            <a:off x="5946894" y="2473910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9FAEFA-8C96-39C7-2EFC-B77537DEB60E}"/>
              </a:ext>
            </a:extLst>
          </p:cNvPr>
          <p:cNvSpPr txBox="1"/>
          <p:nvPr/>
        </p:nvSpPr>
        <p:spPr>
          <a:xfrm>
            <a:off x="3843944" y="3718211"/>
            <a:ext cx="3945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en </a:t>
            </a:r>
            <a:r>
              <a:rPr lang="es-ES" sz="1600" i="1" dirty="0"/>
              <a:t>D</a:t>
            </a:r>
            <a:r>
              <a:rPr lang="es-ES" sz="1600" dirty="0"/>
              <a:t>: la altura de la superficie z es</a:t>
            </a:r>
          </a:p>
        </p:txBody>
      </p:sp>
    </p:spTree>
    <p:extLst>
      <p:ext uri="{BB962C8B-B14F-4D97-AF65-F5344CB8AC3E}">
        <p14:creationId xmlns:p14="http://schemas.microsoft.com/office/powerpoint/2010/main" val="1476700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EBD91-2E55-E254-3ECB-AAA70659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04664"/>
            <a:ext cx="5335398" cy="13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6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130850-B63D-30CF-9124-85503E691422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Cambio del orden de integración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C65D67-F162-64D0-BD0F-8FCA577E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906168"/>
            <a:ext cx="2852257" cy="293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AF366-F12B-93FD-4BA2-D47E032422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62" b="-6060"/>
          <a:stretch/>
        </p:blipFill>
        <p:spPr>
          <a:xfrm>
            <a:off x="4965631" y="1287611"/>
            <a:ext cx="2852257" cy="293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0C278-C9BC-1145-590E-D11160A6E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061" y="1174301"/>
            <a:ext cx="469783" cy="226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5E6466-F7A3-54DC-D58D-81128D9B3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81603"/>
            <a:ext cx="5637402" cy="5536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8AFF3-43F8-D009-9A9E-A87BD3810287}"/>
              </a:ext>
            </a:extLst>
          </p:cNvPr>
          <p:cNvSpPr txBox="1"/>
          <p:nvPr/>
        </p:nvSpPr>
        <p:spPr>
          <a:xfrm>
            <a:off x="195466" y="1090095"/>
            <a:ext cx="711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/>
              <a:t>D </a:t>
            </a:r>
            <a:r>
              <a:rPr lang="es-ES" sz="1600" dirty="0"/>
              <a:t>es una región simple: conjunto de puntos </a:t>
            </a:r>
            <a:endParaRPr lang="es-ES" sz="1600" dirty="0">
              <a:sym typeface="Wingdings" panose="05000000000000000000" pitchFamily="2" charset="2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0C256A9-816E-C7D0-DCAC-BDFD92F2FB06}"/>
              </a:ext>
            </a:extLst>
          </p:cNvPr>
          <p:cNvSpPr/>
          <p:nvPr/>
        </p:nvSpPr>
        <p:spPr>
          <a:xfrm rot="10800000">
            <a:off x="4788024" y="952367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7663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2F20F-546D-056C-6AFE-C1BEB6DE2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4362275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49717D-D3A2-8AB4-67E3-F36AC6C45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957" y="2215688"/>
            <a:ext cx="906011" cy="2852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A86F75-18CF-8B2E-8577-DF2EBB0F0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968" y="2221640"/>
            <a:ext cx="939567" cy="2516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F2C9D5-0375-85D5-3D56-F34A1AEE6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2883716"/>
            <a:ext cx="1778466" cy="545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923F48-67B3-378D-5F6E-011765FCA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356" y="3015093"/>
            <a:ext cx="469783" cy="251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8575CD-CBD9-D48D-384A-BDBEAE3F1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470" y="2910230"/>
            <a:ext cx="872455" cy="209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FAA91E-0C96-C969-39C8-D464AAFABB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5598" y="3199232"/>
            <a:ext cx="1677798" cy="2432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F746E2-A74C-CA08-8101-FA3CB458815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18" r="71359"/>
          <a:stretch/>
        </p:blipFill>
        <p:spPr>
          <a:xfrm>
            <a:off x="5947130" y="3669525"/>
            <a:ext cx="855350" cy="2687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88BA30-98CE-3D8F-3D12-48116A856A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2322" y="4584336"/>
            <a:ext cx="5805182" cy="17281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61BA5C-F8DE-1856-907C-7D1938ECD8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96" y="4437112"/>
            <a:ext cx="3053593" cy="23153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28E5CE-5E26-01F5-DF28-E9344A9101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8778" y="6616846"/>
            <a:ext cx="2483141" cy="2097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5F7FC8-F925-501E-B71F-B33CD7F26D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0883" y="6616846"/>
            <a:ext cx="2919369" cy="1929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E407E4-8F36-D746-365A-2117AA8AFFE2}"/>
              </a:ext>
            </a:extLst>
          </p:cNvPr>
          <p:cNvSpPr txBox="1"/>
          <p:nvPr/>
        </p:nvSpPr>
        <p:spPr>
          <a:xfrm>
            <a:off x="467544" y="2167571"/>
            <a:ext cx="4290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ym typeface="Wingdings" panose="05000000000000000000" pitchFamily="2" charset="2"/>
              </a:rPr>
              <a:t>x </a:t>
            </a:r>
            <a:r>
              <a:rPr lang="es-ES" sz="1600" dirty="0">
                <a:sym typeface="Wingdings" panose="05000000000000000000" pitchFamily="2" charset="2"/>
              </a:rPr>
              <a:t>varía entre </a:t>
            </a:r>
            <a:r>
              <a:rPr lang="es-ES" sz="1600" i="1" dirty="0">
                <a:sym typeface="Wingdings" panose="05000000000000000000" pitchFamily="2" charset="2"/>
              </a:rPr>
              <a:t>0 </a:t>
            </a:r>
            <a:r>
              <a:rPr lang="es-ES" sz="1600" dirty="0">
                <a:sym typeface="Wingdings" panose="05000000000000000000" pitchFamily="2" charset="2"/>
              </a:rPr>
              <a:t>y</a:t>
            </a:r>
            <a:r>
              <a:rPr lang="es-ES" sz="1600" i="1" dirty="0">
                <a:sym typeface="Wingdings" panose="05000000000000000000" pitchFamily="2" charset="2"/>
              </a:rPr>
              <a:t> a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4BC33-202C-B927-B845-D429D7028927}"/>
              </a:ext>
            </a:extLst>
          </p:cNvPr>
          <p:cNvSpPr txBox="1"/>
          <p:nvPr/>
        </p:nvSpPr>
        <p:spPr>
          <a:xfrm>
            <a:off x="2274500" y="2973929"/>
            <a:ext cx="711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con</a:t>
            </a:r>
            <a:r>
              <a:rPr lang="es-ES" sz="1600" i="1" dirty="0">
                <a:sym typeface="Wingdings" panose="05000000000000000000" pitchFamily="2" charset="2"/>
              </a:rPr>
              <a:t> D </a:t>
            </a:r>
            <a:r>
              <a:rPr lang="es-ES" sz="1600" dirty="0">
                <a:sym typeface="Wingdings" panose="05000000000000000000" pitchFamily="2" charset="2"/>
              </a:rPr>
              <a:t>es el conjunto de puntos 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2A7100BF-5168-CD52-FD4D-CD03652B378B}"/>
              </a:ext>
            </a:extLst>
          </p:cNvPr>
          <p:cNvSpPr/>
          <p:nvPr/>
        </p:nvSpPr>
        <p:spPr>
          <a:xfrm rot="10800000">
            <a:off x="5715510" y="2836194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BDB39D-BEDC-A5DD-6F5C-B9010152B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03" y="3738736"/>
            <a:ext cx="1778466" cy="5452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F36090-3DA9-0802-E3BD-2D2BACA6967E}"/>
              </a:ext>
            </a:extLst>
          </p:cNvPr>
          <p:cNvSpPr txBox="1"/>
          <p:nvPr/>
        </p:nvSpPr>
        <p:spPr>
          <a:xfrm>
            <a:off x="2282372" y="3815436"/>
            <a:ext cx="3053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con</a:t>
            </a:r>
            <a:r>
              <a:rPr lang="es-ES" sz="1600" i="1" dirty="0">
                <a:sym typeface="Wingdings" panose="05000000000000000000" pitchFamily="2" charset="2"/>
              </a:rPr>
              <a:t> D </a:t>
            </a:r>
            <a:r>
              <a:rPr lang="es-ES" sz="1600" dirty="0">
                <a:sym typeface="Wingdings" panose="05000000000000000000" pitchFamily="2" charset="2"/>
              </a:rPr>
              <a:t>es el conjunto de puntos 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00003BE-E8E3-E18B-A1CD-6A515ACA68A6}"/>
              </a:ext>
            </a:extLst>
          </p:cNvPr>
          <p:cNvSpPr/>
          <p:nvPr/>
        </p:nvSpPr>
        <p:spPr>
          <a:xfrm rot="10800000">
            <a:off x="5715510" y="3659383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CA028-06DB-A58A-B427-B34207960D9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41931" t="-31293" b="-1"/>
          <a:stretch/>
        </p:blipFill>
        <p:spPr>
          <a:xfrm>
            <a:off x="5986620" y="3942744"/>
            <a:ext cx="1734226" cy="3524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405912-E2AC-0EEB-43DA-9A5571984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981" y="3868777"/>
            <a:ext cx="469783" cy="2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3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7CDA43F0-78DD-8EF1-43A8-EB480DF2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191" y="2681814"/>
            <a:ext cx="2550253" cy="166940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9D39F0-F14F-E032-0730-CBD171FFE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836712"/>
            <a:ext cx="4228051" cy="8053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EC148-A20F-0D88-D98E-37DD4B12AC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69" r="1191"/>
          <a:stretch/>
        </p:blipFill>
        <p:spPr>
          <a:xfrm>
            <a:off x="179512" y="2212024"/>
            <a:ext cx="2150352" cy="3111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FF8CD4-07B4-AFB5-86BD-FD2D6E1D7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641" y="2048077"/>
            <a:ext cx="872455" cy="2936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D48138-F30E-F1E3-5A00-BE8CD4345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152" y="2415455"/>
            <a:ext cx="1140903" cy="2768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ABE2BB5-166F-C244-3F3C-31078D84A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8218" y="4786347"/>
            <a:ext cx="1107347" cy="2516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2D17DA-37A3-6966-D9F2-3AC4109500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9919" y="5069614"/>
            <a:ext cx="906011" cy="2852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B7FC9-28F4-7AB4-89E6-31B59B845627}"/>
              </a:ext>
            </a:extLst>
          </p:cNvPr>
          <p:cNvSpPr txBox="1"/>
          <p:nvPr/>
        </p:nvSpPr>
        <p:spPr>
          <a:xfrm>
            <a:off x="2351191" y="2188613"/>
            <a:ext cx="3444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con</a:t>
            </a:r>
            <a:r>
              <a:rPr lang="es-ES" sz="1600" i="1" dirty="0">
                <a:sym typeface="Wingdings" panose="05000000000000000000" pitchFamily="2" charset="2"/>
              </a:rPr>
              <a:t> D </a:t>
            </a:r>
            <a:r>
              <a:rPr lang="es-ES" sz="1600" dirty="0">
                <a:sym typeface="Wingdings" panose="05000000000000000000" pitchFamily="2" charset="2"/>
              </a:rPr>
              <a:t>es el conjunto de puntos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D2DDA-688D-E194-122F-AF80FE36A7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0801" y="2242242"/>
            <a:ext cx="469783" cy="25167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08386811-1246-4C81-4891-1EBB497084B3}"/>
              </a:ext>
            </a:extLst>
          </p:cNvPr>
          <p:cNvSpPr/>
          <p:nvPr/>
        </p:nvSpPr>
        <p:spPr>
          <a:xfrm rot="10800000">
            <a:off x="5750625" y="2032892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7B866-AB0B-8E53-8FF0-5EBA1C5C4C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69" r="1191"/>
          <a:stretch/>
        </p:blipFill>
        <p:spPr>
          <a:xfrm>
            <a:off x="278017" y="4901100"/>
            <a:ext cx="2150352" cy="311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292352-A293-4E2B-711F-A6C01481E78D}"/>
              </a:ext>
            </a:extLst>
          </p:cNvPr>
          <p:cNvSpPr txBox="1"/>
          <p:nvPr/>
        </p:nvSpPr>
        <p:spPr>
          <a:xfrm>
            <a:off x="2449696" y="4877689"/>
            <a:ext cx="3444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con</a:t>
            </a:r>
            <a:r>
              <a:rPr lang="es-ES" sz="1600" i="1" dirty="0">
                <a:sym typeface="Wingdings" panose="05000000000000000000" pitchFamily="2" charset="2"/>
              </a:rPr>
              <a:t> D </a:t>
            </a:r>
            <a:r>
              <a:rPr lang="es-ES" sz="1600" dirty="0">
                <a:sym typeface="Wingdings" panose="05000000000000000000" pitchFamily="2" charset="2"/>
              </a:rPr>
              <a:t>es el conjunto de puntos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FCF3BD-90D3-5E5D-2151-CB74881E2B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9306" y="4931318"/>
            <a:ext cx="469783" cy="251670"/>
          </a:xfrm>
          <a:prstGeom prst="rect">
            <a:avLst/>
          </a:prstGeom>
        </p:spPr>
      </p:pic>
      <p:sp>
        <p:nvSpPr>
          <p:cNvPr id="14" name="Right Brace 13">
            <a:extLst>
              <a:ext uri="{FF2B5EF4-FFF2-40B4-BE49-F238E27FC236}">
                <a16:creationId xmlns:a16="http://schemas.microsoft.com/office/drawing/2014/main" id="{7C13B82A-1CBF-60DE-75F5-0ADD1B283F53}"/>
              </a:ext>
            </a:extLst>
          </p:cNvPr>
          <p:cNvSpPr/>
          <p:nvPr/>
        </p:nvSpPr>
        <p:spPr>
          <a:xfrm rot="10800000">
            <a:off x="5849130" y="4721968"/>
            <a:ext cx="144016" cy="670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9346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A6553A-05F3-BF7A-B593-2C5E7C6660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14"/>
          <a:stretch/>
        </p:blipFill>
        <p:spPr>
          <a:xfrm>
            <a:off x="172307" y="445947"/>
            <a:ext cx="5738070" cy="1163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1680DD1-AD4C-6A72-29B0-6C31F5EA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726" y="2617425"/>
            <a:ext cx="637563" cy="2852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CB9B076-2BB9-3815-B749-3D331E814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20" y="2640939"/>
            <a:ext cx="570451" cy="19294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5615049-1899-465E-C740-82100F97C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443" y="3264878"/>
            <a:ext cx="3087149" cy="58722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6DDF4F0-8316-3897-478A-D6BB50F99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3969595"/>
            <a:ext cx="6040073" cy="7130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2D6D72E-32BF-CEE6-AAC1-D93CF489A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813" y="4785104"/>
            <a:ext cx="5704514" cy="11996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F51FE3E-C23B-4502-BA4F-814241353B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6824" y="6143654"/>
            <a:ext cx="3892492" cy="654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491428-C47F-49E6-204B-82F3FA7B1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2" t="49214" r="43090" b="23277"/>
          <a:stretch/>
        </p:blipFill>
        <p:spPr>
          <a:xfrm>
            <a:off x="3257366" y="1033974"/>
            <a:ext cx="2963613" cy="630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94F011-41D6-1D9F-90F3-5399EC07EC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2" t="74034" r="20698"/>
          <a:stretch/>
        </p:blipFill>
        <p:spPr>
          <a:xfrm>
            <a:off x="460339" y="1806409"/>
            <a:ext cx="4248472" cy="594660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B90E9014-2F7A-B675-2224-4AF89F1CF704}"/>
              </a:ext>
            </a:extLst>
          </p:cNvPr>
          <p:cNvSpPr/>
          <p:nvPr/>
        </p:nvSpPr>
        <p:spPr>
          <a:xfrm rot="5400000">
            <a:off x="1996220" y="1934712"/>
            <a:ext cx="252577" cy="11401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DD58AE5-1C96-60B4-035A-C7B91FB85796}"/>
              </a:ext>
            </a:extLst>
          </p:cNvPr>
          <p:cNvSpPr/>
          <p:nvPr/>
        </p:nvSpPr>
        <p:spPr>
          <a:xfrm rot="5400000">
            <a:off x="3864504" y="1750685"/>
            <a:ext cx="252577" cy="1321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5F12BAE-7741-B9EB-65F3-BA9A182E4408}"/>
              </a:ext>
            </a:extLst>
          </p:cNvPr>
          <p:cNvSpPr/>
          <p:nvPr/>
        </p:nvSpPr>
        <p:spPr>
          <a:xfrm rot="5400000">
            <a:off x="2798098" y="1312813"/>
            <a:ext cx="293031" cy="36724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2180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083A4C-77C0-2DE9-17F2-9BDF575030CA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La integral triple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9462B-7BAF-5D60-E3F0-AA6CB73D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62" y="1207581"/>
            <a:ext cx="721037" cy="2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CE1B4-4FCC-DE20-BEAE-1F9B7DC34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57" y="1689477"/>
            <a:ext cx="2416029" cy="218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F346FE-319F-E284-5551-6E1EC8EF7E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731"/>
          <a:stretch/>
        </p:blipFill>
        <p:spPr>
          <a:xfrm>
            <a:off x="2044293" y="2240528"/>
            <a:ext cx="1893160" cy="610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E977C0-FDC5-10CE-38A5-0E70E71C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7" y="3030598"/>
            <a:ext cx="268448" cy="192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A265DD-5613-AE52-596E-7A8D8EFAD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6146" y="3024699"/>
            <a:ext cx="234892" cy="2181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5EC5E0-D36D-C2FF-D7E8-CCC986B60A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261"/>
          <a:stretch/>
        </p:blipFill>
        <p:spPr>
          <a:xfrm>
            <a:off x="6372200" y="1151137"/>
            <a:ext cx="2715620" cy="2836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366391-D94C-81AD-B87F-CCF1CFD6AE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278" y="4545883"/>
            <a:ext cx="5368954" cy="1853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08DA56-AA59-6AA2-89D5-E1AFB1391993}"/>
              </a:ext>
            </a:extLst>
          </p:cNvPr>
          <p:cNvSpPr txBox="1"/>
          <p:nvPr/>
        </p:nvSpPr>
        <p:spPr>
          <a:xfrm>
            <a:off x="395536" y="1124744"/>
            <a:ext cx="669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Dada la función              queremos encontrar la integral en una caja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E6F03-2650-8E5D-E6CB-2E2640353AD8}"/>
              </a:ext>
            </a:extLst>
          </p:cNvPr>
          <p:cNvSpPr txBox="1"/>
          <p:nvPr/>
        </p:nvSpPr>
        <p:spPr>
          <a:xfrm>
            <a:off x="326603" y="2362748"/>
            <a:ext cx="1843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Creamos la suma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90197-65A5-D03F-3582-853BBBAA7D0A}"/>
              </a:ext>
            </a:extLst>
          </p:cNvPr>
          <p:cNvSpPr txBox="1"/>
          <p:nvPr/>
        </p:nvSpPr>
        <p:spPr>
          <a:xfrm>
            <a:off x="323528" y="2953000"/>
            <a:ext cx="6696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     es un punto de      </a:t>
            </a:r>
            <a:r>
              <a:rPr lang="es-ES" sz="1600" dirty="0">
                <a:sym typeface="Wingdings" panose="05000000000000000000" pitchFamily="2" charset="2"/>
              </a:rPr>
              <a:t> paralepipedo rectangular</a:t>
            </a:r>
            <a:r>
              <a:rPr lang="es-E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2767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FA49D-627F-2EE6-C084-AF2259F41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268760"/>
            <a:ext cx="5368954" cy="2818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D1D211-2ED8-5F2C-8999-ECEEE2DA0497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Propiedades de las integrales triples</a:t>
            </a:r>
          </a:p>
        </p:txBody>
      </p:sp>
    </p:spTree>
    <p:extLst>
      <p:ext uri="{BB962C8B-B14F-4D97-AF65-F5344CB8AC3E}">
        <p14:creationId xmlns:p14="http://schemas.microsoft.com/office/powerpoint/2010/main" val="3098783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FE63F-ADE4-0D61-F942-A15C27520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0"/>
            <a:ext cx="5738070" cy="1937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7EFCC2-D439-9E7F-BB32-05D19D9049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213" b="85105"/>
          <a:stretch/>
        </p:blipFill>
        <p:spPr>
          <a:xfrm>
            <a:off x="467544" y="3732509"/>
            <a:ext cx="2736304" cy="5760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08A140-2B55-00A3-B60E-97AC61E1AE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31" t="14895" r="20352" b="70210"/>
          <a:stretch/>
        </p:blipFill>
        <p:spPr>
          <a:xfrm>
            <a:off x="3203848" y="3710924"/>
            <a:ext cx="2952328" cy="576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DC6D70-E17B-6198-394A-C74228E204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930" b="54175"/>
          <a:stretch/>
        </p:blipFill>
        <p:spPr>
          <a:xfrm>
            <a:off x="339293" y="4568200"/>
            <a:ext cx="3977904" cy="576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692DA-C4FE-2248-B11B-34D4F5B00E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30" t="46560" r="2249" b="41129"/>
          <a:stretch/>
        </p:blipFill>
        <p:spPr>
          <a:xfrm>
            <a:off x="4139952" y="4596604"/>
            <a:ext cx="3672408" cy="476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84717F-0A39-1D7D-7873-565E4E5AE6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46" t="60849" r="11985" b="26117"/>
          <a:stretch/>
        </p:blipFill>
        <p:spPr>
          <a:xfrm>
            <a:off x="479124" y="5366752"/>
            <a:ext cx="3312368" cy="504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B2A76C-CA07-4845-53EB-BA4BC3E57D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55" t="74154" r="10176" b="13535"/>
          <a:stretch/>
        </p:blipFill>
        <p:spPr>
          <a:xfrm>
            <a:off x="3851920" y="5359279"/>
            <a:ext cx="3312368" cy="476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A8682E-2B74-34B5-8090-05DA218693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42" t="86966" r="47503"/>
          <a:stretch/>
        </p:blipFill>
        <p:spPr>
          <a:xfrm>
            <a:off x="611560" y="6093296"/>
            <a:ext cx="1800200" cy="504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928C50-53E8-FA84-50D2-A1831A368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74" y="3429000"/>
            <a:ext cx="268448" cy="2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67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31BBA-B909-AEC5-31F8-C9C39C5D3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031" b="87236"/>
          <a:stretch/>
        </p:blipFill>
        <p:spPr>
          <a:xfrm>
            <a:off x="432155" y="908721"/>
            <a:ext cx="2555669" cy="576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A5FA2-F5F2-F098-7995-FA197008C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94629"/>
            <a:ext cx="268448" cy="310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7406B-A518-E6C5-3D70-90B2885AA2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8" t="14358" r="15515" b="72878"/>
          <a:stretch/>
        </p:blipFill>
        <p:spPr>
          <a:xfrm>
            <a:off x="2952430" y="947844"/>
            <a:ext cx="3240360" cy="576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358BFA-3132-CF47-0F2E-698F5F6B5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57" t="28718" r="10139" b="56382"/>
          <a:stretch/>
        </p:blipFill>
        <p:spPr>
          <a:xfrm>
            <a:off x="683568" y="1820433"/>
            <a:ext cx="3456384" cy="672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75EFB-9DCC-A283-3E7A-4D706F92FF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8" t="44673" r="1998" b="42563"/>
          <a:stretch/>
        </p:blipFill>
        <p:spPr>
          <a:xfrm>
            <a:off x="4211960" y="1868632"/>
            <a:ext cx="3816424" cy="576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48A2E8-AD8C-905D-1897-0103924E78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0" t="57691" b="26517"/>
          <a:stretch/>
        </p:blipFill>
        <p:spPr>
          <a:xfrm>
            <a:off x="611560" y="2860290"/>
            <a:ext cx="3920681" cy="712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A1DA76-EA93-9E77-36C2-BC7002790A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05" t="75241" r="13826" b="11995"/>
          <a:stretch/>
        </p:blipFill>
        <p:spPr>
          <a:xfrm>
            <a:off x="4560202" y="2967457"/>
            <a:ext cx="3280119" cy="576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EC073D-10F9-2E63-F620-E9F69AEA19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00" t="88005"/>
          <a:stretch/>
        </p:blipFill>
        <p:spPr>
          <a:xfrm>
            <a:off x="611559" y="3820201"/>
            <a:ext cx="3920681" cy="54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40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6D482-3A0F-B5F6-659A-98AD62F0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8" y="908720"/>
            <a:ext cx="3758268" cy="369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47BFF-BF41-ED5E-C6CF-147EDD093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56792"/>
            <a:ext cx="4966283" cy="21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1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1D211-2ED8-5F2C-8999-ECEEE2DA0497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Regiones elementales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39815-6FF0-9FC5-1D0F-30D45BA92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133" y="2177258"/>
            <a:ext cx="637563" cy="226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72D8F3-CE73-DAC8-4694-61D778334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2478124"/>
            <a:ext cx="637563" cy="218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45AE5B-496F-0B83-CB51-1FCADB9DC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513" y="2308636"/>
            <a:ext cx="1510018" cy="2684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B0D9FA-BBF3-FF63-F05E-7E1A40338B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74"/>
          <a:stretch/>
        </p:blipFill>
        <p:spPr>
          <a:xfrm>
            <a:off x="4932040" y="3316785"/>
            <a:ext cx="1714877" cy="2373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ADA889-DCF4-40A2-B39A-2BB606A7F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170" y="4113108"/>
            <a:ext cx="6677637" cy="26509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E6F003-BD96-2BB7-E0C6-380A5B611496}"/>
              </a:ext>
            </a:extLst>
          </p:cNvPr>
          <p:cNvSpPr txBox="1"/>
          <p:nvPr/>
        </p:nvSpPr>
        <p:spPr>
          <a:xfrm>
            <a:off x="395536" y="1052736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Restringimos una de las variables a estar entre dos funciones de las restantes variable, siendo el dominio de estas funciones una región elemental en el plano.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Ejemplo: </a:t>
            </a:r>
            <a:r>
              <a:rPr lang="es-ES" sz="1600" i="1" dirty="0"/>
              <a:t>D</a:t>
            </a:r>
            <a:r>
              <a:rPr lang="es-ES" sz="1600" dirty="0"/>
              <a:t> es una región elemental en el plano </a:t>
            </a:r>
            <a:r>
              <a:rPr lang="es-ES" sz="1600" i="1" dirty="0" err="1"/>
              <a:t>xy</a:t>
            </a:r>
            <a:r>
              <a:rPr lang="es-ES" sz="1600" dirty="0"/>
              <a:t>  y si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FC8048E5-F6F8-26CA-FDC3-E1FFE76D0D88}"/>
              </a:ext>
            </a:extLst>
          </p:cNvPr>
          <p:cNvSpPr/>
          <p:nvPr/>
        </p:nvSpPr>
        <p:spPr>
          <a:xfrm>
            <a:off x="6247474" y="2012943"/>
            <a:ext cx="288032" cy="9025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0BE2B-A8E5-7C5E-1271-0D357BFA2F2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721"/>
          <a:stretch/>
        </p:blipFill>
        <p:spPr>
          <a:xfrm>
            <a:off x="1857625" y="3341789"/>
            <a:ext cx="2986481" cy="2020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60DCBE-0FE4-9C3B-6F8E-078918D58C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057" y="4248519"/>
            <a:ext cx="637563" cy="1761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53B9B2-95F2-F1C5-E467-7E3CA95AB1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025" y="4257109"/>
            <a:ext cx="671119" cy="1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68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72288-F061-0E92-7F9D-44B152E3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780795"/>
            <a:ext cx="5603846" cy="343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3CD918-10C7-D99B-3DCD-60325D31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802909"/>
            <a:ext cx="3120705" cy="906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E4AAC8-A7C4-34E5-EE30-ED75BA888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92" y="1340768"/>
            <a:ext cx="4664279" cy="2223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A94BF-FB54-154B-2B78-DAEFF73DA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1503957"/>
            <a:ext cx="1241571" cy="2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6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94F21-31B6-B86B-F7B8-B81FB4AE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41" y="1074888"/>
            <a:ext cx="5402510" cy="2944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1A2A1A-E1AA-CE31-0CF3-AB0BE0D7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207079"/>
            <a:ext cx="6677637" cy="26509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21E7A6-AD5F-538A-D620-D49961466799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Integrales sobre regiones elementales</a:t>
            </a:r>
          </a:p>
        </p:txBody>
      </p:sp>
    </p:spTree>
    <p:extLst>
      <p:ext uri="{BB962C8B-B14F-4D97-AF65-F5344CB8AC3E}">
        <p14:creationId xmlns:p14="http://schemas.microsoft.com/office/powerpoint/2010/main" val="506346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B4883-3C1C-6EC1-B3CC-D1E5CC679D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180"/>
          <a:stretch/>
        </p:blipFill>
        <p:spPr>
          <a:xfrm>
            <a:off x="179512" y="764704"/>
            <a:ext cx="5738070" cy="216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59AE5E-6FE9-E68C-1B76-0A836833BE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821" r="81176" b="-1"/>
          <a:stretch/>
        </p:blipFill>
        <p:spPr>
          <a:xfrm>
            <a:off x="5868144" y="766857"/>
            <a:ext cx="1080120" cy="2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745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B834C-80E9-7C48-E952-A80DAC51B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5201174" cy="1308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2B2D5C-4637-432C-4D05-B519AFFB6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55" y="2735406"/>
            <a:ext cx="2583809" cy="687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A66C41-EAD2-B4E6-1E90-E6559D0F6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55" y="3537204"/>
            <a:ext cx="5872294" cy="6962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824F8B-92AE-5A35-B11C-319B9C1C9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004" y="4376758"/>
            <a:ext cx="1476462" cy="3020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5D0101-BDF1-81EC-EE9B-5C2DF0C8C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072" y="4406115"/>
            <a:ext cx="1241571" cy="2684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267084-0A70-16D8-79DC-82938304B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0197" y="4838917"/>
            <a:ext cx="2114026" cy="5788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0132A6-C697-78A5-5877-1C4A0BE844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2807" y="5536352"/>
            <a:ext cx="3087149" cy="7717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E1E215A-B4D0-9E93-4ADC-5D8B5E9E90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46" y="5606085"/>
            <a:ext cx="4563611" cy="12247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F5AFEE-B517-B6F5-344B-0A624E4F9990}"/>
              </a:ext>
            </a:extLst>
          </p:cNvPr>
          <p:cNvSpPr txBox="1"/>
          <p:nvPr/>
        </p:nvSpPr>
        <p:spPr>
          <a:xfrm>
            <a:off x="323528" y="2348880"/>
            <a:ext cx="6923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Usamos los resultados del ejemplo anterior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C24A3BD-48CC-60E8-C2A6-408517C18EE7}"/>
              </a:ext>
            </a:extLst>
          </p:cNvPr>
          <p:cNvSpPr/>
          <p:nvPr/>
        </p:nvSpPr>
        <p:spPr>
          <a:xfrm rot="5400000">
            <a:off x="5595236" y="3570430"/>
            <a:ext cx="185773" cy="13681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5FF033-7B34-7023-89C4-1861B7A1067C}"/>
              </a:ext>
            </a:extLst>
          </p:cNvPr>
          <p:cNvCxnSpPr/>
          <p:nvPr/>
        </p:nvCxnSpPr>
        <p:spPr>
          <a:xfrm>
            <a:off x="6473441" y="4547157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43F9AFA-B36D-D4B3-AEBB-FECE13EB6232}"/>
              </a:ext>
            </a:extLst>
          </p:cNvPr>
          <p:cNvSpPr/>
          <p:nvPr/>
        </p:nvSpPr>
        <p:spPr>
          <a:xfrm rot="5400000">
            <a:off x="6489663" y="3101107"/>
            <a:ext cx="271539" cy="46781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1741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EE816-361D-DD43-5D8A-695B8D41A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0768"/>
            <a:ext cx="6711193" cy="3665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A54C55-C17A-1CA8-7775-DA7B693CD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56" y="4555591"/>
            <a:ext cx="6174297" cy="4278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B60D4C-8947-6B2F-ECA1-F829A3B1A67B}"/>
              </a:ext>
            </a:extLst>
          </p:cNvPr>
          <p:cNvSpPr txBox="1"/>
          <p:nvPr/>
        </p:nvSpPr>
        <p:spPr>
          <a:xfrm>
            <a:off x="179512" y="548680"/>
            <a:ext cx="8712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Otros tipos de regiones elementales.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C4610-9B94-BDB5-4837-E24C5FAF6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342" y="1124744"/>
            <a:ext cx="1912690" cy="34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174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A0A39-AB1D-CB05-3658-06EE325CA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76672"/>
            <a:ext cx="5544616" cy="30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474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74206-2710-EC4E-7DD4-13DAB98D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5838738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CCECB7-B60F-2B19-580E-1D42F958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433883"/>
            <a:ext cx="2448649" cy="2664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277E13-6A5B-313A-9A1F-12D9DCEE2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137533"/>
            <a:ext cx="4563611" cy="352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734F1D-F47F-9491-4FC5-6182B80A3F7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7499"/>
          <a:stretch/>
        </p:blipFill>
        <p:spPr>
          <a:xfrm>
            <a:off x="321437" y="3098179"/>
            <a:ext cx="4999839" cy="6908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3363A5-410C-2453-74A4-2BEBCBBE5D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43" t="23109" r="12928" b="56521"/>
          <a:stretch/>
        </p:blipFill>
        <p:spPr>
          <a:xfrm>
            <a:off x="4860032" y="3134383"/>
            <a:ext cx="3096344" cy="625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8C794-6E21-6E7C-D981-056035B5E2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43" t="43822" r="9226" b="37416"/>
          <a:stretch/>
        </p:blipFill>
        <p:spPr>
          <a:xfrm>
            <a:off x="1674155" y="4028792"/>
            <a:ext cx="3281500" cy="576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154F49-ACC4-3393-44BB-02D5DD21061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43" t="42594" r="9778" b="37036"/>
          <a:stretch/>
        </p:blipFill>
        <p:spPr>
          <a:xfrm>
            <a:off x="4930882" y="3979417"/>
            <a:ext cx="3253815" cy="625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7B827D-C68A-F830-D3A2-D4AB4FC7B0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43" t="62125" b="19113"/>
          <a:stretch/>
        </p:blipFill>
        <p:spPr>
          <a:xfrm>
            <a:off x="1700682" y="4822956"/>
            <a:ext cx="3742744" cy="576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95B0AF-3FEB-08E4-CCD4-5B3BB7430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143" t="81584" r="42012"/>
          <a:stretch/>
        </p:blipFill>
        <p:spPr>
          <a:xfrm>
            <a:off x="5443426" y="4828268"/>
            <a:ext cx="1642215" cy="56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26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44C986-D70A-1D98-B649-5EFB4410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93" y="656818"/>
            <a:ext cx="1644242" cy="251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401FE-0EB6-8FE2-74D5-810AA03A8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635022"/>
            <a:ext cx="838899" cy="243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A073BD-80CF-A8D0-7A8B-899B13665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87" y="651800"/>
            <a:ext cx="1040235" cy="2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841E0B-1CEF-8DC4-3E26-1CE9269AE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60" y="548680"/>
            <a:ext cx="2986481" cy="29948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CA05DA-EE15-D0E4-D156-48AF162BA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12" y="1484784"/>
            <a:ext cx="4899171" cy="305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837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928E40-0F3D-DFE2-D566-A018EC046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E2885-1A91-84E6-67EC-E20BF708BBCF}"/>
              </a:ext>
            </a:extLst>
          </p:cNvPr>
          <p:cNvSpPr txBox="1"/>
          <p:nvPr/>
        </p:nvSpPr>
        <p:spPr>
          <a:xfrm>
            <a:off x="179512" y="426150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  <a:endParaRPr lang="es-ES" sz="1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4B934A-4116-F4D2-1D60-48D799AC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4798503" cy="1132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667B8B-8700-BD91-90BB-8A11AF88D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81" y="2204207"/>
            <a:ext cx="5503178" cy="12247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B6461D-7080-CF53-12E2-CFBDD793E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76672"/>
            <a:ext cx="2580287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39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10890</TotalTime>
  <Words>902</Words>
  <Application>Microsoft Office PowerPoint</Application>
  <PresentationFormat>Presentación en pantalla (4:3)</PresentationFormat>
  <Paragraphs>171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5" baseType="lpstr">
      <vt:lpstr>Arial</vt:lpstr>
      <vt:lpstr>Calibri</vt:lpstr>
      <vt:lpstr>Wingdings</vt:lpstr>
      <vt:lpstr>Perspectiva</vt:lpstr>
      <vt:lpstr>Métodos matemáticos para Física</vt:lpstr>
      <vt:lpstr>Integrales dobles y triples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Fernandez</cp:lastModifiedBy>
  <cp:revision>497</cp:revision>
  <dcterms:created xsi:type="dcterms:W3CDTF">2013-10-15T13:27:45Z</dcterms:created>
  <dcterms:modified xsi:type="dcterms:W3CDTF">2025-03-12T08:43:35Z</dcterms:modified>
</cp:coreProperties>
</file>